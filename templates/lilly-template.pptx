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60" r:id="rId1"/>
    <p:sldMasterId id="2147483897" r:id="rId2"/>
    <p:sldMasterId id="2147483999" r:id="rId3"/>
  </p:sldMasterIdLst>
  <p:notesMasterIdLst>
    <p:notesMasterId r:id="rId93"/>
  </p:notesMasterIdLst>
  <p:handoutMasterIdLst>
    <p:handoutMasterId r:id="rId94"/>
  </p:handoutMasterIdLst>
  <p:sldIdLst>
    <p:sldId id="397" r:id="rId4"/>
    <p:sldId id="432" r:id="rId5"/>
    <p:sldId id="392" r:id="rId6"/>
    <p:sldId id="258" r:id="rId7"/>
    <p:sldId id="569" r:id="rId8"/>
    <p:sldId id="472" r:id="rId9"/>
    <p:sldId id="494" r:id="rId10"/>
    <p:sldId id="460" r:id="rId11"/>
    <p:sldId id="466" r:id="rId12"/>
    <p:sldId id="468" r:id="rId13"/>
    <p:sldId id="461" r:id="rId14"/>
    <p:sldId id="465" r:id="rId15"/>
    <p:sldId id="475" r:id="rId16"/>
    <p:sldId id="483" r:id="rId17"/>
    <p:sldId id="486" r:id="rId18"/>
    <p:sldId id="487" r:id="rId19"/>
    <p:sldId id="488" r:id="rId20"/>
    <p:sldId id="489" r:id="rId21"/>
    <p:sldId id="496" r:id="rId22"/>
    <p:sldId id="511" r:id="rId23"/>
    <p:sldId id="570" r:id="rId24"/>
    <p:sldId id="572" r:id="rId25"/>
    <p:sldId id="573" r:id="rId26"/>
    <p:sldId id="571" r:id="rId27"/>
    <p:sldId id="514" r:id="rId28"/>
    <p:sldId id="518" r:id="rId29"/>
    <p:sldId id="515" r:id="rId30"/>
    <p:sldId id="544" r:id="rId31"/>
    <p:sldId id="545" r:id="rId32"/>
    <p:sldId id="547" r:id="rId33"/>
    <p:sldId id="548" r:id="rId34"/>
    <p:sldId id="549" r:id="rId35"/>
    <p:sldId id="550" r:id="rId36"/>
    <p:sldId id="574" r:id="rId37"/>
    <p:sldId id="563" r:id="rId38"/>
    <p:sldId id="565" r:id="rId39"/>
    <p:sldId id="566" r:id="rId40"/>
    <p:sldId id="564" r:id="rId41"/>
    <p:sldId id="567" r:id="rId42"/>
    <p:sldId id="568" r:id="rId43"/>
    <p:sldId id="498" r:id="rId44"/>
    <p:sldId id="499" r:id="rId45"/>
    <p:sldId id="500" r:id="rId46"/>
    <p:sldId id="501" r:id="rId47"/>
    <p:sldId id="502" r:id="rId48"/>
    <p:sldId id="407" r:id="rId49"/>
    <p:sldId id="504" r:id="rId50"/>
    <p:sldId id="505" r:id="rId51"/>
    <p:sldId id="506" r:id="rId52"/>
    <p:sldId id="507" r:id="rId53"/>
    <p:sldId id="508" r:id="rId54"/>
    <p:sldId id="509" r:id="rId55"/>
    <p:sldId id="510" r:id="rId56"/>
    <p:sldId id="512" r:id="rId57"/>
    <p:sldId id="513" r:id="rId58"/>
    <p:sldId id="516" r:id="rId59"/>
    <p:sldId id="517" r:id="rId60"/>
    <p:sldId id="532" r:id="rId61"/>
    <p:sldId id="543" r:id="rId62"/>
    <p:sldId id="546" r:id="rId63"/>
    <p:sldId id="533" r:id="rId64"/>
    <p:sldId id="534" r:id="rId65"/>
    <p:sldId id="519" r:id="rId66"/>
    <p:sldId id="579" r:id="rId67"/>
    <p:sldId id="526" r:id="rId68"/>
    <p:sldId id="527" r:id="rId69"/>
    <p:sldId id="528" r:id="rId70"/>
    <p:sldId id="580" r:id="rId71"/>
    <p:sldId id="581" r:id="rId72"/>
    <p:sldId id="540" r:id="rId73"/>
    <p:sldId id="541" r:id="rId74"/>
    <p:sldId id="558" r:id="rId75"/>
    <p:sldId id="559" r:id="rId76"/>
    <p:sldId id="552" r:id="rId77"/>
    <p:sldId id="553" r:id="rId78"/>
    <p:sldId id="554" r:id="rId79"/>
    <p:sldId id="555" r:id="rId80"/>
    <p:sldId id="556" r:id="rId81"/>
    <p:sldId id="557" r:id="rId82"/>
    <p:sldId id="542" r:id="rId83"/>
    <p:sldId id="560" r:id="rId84"/>
    <p:sldId id="561" r:id="rId85"/>
    <p:sldId id="576" r:id="rId86"/>
    <p:sldId id="529" r:id="rId87"/>
    <p:sldId id="398" r:id="rId88"/>
    <p:sldId id="478" r:id="rId89"/>
    <p:sldId id="479" r:id="rId90"/>
    <p:sldId id="482" r:id="rId91"/>
    <p:sldId id="484" r:id="rId92"/>
  </p:sldIdLst>
  <p:sldSz cx="12192000" cy="6858000"/>
  <p:notesSz cx="6858000" cy="9144000"/>
  <p:embeddedFontLst>
    <p:embeddedFont>
      <p:font typeface="Arial Black" panose="020B0A04020102020204" pitchFamily="34" charset="0"/>
      <p:bold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bout the Template" id="{F2E56243-A39A-6540-B11C-F781D3670086}">
          <p14:sldIdLst>
            <p14:sldId id="397"/>
            <p14:sldId id="432"/>
            <p14:sldId id="392"/>
            <p14:sldId id="258"/>
            <p14:sldId id="569"/>
          </p14:sldIdLst>
        </p14:section>
        <p14:section name="Template Slides" id="{27F96DF3-6EEE-E241-9DE2-608CE1D57709}">
          <p14:sldIdLst>
            <p14:sldId id="472"/>
            <p14:sldId id="494"/>
            <p14:sldId id="460"/>
            <p14:sldId id="466"/>
            <p14:sldId id="468"/>
            <p14:sldId id="461"/>
            <p14:sldId id="465"/>
            <p14:sldId id="475"/>
            <p14:sldId id="483"/>
            <p14:sldId id="486"/>
            <p14:sldId id="487"/>
            <p14:sldId id="488"/>
            <p14:sldId id="489"/>
            <p14:sldId id="496"/>
            <p14:sldId id="511"/>
            <p14:sldId id="570"/>
            <p14:sldId id="572"/>
            <p14:sldId id="573"/>
            <p14:sldId id="571"/>
            <p14:sldId id="514"/>
            <p14:sldId id="518"/>
            <p14:sldId id="515"/>
            <p14:sldId id="544"/>
            <p14:sldId id="545"/>
            <p14:sldId id="547"/>
            <p14:sldId id="548"/>
            <p14:sldId id="549"/>
            <p14:sldId id="550"/>
            <p14:sldId id="574"/>
            <p14:sldId id="563"/>
            <p14:sldId id="565"/>
            <p14:sldId id="566"/>
            <p14:sldId id="564"/>
            <p14:sldId id="567"/>
            <p14:sldId id="568"/>
            <p14:sldId id="498"/>
            <p14:sldId id="499"/>
            <p14:sldId id="500"/>
            <p14:sldId id="501"/>
            <p14:sldId id="502"/>
            <p14:sldId id="407"/>
            <p14:sldId id="504"/>
            <p14:sldId id="505"/>
            <p14:sldId id="506"/>
            <p14:sldId id="507"/>
            <p14:sldId id="508"/>
            <p14:sldId id="509"/>
            <p14:sldId id="510"/>
            <p14:sldId id="512"/>
            <p14:sldId id="513"/>
            <p14:sldId id="516"/>
            <p14:sldId id="517"/>
            <p14:sldId id="532"/>
            <p14:sldId id="543"/>
            <p14:sldId id="546"/>
            <p14:sldId id="533"/>
            <p14:sldId id="534"/>
            <p14:sldId id="519"/>
            <p14:sldId id="579"/>
            <p14:sldId id="526"/>
            <p14:sldId id="527"/>
            <p14:sldId id="528"/>
            <p14:sldId id="580"/>
            <p14:sldId id="581"/>
            <p14:sldId id="540"/>
            <p14:sldId id="541"/>
            <p14:sldId id="558"/>
            <p14:sldId id="559"/>
            <p14:sldId id="552"/>
            <p14:sldId id="553"/>
            <p14:sldId id="554"/>
            <p14:sldId id="555"/>
            <p14:sldId id="556"/>
            <p14:sldId id="557"/>
            <p14:sldId id="542"/>
            <p14:sldId id="560"/>
            <p14:sldId id="561"/>
            <p14:sldId id="576"/>
            <p14:sldId id="529"/>
          </p14:sldIdLst>
        </p14:section>
        <p14:section name="Asset Library" id="{C8F5A4B4-6F76-1146-93A2-EF2F116DFF1F}">
          <p14:sldIdLst>
            <p14:sldId id="398"/>
            <p14:sldId id="478"/>
            <p14:sldId id="479"/>
            <p14:sldId id="482"/>
            <p14:sldId id="4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251B"/>
    <a:srgbClr val="FDE8E5"/>
    <a:srgbClr val="E4EBF1"/>
    <a:srgbClr val="C6DCD8"/>
    <a:srgbClr val="8A969E"/>
    <a:srgbClr val="FFF0D8"/>
    <a:srgbClr val="F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C6BB71-B616-44BB-B99F-C18FCF4D6B3F}" v="1" dt="2025-04-02T18:45:25.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96" autoAdjust="0"/>
    <p:restoredTop sz="86485" autoAdjust="0"/>
  </p:normalViewPr>
  <p:slideViewPr>
    <p:cSldViewPr snapToGrid="0">
      <p:cViewPr varScale="1">
        <p:scale>
          <a:sx n="84" d="100"/>
          <a:sy n="84" d="100"/>
        </p:scale>
        <p:origin x="378" y="462"/>
      </p:cViewPr>
      <p:guideLst/>
    </p:cSldViewPr>
  </p:slideViewPr>
  <p:outlineViewPr>
    <p:cViewPr>
      <p:scale>
        <a:sx n="33" d="100"/>
        <a:sy n="33" d="100"/>
      </p:scale>
      <p:origin x="0" y="-79770"/>
    </p:cViewPr>
  </p:outlineViewPr>
  <p:notesTextViewPr>
    <p:cViewPr>
      <p:scale>
        <a:sx n="1" d="1"/>
        <a:sy n="1" d="1"/>
      </p:scale>
      <p:origin x="0" y="0"/>
    </p:cViewPr>
  </p:notesTextViewPr>
  <p:sorterViewPr>
    <p:cViewPr>
      <p:scale>
        <a:sx n="38" d="100"/>
        <a:sy n="38" d="100"/>
      </p:scale>
      <p:origin x="0" y="0"/>
    </p:cViewPr>
  </p:sorterViewPr>
  <p:notesViewPr>
    <p:cSldViewPr snapToGrid="0">
      <p:cViewPr varScale="1">
        <p:scale>
          <a:sx n="49" d="100"/>
          <a:sy n="49" d="100"/>
        </p:scale>
        <p:origin x="1628" y="4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customXml" Target="../customXml/item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font" Target="fonts/font1.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customXml" Target="../customXml/item2.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handoutMaster" Target="handoutMasters/handout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viewProps" Target="viewProps.xml"/><Relationship Id="rId104" Type="http://schemas.openxmlformats.org/officeDocument/2006/relationships/customXml" Target="../customXml/item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notesMaster" Target="notesMasters/notesMaster1.xml"/><Relationship Id="rId98" Type="http://schemas.openxmlformats.org/officeDocument/2006/relationships/theme" Target="theme/theme1.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y Kenny" userId="1ba59bd1-a020-440f-90f0-7bbf1878ddab" providerId="ADAL" clId="{38C6BB71-B616-44BB-B99F-C18FCF4D6B3F}"/>
    <pc:docChg chg="custSel modSld modMainMaster">
      <pc:chgData name="Katy Kenny" userId="1ba59bd1-a020-440f-90f0-7bbf1878ddab" providerId="ADAL" clId="{38C6BB71-B616-44BB-B99F-C18FCF4D6B3F}" dt="2025-04-02T20:56:44.428" v="951" actId="13244"/>
      <pc:docMkLst>
        <pc:docMk/>
      </pc:docMkLst>
      <pc:sldChg chg="modSp">
        <pc:chgData name="Katy Kenny" userId="1ba59bd1-a020-440f-90f0-7bbf1878ddab" providerId="ADAL" clId="{38C6BB71-B616-44BB-B99F-C18FCF4D6B3F}" dt="2025-04-02T18:45:25.422" v="0"/>
        <pc:sldMkLst>
          <pc:docMk/>
          <pc:sldMk cId="0" sldId="258"/>
        </pc:sldMkLst>
        <pc:spChg chg="mod">
          <ac:chgData name="Katy Kenny" userId="1ba59bd1-a020-440f-90f0-7bbf1878ddab" providerId="ADAL" clId="{38C6BB71-B616-44BB-B99F-C18FCF4D6B3F}" dt="2025-04-02T18:45:25.422" v="0"/>
          <ac:spMkLst>
            <pc:docMk/>
            <pc:sldMk cId="0" sldId="258"/>
            <ac:spMk id="6" creationId="{0C06A17D-455A-CF7C-DBEC-ADFCD5E0E4A7}"/>
          </ac:spMkLst>
        </pc:spChg>
      </pc:sldChg>
      <pc:sldChg chg="modSp">
        <pc:chgData name="Katy Kenny" userId="1ba59bd1-a020-440f-90f0-7bbf1878ddab" providerId="ADAL" clId="{38C6BB71-B616-44BB-B99F-C18FCF4D6B3F}" dt="2025-04-02T18:45:25.422" v="0"/>
        <pc:sldMkLst>
          <pc:docMk/>
          <pc:sldMk cId="3041828852" sldId="392"/>
        </pc:sldMkLst>
        <pc:spChg chg="mod">
          <ac:chgData name="Katy Kenny" userId="1ba59bd1-a020-440f-90f0-7bbf1878ddab" providerId="ADAL" clId="{38C6BB71-B616-44BB-B99F-C18FCF4D6B3F}" dt="2025-04-02T18:45:25.422" v="0"/>
          <ac:spMkLst>
            <pc:docMk/>
            <pc:sldMk cId="3041828852" sldId="392"/>
            <ac:spMk id="2" creationId="{0A3FC7D9-5374-30E9-6738-F4FE9458D974}"/>
          </ac:spMkLst>
        </pc:spChg>
      </pc:sldChg>
      <pc:sldChg chg="modSp">
        <pc:chgData name="Katy Kenny" userId="1ba59bd1-a020-440f-90f0-7bbf1878ddab" providerId="ADAL" clId="{38C6BB71-B616-44BB-B99F-C18FCF4D6B3F}" dt="2025-04-02T18:45:25.422" v="0"/>
        <pc:sldMkLst>
          <pc:docMk/>
          <pc:sldMk cId="3043273561" sldId="397"/>
        </pc:sldMkLst>
        <pc:spChg chg="mod">
          <ac:chgData name="Katy Kenny" userId="1ba59bd1-a020-440f-90f0-7bbf1878ddab" providerId="ADAL" clId="{38C6BB71-B616-44BB-B99F-C18FCF4D6B3F}" dt="2025-04-02T18:45:25.422" v="0"/>
          <ac:spMkLst>
            <pc:docMk/>
            <pc:sldMk cId="3043273561" sldId="397"/>
            <ac:spMk id="4" creationId="{EE1C174A-5475-E647-9BCD-7D6941A8E49A}"/>
          </ac:spMkLst>
        </pc:spChg>
      </pc:sldChg>
      <pc:sldChg chg="modSp mod">
        <pc:chgData name="Katy Kenny" userId="1ba59bd1-a020-440f-90f0-7bbf1878ddab" providerId="ADAL" clId="{38C6BB71-B616-44BB-B99F-C18FCF4D6B3F}" dt="2025-04-02T20:12:33.273" v="816" actId="255"/>
        <pc:sldMkLst>
          <pc:docMk/>
          <pc:sldMk cId="2358907424" sldId="398"/>
        </pc:sldMkLst>
        <pc:spChg chg="mod">
          <ac:chgData name="Katy Kenny" userId="1ba59bd1-a020-440f-90f0-7bbf1878ddab" providerId="ADAL" clId="{38C6BB71-B616-44BB-B99F-C18FCF4D6B3F}" dt="2025-04-02T18:45:25.422" v="0"/>
          <ac:spMkLst>
            <pc:docMk/>
            <pc:sldMk cId="2358907424" sldId="398"/>
            <ac:spMk id="5" creationId="{C5D20A94-D569-3094-FBBB-5DBC26B923CC}"/>
          </ac:spMkLst>
        </pc:spChg>
        <pc:spChg chg="mod">
          <ac:chgData name="Katy Kenny" userId="1ba59bd1-a020-440f-90f0-7bbf1878ddab" providerId="ADAL" clId="{38C6BB71-B616-44BB-B99F-C18FCF4D6B3F}" dt="2025-04-02T20:12:33.273" v="816" actId="255"/>
          <ac:spMkLst>
            <pc:docMk/>
            <pc:sldMk cId="2358907424" sldId="398"/>
            <ac:spMk id="15" creationId="{55647B2A-A088-46B6-4FBA-47CAA9F916C3}"/>
          </ac:spMkLst>
        </pc:spChg>
      </pc:sldChg>
      <pc:sldChg chg="modSp">
        <pc:chgData name="Katy Kenny" userId="1ba59bd1-a020-440f-90f0-7bbf1878ddab" providerId="ADAL" clId="{38C6BB71-B616-44BB-B99F-C18FCF4D6B3F}" dt="2025-04-02T18:45:25.422" v="0"/>
        <pc:sldMkLst>
          <pc:docMk/>
          <pc:sldMk cId="3141320256" sldId="407"/>
        </pc:sldMkLst>
        <pc:spChg chg="mod">
          <ac:chgData name="Katy Kenny" userId="1ba59bd1-a020-440f-90f0-7bbf1878ddab" providerId="ADAL" clId="{38C6BB71-B616-44BB-B99F-C18FCF4D6B3F}" dt="2025-04-02T18:45:25.422" v="0"/>
          <ac:spMkLst>
            <pc:docMk/>
            <pc:sldMk cId="3141320256" sldId="407"/>
            <ac:spMk id="2" creationId="{3F5E46D1-A05F-C4B6-3A55-290DD451865A}"/>
          </ac:spMkLst>
        </pc:spChg>
      </pc:sldChg>
      <pc:sldChg chg="modSp">
        <pc:chgData name="Katy Kenny" userId="1ba59bd1-a020-440f-90f0-7bbf1878ddab" providerId="ADAL" clId="{38C6BB71-B616-44BB-B99F-C18FCF4D6B3F}" dt="2025-04-02T18:45:25.422" v="0"/>
        <pc:sldMkLst>
          <pc:docMk/>
          <pc:sldMk cId="3516514341" sldId="432"/>
        </pc:sldMkLst>
        <pc:spChg chg="mod">
          <ac:chgData name="Katy Kenny" userId="1ba59bd1-a020-440f-90f0-7bbf1878ddab" providerId="ADAL" clId="{38C6BB71-B616-44BB-B99F-C18FCF4D6B3F}" dt="2025-04-02T18:45:25.422" v="0"/>
          <ac:spMkLst>
            <pc:docMk/>
            <pc:sldMk cId="3516514341" sldId="432"/>
            <ac:spMk id="2" creationId="{516834EA-BC4A-2DC2-4699-A2D02CB0EC05}"/>
          </ac:spMkLst>
        </pc:spChg>
      </pc:sldChg>
      <pc:sldChg chg="addSp modSp mod">
        <pc:chgData name="Katy Kenny" userId="1ba59bd1-a020-440f-90f0-7bbf1878ddab" providerId="ADAL" clId="{38C6BB71-B616-44BB-B99F-C18FCF4D6B3F}" dt="2025-04-02T20:46:41.424" v="920" actId="13244"/>
        <pc:sldMkLst>
          <pc:docMk/>
          <pc:sldMk cId="1695557988" sldId="460"/>
        </pc:sldMkLst>
        <pc:spChg chg="add mod ord">
          <ac:chgData name="Katy Kenny" userId="1ba59bd1-a020-440f-90f0-7bbf1878ddab" providerId="ADAL" clId="{38C6BB71-B616-44BB-B99F-C18FCF4D6B3F}" dt="2025-04-02T20:46:41.424" v="920" actId="13244"/>
          <ac:spMkLst>
            <pc:docMk/>
            <pc:sldMk cId="1695557988" sldId="460"/>
            <ac:spMk id="2" creationId="{529B8480-6ECF-324B-4746-DEBD85F997AB}"/>
          </ac:spMkLst>
        </pc:spChg>
      </pc:sldChg>
      <pc:sldChg chg="addSp modSp mod">
        <pc:chgData name="Katy Kenny" userId="1ba59bd1-a020-440f-90f0-7bbf1878ddab" providerId="ADAL" clId="{38C6BB71-B616-44BB-B99F-C18FCF4D6B3F}" dt="2025-04-02T20:46:58.321" v="923" actId="13244"/>
        <pc:sldMkLst>
          <pc:docMk/>
          <pc:sldMk cId="2848703825" sldId="461"/>
        </pc:sldMkLst>
        <pc:spChg chg="add mod ord">
          <ac:chgData name="Katy Kenny" userId="1ba59bd1-a020-440f-90f0-7bbf1878ddab" providerId="ADAL" clId="{38C6BB71-B616-44BB-B99F-C18FCF4D6B3F}" dt="2025-04-02T20:46:58.321" v="923" actId="13244"/>
          <ac:spMkLst>
            <pc:docMk/>
            <pc:sldMk cId="2848703825" sldId="461"/>
            <ac:spMk id="2" creationId="{E7D73D65-F4FF-EC22-E910-5B40BD708774}"/>
          </ac:spMkLst>
        </pc:spChg>
      </pc:sldChg>
      <pc:sldChg chg="addSp modSp mod">
        <pc:chgData name="Katy Kenny" userId="1ba59bd1-a020-440f-90f0-7bbf1878ddab" providerId="ADAL" clId="{38C6BB71-B616-44BB-B99F-C18FCF4D6B3F}" dt="2025-04-02T20:47:03.088" v="924" actId="13244"/>
        <pc:sldMkLst>
          <pc:docMk/>
          <pc:sldMk cId="2956935142" sldId="465"/>
        </pc:sldMkLst>
        <pc:spChg chg="add mod ord">
          <ac:chgData name="Katy Kenny" userId="1ba59bd1-a020-440f-90f0-7bbf1878ddab" providerId="ADAL" clId="{38C6BB71-B616-44BB-B99F-C18FCF4D6B3F}" dt="2025-04-02T20:47:03.088" v="924" actId="13244"/>
          <ac:spMkLst>
            <pc:docMk/>
            <pc:sldMk cId="2956935142" sldId="465"/>
            <ac:spMk id="2" creationId="{A8CA1D71-4321-00A0-A3BA-8518564B828C}"/>
          </ac:spMkLst>
        </pc:spChg>
      </pc:sldChg>
      <pc:sldChg chg="addSp modSp mod">
        <pc:chgData name="Katy Kenny" userId="1ba59bd1-a020-440f-90f0-7bbf1878ddab" providerId="ADAL" clId="{38C6BB71-B616-44BB-B99F-C18FCF4D6B3F}" dt="2025-04-02T20:46:43.799" v="921" actId="13244"/>
        <pc:sldMkLst>
          <pc:docMk/>
          <pc:sldMk cId="545471461" sldId="466"/>
        </pc:sldMkLst>
        <pc:spChg chg="add mod ord">
          <ac:chgData name="Katy Kenny" userId="1ba59bd1-a020-440f-90f0-7bbf1878ddab" providerId="ADAL" clId="{38C6BB71-B616-44BB-B99F-C18FCF4D6B3F}" dt="2025-04-02T20:46:43.799" v="921" actId="13244"/>
          <ac:spMkLst>
            <pc:docMk/>
            <pc:sldMk cId="545471461" sldId="466"/>
            <ac:spMk id="2" creationId="{599CB63D-DA37-4F6C-C93D-D21CB42F529B}"/>
          </ac:spMkLst>
        </pc:spChg>
      </pc:sldChg>
      <pc:sldChg chg="addSp modSp mod">
        <pc:chgData name="Katy Kenny" userId="1ba59bd1-a020-440f-90f0-7bbf1878ddab" providerId="ADAL" clId="{38C6BB71-B616-44BB-B99F-C18FCF4D6B3F}" dt="2025-04-02T20:46:49.350" v="922" actId="13244"/>
        <pc:sldMkLst>
          <pc:docMk/>
          <pc:sldMk cId="2208619529" sldId="468"/>
        </pc:sldMkLst>
        <pc:spChg chg="add mod ord">
          <ac:chgData name="Katy Kenny" userId="1ba59bd1-a020-440f-90f0-7bbf1878ddab" providerId="ADAL" clId="{38C6BB71-B616-44BB-B99F-C18FCF4D6B3F}" dt="2025-04-02T20:46:49.350" v="922" actId="13244"/>
          <ac:spMkLst>
            <pc:docMk/>
            <pc:sldMk cId="2208619529" sldId="468"/>
            <ac:spMk id="2" creationId="{1226A062-0837-7C9F-E364-9D29A3D4A8D1}"/>
          </ac:spMkLst>
        </pc:spChg>
      </pc:sldChg>
      <pc:sldChg chg="modSp mod">
        <pc:chgData name="Katy Kenny" userId="1ba59bd1-a020-440f-90f0-7bbf1878ddab" providerId="ADAL" clId="{38C6BB71-B616-44BB-B99F-C18FCF4D6B3F}" dt="2025-04-02T20:47:11.107" v="925" actId="13244"/>
        <pc:sldMkLst>
          <pc:docMk/>
          <pc:sldMk cId="1380931728" sldId="475"/>
        </pc:sldMkLst>
        <pc:spChg chg="mod">
          <ac:chgData name="Katy Kenny" userId="1ba59bd1-a020-440f-90f0-7bbf1878ddab" providerId="ADAL" clId="{38C6BB71-B616-44BB-B99F-C18FCF4D6B3F}" dt="2025-04-02T18:45:25.422" v="0"/>
          <ac:spMkLst>
            <pc:docMk/>
            <pc:sldMk cId="1380931728" sldId="475"/>
            <ac:spMk id="4" creationId="{ADA6B135-128D-82B5-59F6-71AC586A6390}"/>
          </ac:spMkLst>
        </pc:spChg>
        <pc:spChg chg="ord">
          <ac:chgData name="Katy Kenny" userId="1ba59bd1-a020-440f-90f0-7bbf1878ddab" providerId="ADAL" clId="{38C6BB71-B616-44BB-B99F-C18FCF4D6B3F}" dt="2025-04-02T20:47:11.107" v="925" actId="13244"/>
          <ac:spMkLst>
            <pc:docMk/>
            <pc:sldMk cId="1380931728" sldId="475"/>
            <ac:spMk id="30" creationId="{B167050C-D6A1-F322-EBAD-C0D68B3F2C6E}"/>
          </ac:spMkLst>
        </pc:spChg>
      </pc:sldChg>
      <pc:sldChg chg="modSp mod">
        <pc:chgData name="Katy Kenny" userId="1ba59bd1-a020-440f-90f0-7bbf1878ddab" providerId="ADAL" clId="{38C6BB71-B616-44BB-B99F-C18FCF4D6B3F}" dt="2025-04-02T20:11:51.339" v="810" actId="33553"/>
        <pc:sldMkLst>
          <pc:docMk/>
          <pc:sldMk cId="632655085" sldId="478"/>
        </pc:sldMkLst>
        <pc:spChg chg="mod">
          <ac:chgData name="Katy Kenny" userId="1ba59bd1-a020-440f-90f0-7bbf1878ddab" providerId="ADAL" clId="{38C6BB71-B616-44BB-B99F-C18FCF4D6B3F}" dt="2025-04-02T18:45:25.422" v="0"/>
          <ac:spMkLst>
            <pc:docMk/>
            <pc:sldMk cId="632655085" sldId="478"/>
            <ac:spMk id="13" creationId="{41547AC9-4865-1685-123E-4269761B58D8}"/>
          </ac:spMkLst>
        </pc:spChg>
        <pc:spChg chg="mod">
          <ac:chgData name="Katy Kenny" userId="1ba59bd1-a020-440f-90f0-7bbf1878ddab" providerId="ADAL" clId="{38C6BB71-B616-44BB-B99F-C18FCF4D6B3F}" dt="2025-04-02T20:11:51.339" v="810" actId="33553"/>
          <ac:spMkLst>
            <pc:docMk/>
            <pc:sldMk cId="632655085" sldId="478"/>
            <ac:spMk id="22" creationId="{696721D8-5A01-7F3D-2603-2F20CAA1D046}"/>
          </ac:spMkLst>
        </pc:spChg>
      </pc:sldChg>
      <pc:sldChg chg="modSp mod">
        <pc:chgData name="Katy Kenny" userId="1ba59bd1-a020-440f-90f0-7bbf1878ddab" providerId="ADAL" clId="{38C6BB71-B616-44BB-B99F-C18FCF4D6B3F}" dt="2025-04-02T20:12:48.172" v="817" actId="33553"/>
        <pc:sldMkLst>
          <pc:docMk/>
          <pc:sldMk cId="4112189314" sldId="479"/>
        </pc:sldMkLst>
        <pc:spChg chg="mod">
          <ac:chgData name="Katy Kenny" userId="1ba59bd1-a020-440f-90f0-7bbf1878ddab" providerId="ADAL" clId="{38C6BB71-B616-44BB-B99F-C18FCF4D6B3F}" dt="2025-04-02T18:45:25.422" v="0"/>
          <ac:spMkLst>
            <pc:docMk/>
            <pc:sldMk cId="4112189314" sldId="479"/>
            <ac:spMk id="2" creationId="{1A7E8440-D9A1-A308-B0C6-6CBE3442E997}"/>
          </ac:spMkLst>
        </pc:spChg>
        <pc:spChg chg="mod">
          <ac:chgData name="Katy Kenny" userId="1ba59bd1-a020-440f-90f0-7bbf1878ddab" providerId="ADAL" clId="{38C6BB71-B616-44BB-B99F-C18FCF4D6B3F}" dt="2025-04-02T20:12:48.172" v="817" actId="33553"/>
          <ac:spMkLst>
            <pc:docMk/>
            <pc:sldMk cId="4112189314" sldId="479"/>
            <ac:spMk id="4" creationId="{4F46929F-E5D9-058E-1697-BA8341923805}"/>
          </ac:spMkLst>
        </pc:spChg>
      </pc:sldChg>
      <pc:sldChg chg="modSp mod">
        <pc:chgData name="Katy Kenny" userId="1ba59bd1-a020-440f-90f0-7bbf1878ddab" providerId="ADAL" clId="{38C6BB71-B616-44BB-B99F-C18FCF4D6B3F}" dt="2025-04-02T20:12:49.428" v="818" actId="33553"/>
        <pc:sldMkLst>
          <pc:docMk/>
          <pc:sldMk cId="77379484" sldId="482"/>
        </pc:sldMkLst>
        <pc:spChg chg="mod">
          <ac:chgData name="Katy Kenny" userId="1ba59bd1-a020-440f-90f0-7bbf1878ddab" providerId="ADAL" clId="{38C6BB71-B616-44BB-B99F-C18FCF4D6B3F}" dt="2025-04-02T18:45:25.422" v="0"/>
          <ac:spMkLst>
            <pc:docMk/>
            <pc:sldMk cId="77379484" sldId="482"/>
            <ac:spMk id="2" creationId="{BC68BB35-4771-50FF-09DC-78D279AA1214}"/>
          </ac:spMkLst>
        </pc:spChg>
        <pc:spChg chg="mod">
          <ac:chgData name="Katy Kenny" userId="1ba59bd1-a020-440f-90f0-7bbf1878ddab" providerId="ADAL" clId="{38C6BB71-B616-44BB-B99F-C18FCF4D6B3F}" dt="2025-04-02T20:12:49.428" v="818" actId="33553"/>
          <ac:spMkLst>
            <pc:docMk/>
            <pc:sldMk cId="77379484" sldId="482"/>
            <ac:spMk id="4" creationId="{9F39EF3A-E723-44FF-CAFC-F0026BCC6483}"/>
          </ac:spMkLst>
        </pc:spChg>
      </pc:sldChg>
      <pc:sldChg chg="modSp mod">
        <pc:chgData name="Katy Kenny" userId="1ba59bd1-a020-440f-90f0-7bbf1878ddab" providerId="ADAL" clId="{38C6BB71-B616-44BB-B99F-C18FCF4D6B3F}" dt="2025-04-02T20:47:17.744" v="926" actId="13244"/>
        <pc:sldMkLst>
          <pc:docMk/>
          <pc:sldMk cId="3466366562" sldId="483"/>
        </pc:sldMkLst>
        <pc:spChg chg="mod">
          <ac:chgData name="Katy Kenny" userId="1ba59bd1-a020-440f-90f0-7bbf1878ddab" providerId="ADAL" clId="{38C6BB71-B616-44BB-B99F-C18FCF4D6B3F}" dt="2025-04-02T20:13:20.736" v="824" actId="20577"/>
          <ac:spMkLst>
            <pc:docMk/>
            <pc:sldMk cId="3466366562" sldId="483"/>
            <ac:spMk id="2" creationId="{A7C7A2C0-A1E6-8E3E-CD65-25A3B88D4C9B}"/>
          </ac:spMkLst>
        </pc:spChg>
        <pc:spChg chg="mod">
          <ac:chgData name="Katy Kenny" userId="1ba59bd1-a020-440f-90f0-7bbf1878ddab" providerId="ADAL" clId="{38C6BB71-B616-44BB-B99F-C18FCF4D6B3F}" dt="2025-04-02T18:45:25.422" v="0"/>
          <ac:spMkLst>
            <pc:docMk/>
            <pc:sldMk cId="3466366562" sldId="483"/>
            <ac:spMk id="4" creationId="{EF0FA3B9-226B-2949-3FE6-72042E9C3832}"/>
          </ac:spMkLst>
        </pc:spChg>
        <pc:spChg chg="ord">
          <ac:chgData name="Katy Kenny" userId="1ba59bd1-a020-440f-90f0-7bbf1878ddab" providerId="ADAL" clId="{38C6BB71-B616-44BB-B99F-C18FCF4D6B3F}" dt="2025-04-02T20:47:17.744" v="926" actId="13244"/>
          <ac:spMkLst>
            <pc:docMk/>
            <pc:sldMk cId="3466366562" sldId="483"/>
            <ac:spMk id="35" creationId="{58408E82-B4B3-DEB2-F012-5DD1283C1CDB}"/>
          </ac:spMkLst>
        </pc:spChg>
      </pc:sldChg>
      <pc:sldChg chg="modSp mod">
        <pc:chgData name="Katy Kenny" userId="1ba59bd1-a020-440f-90f0-7bbf1878ddab" providerId="ADAL" clId="{38C6BB71-B616-44BB-B99F-C18FCF4D6B3F}" dt="2025-04-02T20:12:50.605" v="819" actId="33553"/>
        <pc:sldMkLst>
          <pc:docMk/>
          <pc:sldMk cId="3684880863" sldId="484"/>
        </pc:sldMkLst>
        <pc:spChg chg="mod">
          <ac:chgData name="Katy Kenny" userId="1ba59bd1-a020-440f-90f0-7bbf1878ddab" providerId="ADAL" clId="{38C6BB71-B616-44BB-B99F-C18FCF4D6B3F}" dt="2025-04-02T20:12:50.605" v="819" actId="33553"/>
          <ac:spMkLst>
            <pc:docMk/>
            <pc:sldMk cId="3684880863" sldId="484"/>
            <ac:spMk id="3" creationId="{1186B897-8D51-C7AF-A88E-0F035B8BB4D9}"/>
          </ac:spMkLst>
        </pc:spChg>
        <pc:spChg chg="mod">
          <ac:chgData name="Katy Kenny" userId="1ba59bd1-a020-440f-90f0-7bbf1878ddab" providerId="ADAL" clId="{38C6BB71-B616-44BB-B99F-C18FCF4D6B3F}" dt="2025-04-02T18:45:25.422" v="0"/>
          <ac:spMkLst>
            <pc:docMk/>
            <pc:sldMk cId="3684880863" sldId="484"/>
            <ac:spMk id="8" creationId="{DBE62188-0724-6B9C-FEF8-B3E54F0FFE53}"/>
          </ac:spMkLst>
        </pc:spChg>
      </pc:sldChg>
      <pc:sldChg chg="modSp mod">
        <pc:chgData name="Katy Kenny" userId="1ba59bd1-a020-440f-90f0-7bbf1878ddab" providerId="ADAL" clId="{38C6BB71-B616-44BB-B99F-C18FCF4D6B3F}" dt="2025-04-02T20:47:21.122" v="927" actId="13244"/>
        <pc:sldMkLst>
          <pc:docMk/>
          <pc:sldMk cId="1850924977" sldId="486"/>
        </pc:sldMkLst>
        <pc:spChg chg="mod">
          <ac:chgData name="Katy Kenny" userId="1ba59bd1-a020-440f-90f0-7bbf1878ddab" providerId="ADAL" clId="{38C6BB71-B616-44BB-B99F-C18FCF4D6B3F}" dt="2025-04-02T20:13:23.409" v="826" actId="20577"/>
          <ac:spMkLst>
            <pc:docMk/>
            <pc:sldMk cId="1850924977" sldId="486"/>
            <ac:spMk id="2" creationId="{FC748ED1-E75A-6F28-5709-78A049200FE2}"/>
          </ac:spMkLst>
        </pc:spChg>
        <pc:spChg chg="mod">
          <ac:chgData name="Katy Kenny" userId="1ba59bd1-a020-440f-90f0-7bbf1878ddab" providerId="ADAL" clId="{38C6BB71-B616-44BB-B99F-C18FCF4D6B3F}" dt="2025-04-02T18:45:25.422" v="0"/>
          <ac:spMkLst>
            <pc:docMk/>
            <pc:sldMk cId="1850924977" sldId="486"/>
            <ac:spMk id="4" creationId="{6C2033FD-5396-7BDE-7D09-2DA370F2ED3A}"/>
          </ac:spMkLst>
        </pc:spChg>
        <pc:spChg chg="ord">
          <ac:chgData name="Katy Kenny" userId="1ba59bd1-a020-440f-90f0-7bbf1878ddab" providerId="ADAL" clId="{38C6BB71-B616-44BB-B99F-C18FCF4D6B3F}" dt="2025-04-02T20:47:21.122" v="927" actId="13244"/>
          <ac:spMkLst>
            <pc:docMk/>
            <pc:sldMk cId="1850924977" sldId="486"/>
            <ac:spMk id="7" creationId="{0A7AF118-9A1D-064E-ECDB-A5CA206830FC}"/>
          </ac:spMkLst>
        </pc:spChg>
      </pc:sldChg>
      <pc:sldChg chg="modSp mod">
        <pc:chgData name="Katy Kenny" userId="1ba59bd1-a020-440f-90f0-7bbf1878ddab" providerId="ADAL" clId="{38C6BB71-B616-44BB-B99F-C18FCF4D6B3F}" dt="2025-04-02T20:47:26.477" v="928" actId="13244"/>
        <pc:sldMkLst>
          <pc:docMk/>
          <pc:sldMk cId="1140423098" sldId="487"/>
        </pc:sldMkLst>
        <pc:spChg chg="mod">
          <ac:chgData name="Katy Kenny" userId="1ba59bd1-a020-440f-90f0-7bbf1878ddab" providerId="ADAL" clId="{38C6BB71-B616-44BB-B99F-C18FCF4D6B3F}" dt="2025-04-02T20:13:27.346" v="828" actId="20577"/>
          <ac:spMkLst>
            <pc:docMk/>
            <pc:sldMk cId="1140423098" sldId="487"/>
            <ac:spMk id="2" creationId="{EB40A5F9-5A77-798D-E3DE-3BBE71D06A63}"/>
          </ac:spMkLst>
        </pc:spChg>
        <pc:spChg chg="mod">
          <ac:chgData name="Katy Kenny" userId="1ba59bd1-a020-440f-90f0-7bbf1878ddab" providerId="ADAL" clId="{38C6BB71-B616-44BB-B99F-C18FCF4D6B3F}" dt="2025-04-02T18:45:25.422" v="0"/>
          <ac:spMkLst>
            <pc:docMk/>
            <pc:sldMk cId="1140423098" sldId="487"/>
            <ac:spMk id="4" creationId="{B926587D-F348-6962-84B9-4B6921819D57}"/>
          </ac:spMkLst>
        </pc:spChg>
        <pc:spChg chg="ord">
          <ac:chgData name="Katy Kenny" userId="1ba59bd1-a020-440f-90f0-7bbf1878ddab" providerId="ADAL" clId="{38C6BB71-B616-44BB-B99F-C18FCF4D6B3F}" dt="2025-04-02T20:47:26.477" v="928" actId="13244"/>
          <ac:spMkLst>
            <pc:docMk/>
            <pc:sldMk cId="1140423098" sldId="487"/>
            <ac:spMk id="7" creationId="{2152FB95-F162-D2DB-90D7-170B643212C5}"/>
          </ac:spMkLst>
        </pc:spChg>
      </pc:sldChg>
      <pc:sldChg chg="modSp mod">
        <pc:chgData name="Katy Kenny" userId="1ba59bd1-a020-440f-90f0-7bbf1878ddab" providerId="ADAL" clId="{38C6BB71-B616-44BB-B99F-C18FCF4D6B3F}" dt="2025-04-02T20:47:29.328" v="929" actId="13244"/>
        <pc:sldMkLst>
          <pc:docMk/>
          <pc:sldMk cId="1914353954" sldId="488"/>
        </pc:sldMkLst>
        <pc:spChg chg="mod">
          <ac:chgData name="Katy Kenny" userId="1ba59bd1-a020-440f-90f0-7bbf1878ddab" providerId="ADAL" clId="{38C6BB71-B616-44BB-B99F-C18FCF4D6B3F}" dt="2025-04-02T20:13:31.741" v="830" actId="20577"/>
          <ac:spMkLst>
            <pc:docMk/>
            <pc:sldMk cId="1914353954" sldId="488"/>
            <ac:spMk id="2" creationId="{E23B3173-90F9-8936-94B2-6B1E445E1A5B}"/>
          </ac:spMkLst>
        </pc:spChg>
        <pc:spChg chg="mod">
          <ac:chgData name="Katy Kenny" userId="1ba59bd1-a020-440f-90f0-7bbf1878ddab" providerId="ADAL" clId="{38C6BB71-B616-44BB-B99F-C18FCF4D6B3F}" dt="2025-04-02T18:45:25.422" v="0"/>
          <ac:spMkLst>
            <pc:docMk/>
            <pc:sldMk cId="1914353954" sldId="488"/>
            <ac:spMk id="4" creationId="{B6B6F03E-EA7D-36AC-B355-A6A7BC5965E9}"/>
          </ac:spMkLst>
        </pc:spChg>
        <pc:spChg chg="ord">
          <ac:chgData name="Katy Kenny" userId="1ba59bd1-a020-440f-90f0-7bbf1878ddab" providerId="ADAL" clId="{38C6BB71-B616-44BB-B99F-C18FCF4D6B3F}" dt="2025-04-02T20:47:29.328" v="929" actId="13244"/>
          <ac:spMkLst>
            <pc:docMk/>
            <pc:sldMk cId="1914353954" sldId="488"/>
            <ac:spMk id="7" creationId="{A92D3E34-B37C-58A8-3033-2454F6B404EA}"/>
          </ac:spMkLst>
        </pc:spChg>
      </pc:sldChg>
      <pc:sldChg chg="modSp mod">
        <pc:chgData name="Katy Kenny" userId="1ba59bd1-a020-440f-90f0-7bbf1878ddab" providerId="ADAL" clId="{38C6BB71-B616-44BB-B99F-C18FCF4D6B3F}" dt="2025-04-02T20:47:34.276" v="930" actId="13244"/>
        <pc:sldMkLst>
          <pc:docMk/>
          <pc:sldMk cId="3290134607" sldId="489"/>
        </pc:sldMkLst>
        <pc:spChg chg="mod">
          <ac:chgData name="Katy Kenny" userId="1ba59bd1-a020-440f-90f0-7bbf1878ddab" providerId="ADAL" clId="{38C6BB71-B616-44BB-B99F-C18FCF4D6B3F}" dt="2025-04-02T20:13:37.280" v="832" actId="20577"/>
          <ac:spMkLst>
            <pc:docMk/>
            <pc:sldMk cId="3290134607" sldId="489"/>
            <ac:spMk id="2" creationId="{5B9E9A9C-A1EB-19CB-2051-FFCADE150A97}"/>
          </ac:spMkLst>
        </pc:spChg>
        <pc:spChg chg="mod">
          <ac:chgData name="Katy Kenny" userId="1ba59bd1-a020-440f-90f0-7bbf1878ddab" providerId="ADAL" clId="{38C6BB71-B616-44BB-B99F-C18FCF4D6B3F}" dt="2025-04-02T18:45:25.422" v="0"/>
          <ac:spMkLst>
            <pc:docMk/>
            <pc:sldMk cId="3290134607" sldId="489"/>
            <ac:spMk id="4" creationId="{40B75300-609C-4BD6-B7AE-9C115CA9EDAB}"/>
          </ac:spMkLst>
        </pc:spChg>
        <pc:spChg chg="ord">
          <ac:chgData name="Katy Kenny" userId="1ba59bd1-a020-440f-90f0-7bbf1878ddab" providerId="ADAL" clId="{38C6BB71-B616-44BB-B99F-C18FCF4D6B3F}" dt="2025-04-02T20:47:34.276" v="930" actId="13244"/>
          <ac:spMkLst>
            <pc:docMk/>
            <pc:sldMk cId="3290134607" sldId="489"/>
            <ac:spMk id="8" creationId="{EA8C0AAE-9674-2F7F-5AB3-0B13D1EEFBB9}"/>
          </ac:spMkLst>
        </pc:spChg>
      </pc:sldChg>
      <pc:sldChg chg="modSp mod">
        <pc:chgData name="Katy Kenny" userId="1ba59bd1-a020-440f-90f0-7bbf1878ddab" providerId="ADAL" clId="{38C6BB71-B616-44BB-B99F-C18FCF4D6B3F}" dt="2025-04-02T20:13:06.870" v="821" actId="20577"/>
        <pc:sldMkLst>
          <pc:docMk/>
          <pc:sldMk cId="1368420378" sldId="494"/>
        </pc:sldMkLst>
        <pc:spChg chg="mod">
          <ac:chgData name="Katy Kenny" userId="1ba59bd1-a020-440f-90f0-7bbf1878ddab" providerId="ADAL" clId="{38C6BB71-B616-44BB-B99F-C18FCF4D6B3F}" dt="2025-04-02T18:45:25.422" v="0"/>
          <ac:spMkLst>
            <pc:docMk/>
            <pc:sldMk cId="1368420378" sldId="494"/>
            <ac:spMk id="4" creationId="{F1E89989-A83E-FB71-99F6-A9E1E664913E}"/>
          </ac:spMkLst>
        </pc:spChg>
        <pc:spChg chg="mod">
          <ac:chgData name="Katy Kenny" userId="1ba59bd1-a020-440f-90f0-7bbf1878ddab" providerId="ADAL" clId="{38C6BB71-B616-44BB-B99F-C18FCF4D6B3F}" dt="2025-04-02T20:13:06.870" v="821" actId="20577"/>
          <ac:spMkLst>
            <pc:docMk/>
            <pc:sldMk cId="1368420378" sldId="494"/>
            <ac:spMk id="26" creationId="{FB18B27A-97EC-C9CD-977F-03430C339026}"/>
          </ac:spMkLst>
        </pc:spChg>
      </pc:sldChg>
      <pc:sldChg chg="modSp mod">
        <pc:chgData name="Katy Kenny" userId="1ba59bd1-a020-440f-90f0-7bbf1878ddab" providerId="ADAL" clId="{38C6BB71-B616-44BB-B99F-C18FCF4D6B3F}" dt="2025-04-02T20:47:41.167" v="931" actId="13244"/>
        <pc:sldMkLst>
          <pc:docMk/>
          <pc:sldMk cId="3491626257" sldId="496"/>
        </pc:sldMkLst>
        <pc:spChg chg="mod">
          <ac:chgData name="Katy Kenny" userId="1ba59bd1-a020-440f-90f0-7bbf1878ddab" providerId="ADAL" clId="{38C6BB71-B616-44BB-B99F-C18FCF4D6B3F}" dt="2025-04-02T18:45:25.422" v="0"/>
          <ac:spMkLst>
            <pc:docMk/>
            <pc:sldMk cId="3491626257" sldId="496"/>
            <ac:spMk id="2" creationId="{0D09D9A7-2650-4BAF-CA4E-E6871B94D7E1}"/>
          </ac:spMkLst>
        </pc:spChg>
        <pc:spChg chg="ord">
          <ac:chgData name="Katy Kenny" userId="1ba59bd1-a020-440f-90f0-7bbf1878ddab" providerId="ADAL" clId="{38C6BB71-B616-44BB-B99F-C18FCF4D6B3F}" dt="2025-04-02T20:47:41.167" v="931" actId="13244"/>
          <ac:spMkLst>
            <pc:docMk/>
            <pc:sldMk cId="3491626257" sldId="496"/>
            <ac:spMk id="42" creationId="{86D572E8-6443-C64F-70D4-BCFA9771ADA3}"/>
          </ac:spMkLst>
        </pc:spChg>
      </pc:sldChg>
      <pc:sldChg chg="modSp mod">
        <pc:chgData name="Katy Kenny" userId="1ba59bd1-a020-440f-90f0-7bbf1878ddab" providerId="ADAL" clId="{38C6BB71-B616-44BB-B99F-C18FCF4D6B3F}" dt="2025-04-02T20:15:48.837" v="864" actId="20577"/>
        <pc:sldMkLst>
          <pc:docMk/>
          <pc:sldMk cId="3600822220" sldId="498"/>
        </pc:sldMkLst>
        <pc:spChg chg="mod">
          <ac:chgData name="Katy Kenny" userId="1ba59bd1-a020-440f-90f0-7bbf1878ddab" providerId="ADAL" clId="{38C6BB71-B616-44BB-B99F-C18FCF4D6B3F}" dt="2025-04-02T18:45:25.422" v="0"/>
          <ac:spMkLst>
            <pc:docMk/>
            <pc:sldMk cId="3600822220" sldId="498"/>
            <ac:spMk id="3" creationId="{3E6D09E5-6C28-DDDA-3853-C70DD128A96C}"/>
          </ac:spMkLst>
        </pc:spChg>
        <pc:spChg chg="mod">
          <ac:chgData name="Katy Kenny" userId="1ba59bd1-a020-440f-90f0-7bbf1878ddab" providerId="ADAL" clId="{38C6BB71-B616-44BB-B99F-C18FCF4D6B3F}" dt="2025-04-02T20:15:48.837" v="864" actId="20577"/>
          <ac:spMkLst>
            <pc:docMk/>
            <pc:sldMk cId="3600822220" sldId="498"/>
            <ac:spMk id="5" creationId="{C9587C78-9001-D266-6D28-D29DB0DF3642}"/>
          </ac:spMkLst>
        </pc:spChg>
        <pc:picChg chg="mod">
          <ac:chgData name="Katy Kenny" userId="1ba59bd1-a020-440f-90f0-7bbf1878ddab" providerId="ADAL" clId="{38C6BB71-B616-44BB-B99F-C18FCF4D6B3F}" dt="2025-04-02T18:46:34.528" v="10" actId="962"/>
          <ac:picMkLst>
            <pc:docMk/>
            <pc:sldMk cId="3600822220" sldId="498"/>
            <ac:picMk id="52" creationId="{4307F35A-31F9-C749-57B7-F24C70B1CB26}"/>
          </ac:picMkLst>
        </pc:picChg>
      </pc:sldChg>
      <pc:sldChg chg="modSp mod">
        <pc:chgData name="Katy Kenny" userId="1ba59bd1-a020-440f-90f0-7bbf1878ddab" providerId="ADAL" clId="{38C6BB71-B616-44BB-B99F-C18FCF4D6B3F}" dt="2025-04-02T20:15:55.229" v="865" actId="20577"/>
        <pc:sldMkLst>
          <pc:docMk/>
          <pc:sldMk cId="2722798493" sldId="499"/>
        </pc:sldMkLst>
        <pc:spChg chg="mod">
          <ac:chgData name="Katy Kenny" userId="1ba59bd1-a020-440f-90f0-7bbf1878ddab" providerId="ADAL" clId="{38C6BB71-B616-44BB-B99F-C18FCF4D6B3F}" dt="2025-04-02T18:45:25.422" v="0"/>
          <ac:spMkLst>
            <pc:docMk/>
            <pc:sldMk cId="2722798493" sldId="499"/>
            <ac:spMk id="3" creationId="{4C780495-6174-BFF5-71B5-A492A04A7489}"/>
          </ac:spMkLst>
        </pc:spChg>
        <pc:spChg chg="mod">
          <ac:chgData name="Katy Kenny" userId="1ba59bd1-a020-440f-90f0-7bbf1878ddab" providerId="ADAL" clId="{38C6BB71-B616-44BB-B99F-C18FCF4D6B3F}" dt="2025-04-02T20:15:55.229" v="865" actId="20577"/>
          <ac:spMkLst>
            <pc:docMk/>
            <pc:sldMk cId="2722798493" sldId="499"/>
            <ac:spMk id="5" creationId="{F1FB787B-C18D-6FD2-A338-ED943CBDEC74}"/>
          </ac:spMkLst>
        </pc:spChg>
      </pc:sldChg>
      <pc:sldChg chg="modSp mod">
        <pc:chgData name="Katy Kenny" userId="1ba59bd1-a020-440f-90f0-7bbf1878ddab" providerId="ADAL" clId="{38C6BB71-B616-44BB-B99F-C18FCF4D6B3F}" dt="2025-04-02T20:15:57.566" v="866" actId="20577"/>
        <pc:sldMkLst>
          <pc:docMk/>
          <pc:sldMk cId="2645373162" sldId="500"/>
        </pc:sldMkLst>
        <pc:spChg chg="mod">
          <ac:chgData name="Katy Kenny" userId="1ba59bd1-a020-440f-90f0-7bbf1878ddab" providerId="ADAL" clId="{38C6BB71-B616-44BB-B99F-C18FCF4D6B3F}" dt="2025-04-02T18:45:25.422" v="0"/>
          <ac:spMkLst>
            <pc:docMk/>
            <pc:sldMk cId="2645373162" sldId="500"/>
            <ac:spMk id="3" creationId="{DC271F17-8A86-0471-9017-59E76DE3CAA2}"/>
          </ac:spMkLst>
        </pc:spChg>
        <pc:spChg chg="mod">
          <ac:chgData name="Katy Kenny" userId="1ba59bd1-a020-440f-90f0-7bbf1878ddab" providerId="ADAL" clId="{38C6BB71-B616-44BB-B99F-C18FCF4D6B3F}" dt="2025-04-02T20:15:57.566" v="866" actId="20577"/>
          <ac:spMkLst>
            <pc:docMk/>
            <pc:sldMk cId="2645373162" sldId="500"/>
            <ac:spMk id="5" creationId="{C5AAEF90-617A-8B00-1670-19C4158CC1B9}"/>
          </ac:spMkLst>
        </pc:spChg>
      </pc:sldChg>
      <pc:sldChg chg="modSp">
        <pc:chgData name="Katy Kenny" userId="1ba59bd1-a020-440f-90f0-7bbf1878ddab" providerId="ADAL" clId="{38C6BB71-B616-44BB-B99F-C18FCF4D6B3F}" dt="2025-04-02T18:45:25.422" v="0"/>
        <pc:sldMkLst>
          <pc:docMk/>
          <pc:sldMk cId="3188429186" sldId="501"/>
        </pc:sldMkLst>
        <pc:spChg chg="mod">
          <ac:chgData name="Katy Kenny" userId="1ba59bd1-a020-440f-90f0-7bbf1878ddab" providerId="ADAL" clId="{38C6BB71-B616-44BB-B99F-C18FCF4D6B3F}" dt="2025-04-02T18:45:25.422" v="0"/>
          <ac:spMkLst>
            <pc:docMk/>
            <pc:sldMk cId="3188429186" sldId="501"/>
            <ac:spMk id="3" creationId="{A5E3C187-CE1A-8574-A1F9-2261C67A3309}"/>
          </ac:spMkLst>
        </pc:spChg>
      </pc:sldChg>
      <pc:sldChg chg="modSp">
        <pc:chgData name="Katy Kenny" userId="1ba59bd1-a020-440f-90f0-7bbf1878ddab" providerId="ADAL" clId="{38C6BB71-B616-44BB-B99F-C18FCF4D6B3F}" dt="2025-04-02T18:45:25.422" v="0"/>
        <pc:sldMkLst>
          <pc:docMk/>
          <pc:sldMk cId="649154723" sldId="502"/>
        </pc:sldMkLst>
        <pc:spChg chg="mod">
          <ac:chgData name="Katy Kenny" userId="1ba59bd1-a020-440f-90f0-7bbf1878ddab" providerId="ADAL" clId="{38C6BB71-B616-44BB-B99F-C18FCF4D6B3F}" dt="2025-04-02T18:45:25.422" v="0"/>
          <ac:spMkLst>
            <pc:docMk/>
            <pc:sldMk cId="649154723" sldId="502"/>
            <ac:spMk id="3" creationId="{4BA3C481-39A6-C902-3131-5A73AF310E18}"/>
          </ac:spMkLst>
        </pc:spChg>
      </pc:sldChg>
      <pc:sldChg chg="modSp mod">
        <pc:chgData name="Katy Kenny" userId="1ba59bd1-a020-440f-90f0-7bbf1878ddab" providerId="ADAL" clId="{38C6BB71-B616-44BB-B99F-C18FCF4D6B3F}" dt="2025-04-02T20:55:29.320" v="938" actId="13244"/>
        <pc:sldMkLst>
          <pc:docMk/>
          <pc:sldMk cId="2505846167" sldId="504"/>
        </pc:sldMkLst>
        <pc:spChg chg="mod">
          <ac:chgData name="Katy Kenny" userId="1ba59bd1-a020-440f-90f0-7bbf1878ddab" providerId="ADAL" clId="{38C6BB71-B616-44BB-B99F-C18FCF4D6B3F}" dt="2025-04-02T18:45:25.422" v="0"/>
          <ac:spMkLst>
            <pc:docMk/>
            <pc:sldMk cId="2505846167" sldId="504"/>
            <ac:spMk id="2" creationId="{9B040111-C22F-E69D-C57A-C78E36E092CD}"/>
          </ac:spMkLst>
        </pc:spChg>
        <pc:spChg chg="mod">
          <ac:chgData name="Katy Kenny" userId="1ba59bd1-a020-440f-90f0-7bbf1878ddab" providerId="ADAL" clId="{38C6BB71-B616-44BB-B99F-C18FCF4D6B3F}" dt="2025-04-02T20:16:02.691" v="867" actId="20577"/>
          <ac:spMkLst>
            <pc:docMk/>
            <pc:sldMk cId="2505846167" sldId="504"/>
            <ac:spMk id="5" creationId="{EEF5BB4A-6BE5-25C8-F8BA-CA805142819E}"/>
          </ac:spMkLst>
        </pc:spChg>
        <pc:spChg chg="ord">
          <ac:chgData name="Katy Kenny" userId="1ba59bd1-a020-440f-90f0-7bbf1878ddab" providerId="ADAL" clId="{38C6BB71-B616-44BB-B99F-C18FCF4D6B3F}" dt="2025-04-02T20:55:29.320" v="938" actId="13244"/>
          <ac:spMkLst>
            <pc:docMk/>
            <pc:sldMk cId="2505846167" sldId="504"/>
            <ac:spMk id="60" creationId="{82F74514-4E8D-5933-AE36-F0BE61CAE943}"/>
          </ac:spMkLst>
        </pc:spChg>
      </pc:sldChg>
      <pc:sldChg chg="modSp">
        <pc:chgData name="Katy Kenny" userId="1ba59bd1-a020-440f-90f0-7bbf1878ddab" providerId="ADAL" clId="{38C6BB71-B616-44BB-B99F-C18FCF4D6B3F}" dt="2025-04-02T18:45:25.422" v="0"/>
        <pc:sldMkLst>
          <pc:docMk/>
          <pc:sldMk cId="4018112594" sldId="505"/>
        </pc:sldMkLst>
        <pc:spChg chg="mod">
          <ac:chgData name="Katy Kenny" userId="1ba59bd1-a020-440f-90f0-7bbf1878ddab" providerId="ADAL" clId="{38C6BB71-B616-44BB-B99F-C18FCF4D6B3F}" dt="2025-04-02T18:45:25.422" v="0"/>
          <ac:spMkLst>
            <pc:docMk/>
            <pc:sldMk cId="4018112594" sldId="505"/>
            <ac:spMk id="6" creationId="{2EA81220-B365-745F-854B-2814685F3D8F}"/>
          </ac:spMkLst>
        </pc:spChg>
      </pc:sldChg>
      <pc:sldChg chg="modSp">
        <pc:chgData name="Katy Kenny" userId="1ba59bd1-a020-440f-90f0-7bbf1878ddab" providerId="ADAL" clId="{38C6BB71-B616-44BB-B99F-C18FCF4D6B3F}" dt="2025-04-02T18:45:25.422" v="0"/>
        <pc:sldMkLst>
          <pc:docMk/>
          <pc:sldMk cId="3400578932" sldId="506"/>
        </pc:sldMkLst>
        <pc:spChg chg="mod">
          <ac:chgData name="Katy Kenny" userId="1ba59bd1-a020-440f-90f0-7bbf1878ddab" providerId="ADAL" clId="{38C6BB71-B616-44BB-B99F-C18FCF4D6B3F}" dt="2025-04-02T18:45:25.422" v="0"/>
          <ac:spMkLst>
            <pc:docMk/>
            <pc:sldMk cId="3400578932" sldId="506"/>
            <ac:spMk id="2" creationId="{AFD575F0-6043-73A8-0CE6-BD02CB344566}"/>
          </ac:spMkLst>
        </pc:spChg>
      </pc:sldChg>
      <pc:sldChg chg="modSp">
        <pc:chgData name="Katy Kenny" userId="1ba59bd1-a020-440f-90f0-7bbf1878ddab" providerId="ADAL" clId="{38C6BB71-B616-44BB-B99F-C18FCF4D6B3F}" dt="2025-04-02T18:45:25.422" v="0"/>
        <pc:sldMkLst>
          <pc:docMk/>
          <pc:sldMk cId="3945754866" sldId="507"/>
        </pc:sldMkLst>
        <pc:spChg chg="mod">
          <ac:chgData name="Katy Kenny" userId="1ba59bd1-a020-440f-90f0-7bbf1878ddab" providerId="ADAL" clId="{38C6BB71-B616-44BB-B99F-C18FCF4D6B3F}" dt="2025-04-02T18:45:25.422" v="0"/>
          <ac:spMkLst>
            <pc:docMk/>
            <pc:sldMk cId="3945754866" sldId="507"/>
            <ac:spMk id="2" creationId="{943CD265-BA5D-540C-8D4F-5395CEF5CE5D}"/>
          </ac:spMkLst>
        </pc:spChg>
      </pc:sldChg>
      <pc:sldChg chg="modSp">
        <pc:chgData name="Katy Kenny" userId="1ba59bd1-a020-440f-90f0-7bbf1878ddab" providerId="ADAL" clId="{38C6BB71-B616-44BB-B99F-C18FCF4D6B3F}" dt="2025-04-02T18:45:25.422" v="0"/>
        <pc:sldMkLst>
          <pc:docMk/>
          <pc:sldMk cId="3666015090" sldId="508"/>
        </pc:sldMkLst>
        <pc:spChg chg="mod">
          <ac:chgData name="Katy Kenny" userId="1ba59bd1-a020-440f-90f0-7bbf1878ddab" providerId="ADAL" clId="{38C6BB71-B616-44BB-B99F-C18FCF4D6B3F}" dt="2025-04-02T18:45:25.422" v="0"/>
          <ac:spMkLst>
            <pc:docMk/>
            <pc:sldMk cId="3666015090" sldId="508"/>
            <ac:spMk id="2" creationId="{8EC7983E-5818-57D1-ABD5-BF09E0364A17}"/>
          </ac:spMkLst>
        </pc:spChg>
      </pc:sldChg>
      <pc:sldChg chg="modSp">
        <pc:chgData name="Katy Kenny" userId="1ba59bd1-a020-440f-90f0-7bbf1878ddab" providerId="ADAL" clId="{38C6BB71-B616-44BB-B99F-C18FCF4D6B3F}" dt="2025-04-02T18:45:25.422" v="0"/>
        <pc:sldMkLst>
          <pc:docMk/>
          <pc:sldMk cId="4135530956" sldId="509"/>
        </pc:sldMkLst>
        <pc:spChg chg="mod">
          <ac:chgData name="Katy Kenny" userId="1ba59bd1-a020-440f-90f0-7bbf1878ddab" providerId="ADAL" clId="{38C6BB71-B616-44BB-B99F-C18FCF4D6B3F}" dt="2025-04-02T18:45:25.422" v="0"/>
          <ac:spMkLst>
            <pc:docMk/>
            <pc:sldMk cId="4135530956" sldId="509"/>
            <ac:spMk id="2" creationId="{8628B820-69C5-0D45-FC58-D3840F53CB5A}"/>
          </ac:spMkLst>
        </pc:spChg>
      </pc:sldChg>
      <pc:sldChg chg="modSp">
        <pc:chgData name="Katy Kenny" userId="1ba59bd1-a020-440f-90f0-7bbf1878ddab" providerId="ADAL" clId="{38C6BB71-B616-44BB-B99F-C18FCF4D6B3F}" dt="2025-04-02T18:45:25.422" v="0"/>
        <pc:sldMkLst>
          <pc:docMk/>
          <pc:sldMk cId="2055921477" sldId="510"/>
        </pc:sldMkLst>
        <pc:spChg chg="mod">
          <ac:chgData name="Katy Kenny" userId="1ba59bd1-a020-440f-90f0-7bbf1878ddab" providerId="ADAL" clId="{38C6BB71-B616-44BB-B99F-C18FCF4D6B3F}" dt="2025-04-02T18:45:25.422" v="0"/>
          <ac:spMkLst>
            <pc:docMk/>
            <pc:sldMk cId="2055921477" sldId="510"/>
            <ac:spMk id="2" creationId="{4318AC7E-355B-BF06-BF62-05A965A01AE0}"/>
          </ac:spMkLst>
        </pc:spChg>
      </pc:sldChg>
      <pc:sldChg chg="modSp">
        <pc:chgData name="Katy Kenny" userId="1ba59bd1-a020-440f-90f0-7bbf1878ddab" providerId="ADAL" clId="{38C6BB71-B616-44BB-B99F-C18FCF4D6B3F}" dt="2025-04-02T18:45:25.422" v="0"/>
        <pc:sldMkLst>
          <pc:docMk/>
          <pc:sldMk cId="178614408" sldId="511"/>
        </pc:sldMkLst>
        <pc:spChg chg="mod">
          <ac:chgData name="Katy Kenny" userId="1ba59bd1-a020-440f-90f0-7bbf1878ddab" providerId="ADAL" clId="{38C6BB71-B616-44BB-B99F-C18FCF4D6B3F}" dt="2025-04-02T18:45:25.422" v="0"/>
          <ac:spMkLst>
            <pc:docMk/>
            <pc:sldMk cId="178614408" sldId="511"/>
            <ac:spMk id="3" creationId="{3D33CD12-994C-0E5F-FCDE-EBCD888E5011}"/>
          </ac:spMkLst>
        </pc:spChg>
      </pc:sldChg>
      <pc:sldChg chg="modSp">
        <pc:chgData name="Katy Kenny" userId="1ba59bd1-a020-440f-90f0-7bbf1878ddab" providerId="ADAL" clId="{38C6BB71-B616-44BB-B99F-C18FCF4D6B3F}" dt="2025-04-02T18:45:25.422" v="0"/>
        <pc:sldMkLst>
          <pc:docMk/>
          <pc:sldMk cId="3440989995" sldId="512"/>
        </pc:sldMkLst>
        <pc:spChg chg="mod">
          <ac:chgData name="Katy Kenny" userId="1ba59bd1-a020-440f-90f0-7bbf1878ddab" providerId="ADAL" clId="{38C6BB71-B616-44BB-B99F-C18FCF4D6B3F}" dt="2025-04-02T18:45:25.422" v="0"/>
          <ac:spMkLst>
            <pc:docMk/>
            <pc:sldMk cId="3440989995" sldId="512"/>
            <ac:spMk id="2" creationId="{93071E00-49D6-FD02-4788-381889704B5D}"/>
          </ac:spMkLst>
        </pc:spChg>
      </pc:sldChg>
      <pc:sldChg chg="addSp modSp mod">
        <pc:chgData name="Katy Kenny" userId="1ba59bd1-a020-440f-90f0-7bbf1878ddab" providerId="ADAL" clId="{38C6BB71-B616-44BB-B99F-C18FCF4D6B3F}" dt="2025-04-02T20:56:11.349" v="944" actId="13244"/>
        <pc:sldMkLst>
          <pc:docMk/>
          <pc:sldMk cId="3285816945" sldId="513"/>
        </pc:sldMkLst>
        <pc:spChg chg="mod">
          <ac:chgData name="Katy Kenny" userId="1ba59bd1-a020-440f-90f0-7bbf1878ddab" providerId="ADAL" clId="{38C6BB71-B616-44BB-B99F-C18FCF4D6B3F}" dt="2025-04-02T18:45:25.422" v="0"/>
          <ac:spMkLst>
            <pc:docMk/>
            <pc:sldMk cId="3285816945" sldId="513"/>
            <ac:spMk id="2" creationId="{9414D1D1-7AE8-A6C6-A47C-3A794117C474}"/>
          </ac:spMkLst>
        </pc:spChg>
        <pc:spChg chg="add mod ord">
          <ac:chgData name="Katy Kenny" userId="1ba59bd1-a020-440f-90f0-7bbf1878ddab" providerId="ADAL" clId="{38C6BB71-B616-44BB-B99F-C18FCF4D6B3F}" dt="2025-04-02T20:55:34.150" v="939" actId="13244"/>
          <ac:spMkLst>
            <pc:docMk/>
            <pc:sldMk cId="3285816945" sldId="513"/>
            <ac:spMk id="12" creationId="{41324524-E974-1BC3-89B1-ED2C70C39EA5}"/>
          </ac:spMkLst>
        </pc:spChg>
        <pc:spChg chg="ord">
          <ac:chgData name="Katy Kenny" userId="1ba59bd1-a020-440f-90f0-7bbf1878ddab" providerId="ADAL" clId="{38C6BB71-B616-44BB-B99F-C18FCF4D6B3F}" dt="2025-04-02T20:56:11.349" v="944" actId="13244"/>
          <ac:spMkLst>
            <pc:docMk/>
            <pc:sldMk cId="3285816945" sldId="513"/>
            <ac:spMk id="113" creationId="{3B00455A-7103-8782-573F-DDD703AF5F28}"/>
          </ac:spMkLst>
        </pc:spChg>
      </pc:sldChg>
      <pc:sldChg chg="modSp">
        <pc:chgData name="Katy Kenny" userId="1ba59bd1-a020-440f-90f0-7bbf1878ddab" providerId="ADAL" clId="{38C6BB71-B616-44BB-B99F-C18FCF4D6B3F}" dt="2025-04-02T18:45:25.422" v="0"/>
        <pc:sldMkLst>
          <pc:docMk/>
          <pc:sldMk cId="3405586884" sldId="514"/>
        </pc:sldMkLst>
        <pc:spChg chg="mod">
          <ac:chgData name="Katy Kenny" userId="1ba59bd1-a020-440f-90f0-7bbf1878ddab" providerId="ADAL" clId="{38C6BB71-B616-44BB-B99F-C18FCF4D6B3F}" dt="2025-04-02T18:45:25.422" v="0"/>
          <ac:spMkLst>
            <pc:docMk/>
            <pc:sldMk cId="3405586884" sldId="514"/>
            <ac:spMk id="3" creationId="{EDC61466-686B-EABD-7E56-C6E157601CCD}"/>
          </ac:spMkLst>
        </pc:spChg>
      </pc:sldChg>
      <pc:sldChg chg="modSp">
        <pc:chgData name="Katy Kenny" userId="1ba59bd1-a020-440f-90f0-7bbf1878ddab" providerId="ADAL" clId="{38C6BB71-B616-44BB-B99F-C18FCF4D6B3F}" dt="2025-04-02T18:45:25.422" v="0"/>
        <pc:sldMkLst>
          <pc:docMk/>
          <pc:sldMk cId="4083913755" sldId="515"/>
        </pc:sldMkLst>
        <pc:spChg chg="mod">
          <ac:chgData name="Katy Kenny" userId="1ba59bd1-a020-440f-90f0-7bbf1878ddab" providerId="ADAL" clId="{38C6BB71-B616-44BB-B99F-C18FCF4D6B3F}" dt="2025-04-02T18:45:25.422" v="0"/>
          <ac:spMkLst>
            <pc:docMk/>
            <pc:sldMk cId="4083913755" sldId="515"/>
            <ac:spMk id="3" creationId="{24692499-5929-7F3E-0F94-C8E1E70179FC}"/>
          </ac:spMkLst>
        </pc:spChg>
      </pc:sldChg>
      <pc:sldChg chg="addSp modSp mod">
        <pc:chgData name="Katy Kenny" userId="1ba59bd1-a020-440f-90f0-7bbf1878ddab" providerId="ADAL" clId="{38C6BB71-B616-44BB-B99F-C18FCF4D6B3F}" dt="2025-04-02T20:56:15.752" v="945" actId="13244"/>
        <pc:sldMkLst>
          <pc:docMk/>
          <pc:sldMk cId="1516555718" sldId="516"/>
        </pc:sldMkLst>
        <pc:spChg chg="mod">
          <ac:chgData name="Katy Kenny" userId="1ba59bd1-a020-440f-90f0-7bbf1878ddab" providerId="ADAL" clId="{38C6BB71-B616-44BB-B99F-C18FCF4D6B3F}" dt="2025-04-02T18:45:25.422" v="0"/>
          <ac:spMkLst>
            <pc:docMk/>
            <pc:sldMk cId="1516555718" sldId="516"/>
            <ac:spMk id="2" creationId="{FE16D431-CC75-BA8C-7FDE-B3170F93CC05}"/>
          </ac:spMkLst>
        </pc:spChg>
        <pc:spChg chg="add mod ord">
          <ac:chgData name="Katy Kenny" userId="1ba59bd1-a020-440f-90f0-7bbf1878ddab" providerId="ADAL" clId="{38C6BB71-B616-44BB-B99F-C18FCF4D6B3F}" dt="2025-04-02T20:56:15.752" v="945" actId="13244"/>
          <ac:spMkLst>
            <pc:docMk/>
            <pc:sldMk cId="1516555718" sldId="516"/>
            <ac:spMk id="4" creationId="{CD1D137D-30FE-8992-F68D-39A78AEA169D}"/>
          </ac:spMkLst>
        </pc:spChg>
      </pc:sldChg>
      <pc:sldChg chg="modSp mod">
        <pc:chgData name="Katy Kenny" userId="1ba59bd1-a020-440f-90f0-7bbf1878ddab" providerId="ADAL" clId="{38C6BB71-B616-44BB-B99F-C18FCF4D6B3F}" dt="2025-04-02T18:46:34.544" v="12" actId="962"/>
        <pc:sldMkLst>
          <pc:docMk/>
          <pc:sldMk cId="2999966524" sldId="517"/>
        </pc:sldMkLst>
        <pc:spChg chg="mod">
          <ac:chgData name="Katy Kenny" userId="1ba59bd1-a020-440f-90f0-7bbf1878ddab" providerId="ADAL" clId="{38C6BB71-B616-44BB-B99F-C18FCF4D6B3F}" dt="2025-04-02T18:45:25.422" v="0"/>
          <ac:spMkLst>
            <pc:docMk/>
            <pc:sldMk cId="2999966524" sldId="517"/>
            <ac:spMk id="4" creationId="{FF7F3C7A-7B8A-C656-0E98-4E77B5C09B2B}"/>
          </ac:spMkLst>
        </pc:spChg>
        <pc:picChg chg="mod">
          <ac:chgData name="Katy Kenny" userId="1ba59bd1-a020-440f-90f0-7bbf1878ddab" providerId="ADAL" clId="{38C6BB71-B616-44BB-B99F-C18FCF4D6B3F}" dt="2025-04-02T18:46:34.544" v="12" actId="962"/>
          <ac:picMkLst>
            <pc:docMk/>
            <pc:sldMk cId="2999966524" sldId="517"/>
            <ac:picMk id="10" creationId="{79FE88E6-F2C2-9DB8-2EB2-229AFC4C7FCE}"/>
          </ac:picMkLst>
        </pc:picChg>
      </pc:sldChg>
      <pc:sldChg chg="modSp mod">
        <pc:chgData name="Katy Kenny" userId="1ba59bd1-a020-440f-90f0-7bbf1878ddab" providerId="ADAL" clId="{38C6BB71-B616-44BB-B99F-C18FCF4D6B3F}" dt="2025-04-02T20:13:50.234" v="839" actId="20577"/>
        <pc:sldMkLst>
          <pc:docMk/>
          <pc:sldMk cId="3426320997" sldId="518"/>
        </pc:sldMkLst>
        <pc:spChg chg="mod">
          <ac:chgData name="Katy Kenny" userId="1ba59bd1-a020-440f-90f0-7bbf1878ddab" providerId="ADAL" clId="{38C6BB71-B616-44BB-B99F-C18FCF4D6B3F}" dt="2025-04-02T20:13:50.234" v="839" actId="20577"/>
          <ac:spMkLst>
            <pc:docMk/>
            <pc:sldMk cId="3426320997" sldId="518"/>
            <ac:spMk id="2" creationId="{06F45538-A380-DA6F-F590-065E8273442C}"/>
          </ac:spMkLst>
        </pc:spChg>
        <pc:spChg chg="mod">
          <ac:chgData name="Katy Kenny" userId="1ba59bd1-a020-440f-90f0-7bbf1878ddab" providerId="ADAL" clId="{38C6BB71-B616-44BB-B99F-C18FCF4D6B3F}" dt="2025-04-02T18:45:25.422" v="0"/>
          <ac:spMkLst>
            <pc:docMk/>
            <pc:sldMk cId="3426320997" sldId="518"/>
            <ac:spMk id="3" creationId="{A1FD1EEA-0F07-4975-A077-757F07789155}"/>
          </ac:spMkLst>
        </pc:spChg>
      </pc:sldChg>
      <pc:sldChg chg="modSp">
        <pc:chgData name="Katy Kenny" userId="1ba59bd1-a020-440f-90f0-7bbf1878ddab" providerId="ADAL" clId="{38C6BB71-B616-44BB-B99F-C18FCF4D6B3F}" dt="2025-04-02T18:45:25.422" v="0"/>
        <pc:sldMkLst>
          <pc:docMk/>
          <pc:sldMk cId="2757773027" sldId="519"/>
        </pc:sldMkLst>
        <pc:spChg chg="mod">
          <ac:chgData name="Katy Kenny" userId="1ba59bd1-a020-440f-90f0-7bbf1878ddab" providerId="ADAL" clId="{38C6BB71-B616-44BB-B99F-C18FCF4D6B3F}" dt="2025-04-02T18:45:25.422" v="0"/>
          <ac:spMkLst>
            <pc:docMk/>
            <pc:sldMk cId="2757773027" sldId="519"/>
            <ac:spMk id="3" creationId="{C73260C6-4E09-0DB3-7644-97C980DA1354}"/>
          </ac:spMkLst>
        </pc:spChg>
      </pc:sldChg>
      <pc:sldChg chg="modSp mod">
        <pc:chgData name="Katy Kenny" userId="1ba59bd1-a020-440f-90f0-7bbf1878ddab" providerId="ADAL" clId="{38C6BB71-B616-44BB-B99F-C18FCF4D6B3F}" dt="2025-04-02T20:16:29.109" v="871" actId="20577"/>
        <pc:sldMkLst>
          <pc:docMk/>
          <pc:sldMk cId="2334875805" sldId="526"/>
        </pc:sldMkLst>
        <pc:spChg chg="mod">
          <ac:chgData name="Katy Kenny" userId="1ba59bd1-a020-440f-90f0-7bbf1878ddab" providerId="ADAL" clId="{38C6BB71-B616-44BB-B99F-C18FCF4D6B3F}" dt="2025-04-02T18:45:25.422" v="0"/>
          <ac:spMkLst>
            <pc:docMk/>
            <pc:sldMk cId="2334875805" sldId="526"/>
            <ac:spMk id="2" creationId="{48ECDF9B-E973-1652-7BB8-18247FC59B74}"/>
          </ac:spMkLst>
        </pc:spChg>
        <pc:spChg chg="mod">
          <ac:chgData name="Katy Kenny" userId="1ba59bd1-a020-440f-90f0-7bbf1878ddab" providerId="ADAL" clId="{38C6BB71-B616-44BB-B99F-C18FCF4D6B3F}" dt="2025-04-02T20:16:29.109" v="871" actId="20577"/>
          <ac:spMkLst>
            <pc:docMk/>
            <pc:sldMk cId="2334875805" sldId="526"/>
            <ac:spMk id="4" creationId="{81A0DC94-46FE-6BB4-4C58-188AB2720CBE}"/>
          </ac:spMkLst>
        </pc:spChg>
      </pc:sldChg>
      <pc:sldChg chg="modSp mod">
        <pc:chgData name="Katy Kenny" userId="1ba59bd1-a020-440f-90f0-7bbf1878ddab" providerId="ADAL" clId="{38C6BB71-B616-44BB-B99F-C18FCF4D6B3F}" dt="2025-04-02T20:16:33.335" v="873" actId="20577"/>
        <pc:sldMkLst>
          <pc:docMk/>
          <pc:sldMk cId="752768652" sldId="527"/>
        </pc:sldMkLst>
        <pc:spChg chg="mod">
          <ac:chgData name="Katy Kenny" userId="1ba59bd1-a020-440f-90f0-7bbf1878ddab" providerId="ADAL" clId="{38C6BB71-B616-44BB-B99F-C18FCF4D6B3F}" dt="2025-04-02T18:45:25.422" v="0"/>
          <ac:spMkLst>
            <pc:docMk/>
            <pc:sldMk cId="752768652" sldId="527"/>
            <ac:spMk id="2" creationId="{48ECDF9B-E973-1652-7BB8-18247FC59B74}"/>
          </ac:spMkLst>
        </pc:spChg>
        <pc:spChg chg="mod">
          <ac:chgData name="Katy Kenny" userId="1ba59bd1-a020-440f-90f0-7bbf1878ddab" providerId="ADAL" clId="{38C6BB71-B616-44BB-B99F-C18FCF4D6B3F}" dt="2025-04-02T20:16:33.335" v="873" actId="20577"/>
          <ac:spMkLst>
            <pc:docMk/>
            <pc:sldMk cId="752768652" sldId="527"/>
            <ac:spMk id="4" creationId="{81A0DC94-46FE-6BB4-4C58-188AB2720CBE}"/>
          </ac:spMkLst>
        </pc:spChg>
      </pc:sldChg>
      <pc:sldChg chg="modSp mod">
        <pc:chgData name="Katy Kenny" userId="1ba59bd1-a020-440f-90f0-7bbf1878ddab" providerId="ADAL" clId="{38C6BB71-B616-44BB-B99F-C18FCF4D6B3F}" dt="2025-04-02T20:16:40.466" v="875" actId="20577"/>
        <pc:sldMkLst>
          <pc:docMk/>
          <pc:sldMk cId="2870833351" sldId="528"/>
        </pc:sldMkLst>
        <pc:spChg chg="mod">
          <ac:chgData name="Katy Kenny" userId="1ba59bd1-a020-440f-90f0-7bbf1878ddab" providerId="ADAL" clId="{38C6BB71-B616-44BB-B99F-C18FCF4D6B3F}" dt="2025-04-02T18:45:25.422" v="0"/>
          <ac:spMkLst>
            <pc:docMk/>
            <pc:sldMk cId="2870833351" sldId="528"/>
            <ac:spMk id="2" creationId="{48ECDF9B-E973-1652-7BB8-18247FC59B74}"/>
          </ac:spMkLst>
        </pc:spChg>
        <pc:spChg chg="mod">
          <ac:chgData name="Katy Kenny" userId="1ba59bd1-a020-440f-90f0-7bbf1878ddab" providerId="ADAL" clId="{38C6BB71-B616-44BB-B99F-C18FCF4D6B3F}" dt="2025-04-02T20:16:40.466" v="875" actId="20577"/>
          <ac:spMkLst>
            <pc:docMk/>
            <pc:sldMk cId="2870833351" sldId="528"/>
            <ac:spMk id="4" creationId="{81A0DC94-46FE-6BB4-4C58-188AB2720CBE}"/>
          </ac:spMkLst>
        </pc:spChg>
      </pc:sldChg>
      <pc:sldChg chg="addSp modSp mod">
        <pc:chgData name="Katy Kenny" userId="1ba59bd1-a020-440f-90f0-7bbf1878ddab" providerId="ADAL" clId="{38C6BB71-B616-44BB-B99F-C18FCF4D6B3F}" dt="2025-04-02T20:56:44.428" v="951" actId="13244"/>
        <pc:sldMkLst>
          <pc:docMk/>
          <pc:sldMk cId="3593498825" sldId="529"/>
        </pc:sldMkLst>
        <pc:spChg chg="mod">
          <ac:chgData name="Katy Kenny" userId="1ba59bd1-a020-440f-90f0-7bbf1878ddab" providerId="ADAL" clId="{38C6BB71-B616-44BB-B99F-C18FCF4D6B3F}" dt="2025-04-02T18:45:25.422" v="0"/>
          <ac:spMkLst>
            <pc:docMk/>
            <pc:sldMk cId="3593498825" sldId="529"/>
            <ac:spMk id="2" creationId="{F1B1C7D6-CBE7-7ACA-5C6B-FE60248C6B86}"/>
          </ac:spMkLst>
        </pc:spChg>
        <pc:spChg chg="add mod ord">
          <ac:chgData name="Katy Kenny" userId="1ba59bd1-a020-440f-90f0-7bbf1878ddab" providerId="ADAL" clId="{38C6BB71-B616-44BB-B99F-C18FCF4D6B3F}" dt="2025-04-02T20:56:44.428" v="951" actId="13244"/>
          <ac:spMkLst>
            <pc:docMk/>
            <pc:sldMk cId="3593498825" sldId="529"/>
            <ac:spMk id="3" creationId="{BE456FE6-DFE4-33FF-5B5B-EC3C19B529B0}"/>
          </ac:spMkLst>
        </pc:spChg>
      </pc:sldChg>
      <pc:sldChg chg="modSp mod">
        <pc:chgData name="Katy Kenny" userId="1ba59bd1-a020-440f-90f0-7bbf1878ddab" providerId="ADAL" clId="{38C6BB71-B616-44BB-B99F-C18FCF4D6B3F}" dt="2025-04-02T18:46:34.559" v="14" actId="962"/>
        <pc:sldMkLst>
          <pc:docMk/>
          <pc:sldMk cId="539118952" sldId="532"/>
        </pc:sldMkLst>
        <pc:spChg chg="mod">
          <ac:chgData name="Katy Kenny" userId="1ba59bd1-a020-440f-90f0-7bbf1878ddab" providerId="ADAL" clId="{38C6BB71-B616-44BB-B99F-C18FCF4D6B3F}" dt="2025-04-02T18:45:25.422" v="0"/>
          <ac:spMkLst>
            <pc:docMk/>
            <pc:sldMk cId="539118952" sldId="532"/>
            <ac:spMk id="4" creationId="{FF7F3C7A-7B8A-C656-0E98-4E77B5C09B2B}"/>
          </ac:spMkLst>
        </pc:spChg>
        <pc:picChg chg="mod">
          <ac:chgData name="Katy Kenny" userId="1ba59bd1-a020-440f-90f0-7bbf1878ddab" providerId="ADAL" clId="{38C6BB71-B616-44BB-B99F-C18FCF4D6B3F}" dt="2025-04-02T18:46:34.559" v="14" actId="962"/>
          <ac:picMkLst>
            <pc:docMk/>
            <pc:sldMk cId="539118952" sldId="532"/>
            <ac:picMk id="8" creationId="{11739870-DECE-3C69-3D12-A52526F6784C}"/>
          </ac:picMkLst>
        </pc:picChg>
      </pc:sldChg>
      <pc:sldChg chg="addSp modSp mod">
        <pc:chgData name="Katy Kenny" userId="1ba59bd1-a020-440f-90f0-7bbf1878ddab" providerId="ADAL" clId="{38C6BB71-B616-44BB-B99F-C18FCF4D6B3F}" dt="2025-04-02T20:56:27.852" v="947" actId="13244"/>
        <pc:sldMkLst>
          <pc:docMk/>
          <pc:sldMk cId="643136359" sldId="533"/>
        </pc:sldMkLst>
        <pc:spChg chg="add mod ord">
          <ac:chgData name="Katy Kenny" userId="1ba59bd1-a020-440f-90f0-7bbf1878ddab" providerId="ADAL" clId="{38C6BB71-B616-44BB-B99F-C18FCF4D6B3F}" dt="2025-04-02T20:56:27.852" v="947" actId="13244"/>
          <ac:spMkLst>
            <pc:docMk/>
            <pc:sldMk cId="643136359" sldId="533"/>
            <ac:spMk id="2" creationId="{B1ADAB87-26BB-4DE3-C737-79C48F890C13}"/>
          </ac:spMkLst>
        </pc:spChg>
        <pc:spChg chg="mod">
          <ac:chgData name="Katy Kenny" userId="1ba59bd1-a020-440f-90f0-7bbf1878ddab" providerId="ADAL" clId="{38C6BB71-B616-44BB-B99F-C18FCF4D6B3F}" dt="2025-04-02T18:45:25.422" v="0"/>
          <ac:spMkLst>
            <pc:docMk/>
            <pc:sldMk cId="643136359" sldId="533"/>
            <ac:spMk id="3" creationId="{B6AA9639-7EEA-D438-F64F-C7723D93E9A4}"/>
          </ac:spMkLst>
        </pc:spChg>
        <pc:picChg chg="mod">
          <ac:chgData name="Katy Kenny" userId="1ba59bd1-a020-440f-90f0-7bbf1878ddab" providerId="ADAL" clId="{38C6BB71-B616-44BB-B99F-C18FCF4D6B3F}" dt="2025-04-02T18:46:34.577" v="16" actId="962"/>
          <ac:picMkLst>
            <pc:docMk/>
            <pc:sldMk cId="643136359" sldId="533"/>
            <ac:picMk id="30" creationId="{9963BE15-F96C-72C5-5E47-0F1478377168}"/>
          </ac:picMkLst>
        </pc:picChg>
      </pc:sldChg>
      <pc:sldChg chg="addSp modSp mod">
        <pc:chgData name="Katy Kenny" userId="1ba59bd1-a020-440f-90f0-7bbf1878ddab" providerId="ADAL" clId="{38C6BB71-B616-44BB-B99F-C18FCF4D6B3F}" dt="2025-04-02T20:56:32.560" v="948" actId="13244"/>
        <pc:sldMkLst>
          <pc:docMk/>
          <pc:sldMk cId="334053188" sldId="534"/>
        </pc:sldMkLst>
        <pc:spChg chg="add mod ord">
          <ac:chgData name="Katy Kenny" userId="1ba59bd1-a020-440f-90f0-7bbf1878ddab" providerId="ADAL" clId="{38C6BB71-B616-44BB-B99F-C18FCF4D6B3F}" dt="2025-04-02T20:56:32.560" v="948" actId="13244"/>
          <ac:spMkLst>
            <pc:docMk/>
            <pc:sldMk cId="334053188" sldId="534"/>
            <ac:spMk id="2" creationId="{2ABD6BBC-3E8D-68F3-DAC8-DD5BA5D21D7E}"/>
          </ac:spMkLst>
        </pc:spChg>
        <pc:spChg chg="mod">
          <ac:chgData name="Katy Kenny" userId="1ba59bd1-a020-440f-90f0-7bbf1878ddab" providerId="ADAL" clId="{38C6BB71-B616-44BB-B99F-C18FCF4D6B3F}" dt="2025-04-02T18:45:25.422" v="0"/>
          <ac:spMkLst>
            <pc:docMk/>
            <pc:sldMk cId="334053188" sldId="534"/>
            <ac:spMk id="3" creationId="{B6AA9639-7EEA-D438-F64F-C7723D93E9A4}"/>
          </ac:spMkLst>
        </pc:spChg>
      </pc:sldChg>
      <pc:sldChg chg="modSp mod">
        <pc:chgData name="Katy Kenny" userId="1ba59bd1-a020-440f-90f0-7bbf1878ddab" providerId="ADAL" clId="{38C6BB71-B616-44BB-B99F-C18FCF4D6B3F}" dt="2025-04-02T18:46:34.607" v="20" actId="962"/>
        <pc:sldMkLst>
          <pc:docMk/>
          <pc:sldMk cId="614553457" sldId="540"/>
        </pc:sldMkLst>
        <pc:spChg chg="mod">
          <ac:chgData name="Katy Kenny" userId="1ba59bd1-a020-440f-90f0-7bbf1878ddab" providerId="ADAL" clId="{38C6BB71-B616-44BB-B99F-C18FCF4D6B3F}" dt="2025-04-02T18:45:25.422" v="0"/>
          <ac:spMkLst>
            <pc:docMk/>
            <pc:sldMk cId="614553457" sldId="540"/>
            <ac:spMk id="3" creationId="{F492014E-2494-D0CE-E189-1F0937AC3412}"/>
          </ac:spMkLst>
        </pc:spChg>
        <pc:picChg chg="mod">
          <ac:chgData name="Katy Kenny" userId="1ba59bd1-a020-440f-90f0-7bbf1878ddab" providerId="ADAL" clId="{38C6BB71-B616-44BB-B99F-C18FCF4D6B3F}" dt="2025-04-02T18:46:34.607" v="20" actId="962"/>
          <ac:picMkLst>
            <pc:docMk/>
            <pc:sldMk cId="614553457" sldId="540"/>
            <ac:picMk id="11" creationId="{C8FFDAF0-CBC4-FAB0-6FC1-CAE40A376B27}"/>
          </ac:picMkLst>
        </pc:picChg>
      </pc:sldChg>
      <pc:sldChg chg="modSp mod">
        <pc:chgData name="Katy Kenny" userId="1ba59bd1-a020-440f-90f0-7bbf1878ddab" providerId="ADAL" clId="{38C6BB71-B616-44BB-B99F-C18FCF4D6B3F}" dt="2025-04-02T20:17:33.354" v="883" actId="20577"/>
        <pc:sldMkLst>
          <pc:docMk/>
          <pc:sldMk cId="1992709184" sldId="541"/>
        </pc:sldMkLst>
        <pc:spChg chg="mod">
          <ac:chgData name="Katy Kenny" userId="1ba59bd1-a020-440f-90f0-7bbf1878ddab" providerId="ADAL" clId="{38C6BB71-B616-44BB-B99F-C18FCF4D6B3F}" dt="2025-04-02T18:45:25.422" v="0"/>
          <ac:spMkLst>
            <pc:docMk/>
            <pc:sldMk cId="1992709184" sldId="541"/>
            <ac:spMk id="3" creationId="{F492014E-2494-D0CE-E189-1F0937AC3412}"/>
          </ac:spMkLst>
        </pc:spChg>
        <pc:spChg chg="mod">
          <ac:chgData name="Katy Kenny" userId="1ba59bd1-a020-440f-90f0-7bbf1878ddab" providerId="ADAL" clId="{38C6BB71-B616-44BB-B99F-C18FCF4D6B3F}" dt="2025-04-02T20:17:33.354" v="883" actId="20577"/>
          <ac:spMkLst>
            <pc:docMk/>
            <pc:sldMk cId="1992709184" sldId="541"/>
            <ac:spMk id="5" creationId="{F9D0C789-FA15-8718-7772-0A453DBAB86D}"/>
          </ac:spMkLst>
        </pc:spChg>
      </pc:sldChg>
      <pc:sldChg chg="addSp modSp mod">
        <pc:chgData name="Katy Kenny" userId="1ba59bd1-a020-440f-90f0-7bbf1878ddab" providerId="ADAL" clId="{38C6BB71-B616-44BB-B99F-C18FCF4D6B3F}" dt="2025-04-02T20:56:34.914" v="949" actId="13244"/>
        <pc:sldMkLst>
          <pc:docMk/>
          <pc:sldMk cId="3204590030" sldId="542"/>
        </pc:sldMkLst>
        <pc:spChg chg="mod">
          <ac:chgData name="Katy Kenny" userId="1ba59bd1-a020-440f-90f0-7bbf1878ddab" providerId="ADAL" clId="{38C6BB71-B616-44BB-B99F-C18FCF4D6B3F}" dt="2025-04-02T18:45:25.422" v="0"/>
          <ac:spMkLst>
            <pc:docMk/>
            <pc:sldMk cId="3204590030" sldId="542"/>
            <ac:spMk id="2" creationId="{B06BF660-F434-AB9A-018A-ED1AF762726D}"/>
          </ac:spMkLst>
        </pc:spChg>
        <pc:spChg chg="add mod ord">
          <ac:chgData name="Katy Kenny" userId="1ba59bd1-a020-440f-90f0-7bbf1878ddab" providerId="ADAL" clId="{38C6BB71-B616-44BB-B99F-C18FCF4D6B3F}" dt="2025-04-02T20:56:34.914" v="949" actId="13244"/>
          <ac:spMkLst>
            <pc:docMk/>
            <pc:sldMk cId="3204590030" sldId="542"/>
            <ac:spMk id="5" creationId="{EE7F54DA-1822-D344-B99C-08037BA324C5}"/>
          </ac:spMkLst>
        </pc:spChg>
      </pc:sldChg>
      <pc:sldChg chg="addSp modSp mod">
        <pc:chgData name="Katy Kenny" userId="1ba59bd1-a020-440f-90f0-7bbf1878ddab" providerId="ADAL" clId="{38C6BB71-B616-44BB-B99F-C18FCF4D6B3F}" dt="2025-04-02T20:56:25.337" v="946" actId="13244"/>
        <pc:sldMkLst>
          <pc:docMk/>
          <pc:sldMk cId="2024525115" sldId="543"/>
        </pc:sldMkLst>
        <pc:spChg chg="add mod ord">
          <ac:chgData name="Katy Kenny" userId="1ba59bd1-a020-440f-90f0-7bbf1878ddab" providerId="ADAL" clId="{38C6BB71-B616-44BB-B99F-C18FCF4D6B3F}" dt="2025-04-02T20:56:25.337" v="946" actId="13244"/>
          <ac:spMkLst>
            <pc:docMk/>
            <pc:sldMk cId="2024525115" sldId="543"/>
            <ac:spMk id="2" creationId="{A6DE0F6D-68B7-8DB8-733B-18ACDF74A911}"/>
          </ac:spMkLst>
        </pc:spChg>
        <pc:spChg chg="mod">
          <ac:chgData name="Katy Kenny" userId="1ba59bd1-a020-440f-90f0-7bbf1878ddab" providerId="ADAL" clId="{38C6BB71-B616-44BB-B99F-C18FCF4D6B3F}" dt="2025-04-02T18:45:25.422" v="0"/>
          <ac:spMkLst>
            <pc:docMk/>
            <pc:sldMk cId="2024525115" sldId="543"/>
            <ac:spMk id="3" creationId="{45C14AA2-1023-F410-7B0E-F2C4BA4E8CF6}"/>
          </ac:spMkLst>
        </pc:spChg>
      </pc:sldChg>
      <pc:sldChg chg="modSp">
        <pc:chgData name="Katy Kenny" userId="1ba59bd1-a020-440f-90f0-7bbf1878ddab" providerId="ADAL" clId="{38C6BB71-B616-44BB-B99F-C18FCF4D6B3F}" dt="2025-04-02T18:45:25.422" v="0"/>
        <pc:sldMkLst>
          <pc:docMk/>
          <pc:sldMk cId="1184050480" sldId="544"/>
        </pc:sldMkLst>
        <pc:spChg chg="mod">
          <ac:chgData name="Katy Kenny" userId="1ba59bd1-a020-440f-90f0-7bbf1878ddab" providerId="ADAL" clId="{38C6BB71-B616-44BB-B99F-C18FCF4D6B3F}" dt="2025-04-02T18:45:25.422" v="0"/>
          <ac:spMkLst>
            <pc:docMk/>
            <pc:sldMk cId="1184050480" sldId="544"/>
            <ac:spMk id="3" creationId="{24692499-5929-7F3E-0F94-C8E1E70179FC}"/>
          </ac:spMkLst>
        </pc:spChg>
      </pc:sldChg>
      <pc:sldChg chg="modSp">
        <pc:chgData name="Katy Kenny" userId="1ba59bd1-a020-440f-90f0-7bbf1878ddab" providerId="ADAL" clId="{38C6BB71-B616-44BB-B99F-C18FCF4D6B3F}" dt="2025-04-02T18:45:25.422" v="0"/>
        <pc:sldMkLst>
          <pc:docMk/>
          <pc:sldMk cId="3537751689" sldId="545"/>
        </pc:sldMkLst>
        <pc:spChg chg="mod">
          <ac:chgData name="Katy Kenny" userId="1ba59bd1-a020-440f-90f0-7bbf1878ddab" providerId="ADAL" clId="{38C6BB71-B616-44BB-B99F-C18FCF4D6B3F}" dt="2025-04-02T18:45:25.422" v="0"/>
          <ac:spMkLst>
            <pc:docMk/>
            <pc:sldMk cId="3537751689" sldId="545"/>
            <ac:spMk id="3" creationId="{24692499-5929-7F3E-0F94-C8E1E70179FC}"/>
          </ac:spMkLst>
        </pc:spChg>
      </pc:sldChg>
      <pc:sldChg chg="modSp">
        <pc:chgData name="Katy Kenny" userId="1ba59bd1-a020-440f-90f0-7bbf1878ddab" providerId="ADAL" clId="{38C6BB71-B616-44BB-B99F-C18FCF4D6B3F}" dt="2025-04-02T18:45:25.422" v="0"/>
        <pc:sldMkLst>
          <pc:docMk/>
          <pc:sldMk cId="3422758583" sldId="546"/>
        </pc:sldMkLst>
        <pc:spChg chg="mod">
          <ac:chgData name="Katy Kenny" userId="1ba59bd1-a020-440f-90f0-7bbf1878ddab" providerId="ADAL" clId="{38C6BB71-B616-44BB-B99F-C18FCF4D6B3F}" dt="2025-04-02T18:45:25.422" v="0"/>
          <ac:spMkLst>
            <pc:docMk/>
            <pc:sldMk cId="3422758583" sldId="546"/>
            <ac:spMk id="3" creationId="{45C14AA2-1023-F410-7B0E-F2C4BA4E8CF6}"/>
          </ac:spMkLst>
        </pc:spChg>
      </pc:sldChg>
      <pc:sldChg chg="modSp mod">
        <pc:chgData name="Katy Kenny" userId="1ba59bd1-a020-440f-90f0-7bbf1878ddab" providerId="ADAL" clId="{38C6BB71-B616-44BB-B99F-C18FCF4D6B3F}" dt="2025-04-02T18:46:23.325" v="2" actId="962"/>
        <pc:sldMkLst>
          <pc:docMk/>
          <pc:sldMk cId="4152269351" sldId="547"/>
        </pc:sldMkLst>
        <pc:spChg chg="mod">
          <ac:chgData name="Katy Kenny" userId="1ba59bd1-a020-440f-90f0-7bbf1878ddab" providerId="ADAL" clId="{38C6BB71-B616-44BB-B99F-C18FCF4D6B3F}" dt="2025-04-02T18:45:25.422" v="0"/>
          <ac:spMkLst>
            <pc:docMk/>
            <pc:sldMk cId="4152269351" sldId="547"/>
            <ac:spMk id="2" creationId="{91A06146-10B1-B195-C568-207408956103}"/>
          </ac:spMkLst>
        </pc:spChg>
        <pc:picChg chg="mod">
          <ac:chgData name="Katy Kenny" userId="1ba59bd1-a020-440f-90f0-7bbf1878ddab" providerId="ADAL" clId="{38C6BB71-B616-44BB-B99F-C18FCF4D6B3F}" dt="2025-04-02T18:46:23.325" v="2" actId="962"/>
          <ac:picMkLst>
            <pc:docMk/>
            <pc:sldMk cId="4152269351" sldId="547"/>
            <ac:picMk id="34" creationId="{3D2936C2-BDA8-3FCD-5B84-D9BC3358494E}"/>
          </ac:picMkLst>
        </pc:picChg>
      </pc:sldChg>
      <pc:sldChg chg="modSp mod">
        <pc:chgData name="Katy Kenny" userId="1ba59bd1-a020-440f-90f0-7bbf1878ddab" providerId="ADAL" clId="{38C6BB71-B616-44BB-B99F-C18FCF4D6B3F}" dt="2025-04-02T18:46:34.512" v="8" actId="962"/>
        <pc:sldMkLst>
          <pc:docMk/>
          <pc:sldMk cId="1382306527" sldId="548"/>
        </pc:sldMkLst>
        <pc:spChg chg="mod">
          <ac:chgData name="Katy Kenny" userId="1ba59bd1-a020-440f-90f0-7bbf1878ddab" providerId="ADAL" clId="{38C6BB71-B616-44BB-B99F-C18FCF4D6B3F}" dt="2025-04-02T18:45:25.422" v="0"/>
          <ac:spMkLst>
            <pc:docMk/>
            <pc:sldMk cId="1382306527" sldId="548"/>
            <ac:spMk id="2" creationId="{91A06146-10B1-B195-C568-207408956103}"/>
          </ac:spMkLst>
        </pc:spChg>
        <pc:picChg chg="mod">
          <ac:chgData name="Katy Kenny" userId="1ba59bd1-a020-440f-90f0-7bbf1878ddab" providerId="ADAL" clId="{38C6BB71-B616-44BB-B99F-C18FCF4D6B3F}" dt="2025-04-02T18:46:34.496" v="4" actId="962"/>
          <ac:picMkLst>
            <pc:docMk/>
            <pc:sldMk cId="1382306527" sldId="548"/>
            <ac:picMk id="37" creationId="{38591A1A-E2AB-5C22-B131-74C75E14FC75}"/>
          </ac:picMkLst>
        </pc:picChg>
        <pc:picChg chg="mod">
          <ac:chgData name="Katy Kenny" userId="1ba59bd1-a020-440f-90f0-7bbf1878ddab" providerId="ADAL" clId="{38C6BB71-B616-44BB-B99F-C18FCF4D6B3F}" dt="2025-04-02T18:46:34.512" v="8" actId="962"/>
          <ac:picMkLst>
            <pc:docMk/>
            <pc:sldMk cId="1382306527" sldId="548"/>
            <ac:picMk id="40" creationId="{E761FA5C-89C7-1E84-F87B-2CB3E9A4273C}"/>
          </ac:picMkLst>
        </pc:picChg>
        <pc:picChg chg="mod">
          <ac:chgData name="Katy Kenny" userId="1ba59bd1-a020-440f-90f0-7bbf1878ddab" providerId="ADAL" clId="{38C6BB71-B616-44BB-B99F-C18FCF4D6B3F}" dt="2025-04-02T18:46:34.496" v="6" actId="962"/>
          <ac:picMkLst>
            <pc:docMk/>
            <pc:sldMk cId="1382306527" sldId="548"/>
            <ac:picMk id="44" creationId="{A51089EA-4F58-6CDE-1D21-6EC91D7D57ED}"/>
          </ac:picMkLst>
        </pc:picChg>
      </pc:sldChg>
      <pc:sldChg chg="modSp">
        <pc:chgData name="Katy Kenny" userId="1ba59bd1-a020-440f-90f0-7bbf1878ddab" providerId="ADAL" clId="{38C6BB71-B616-44BB-B99F-C18FCF4D6B3F}" dt="2025-04-02T18:45:25.422" v="0"/>
        <pc:sldMkLst>
          <pc:docMk/>
          <pc:sldMk cId="827483625" sldId="549"/>
        </pc:sldMkLst>
        <pc:spChg chg="mod">
          <ac:chgData name="Katy Kenny" userId="1ba59bd1-a020-440f-90f0-7bbf1878ddab" providerId="ADAL" clId="{38C6BB71-B616-44BB-B99F-C18FCF4D6B3F}" dt="2025-04-02T18:45:25.422" v="0"/>
          <ac:spMkLst>
            <pc:docMk/>
            <pc:sldMk cId="827483625" sldId="549"/>
            <ac:spMk id="3" creationId="{FDCD40DF-7ACA-467A-ACF4-1B08E8F41F88}"/>
          </ac:spMkLst>
        </pc:spChg>
      </pc:sldChg>
      <pc:sldChg chg="modSp">
        <pc:chgData name="Katy Kenny" userId="1ba59bd1-a020-440f-90f0-7bbf1878ddab" providerId="ADAL" clId="{38C6BB71-B616-44BB-B99F-C18FCF4D6B3F}" dt="2025-04-02T18:45:25.422" v="0"/>
        <pc:sldMkLst>
          <pc:docMk/>
          <pc:sldMk cId="1207669508" sldId="550"/>
        </pc:sldMkLst>
        <pc:spChg chg="mod">
          <ac:chgData name="Katy Kenny" userId="1ba59bd1-a020-440f-90f0-7bbf1878ddab" providerId="ADAL" clId="{38C6BB71-B616-44BB-B99F-C18FCF4D6B3F}" dt="2025-04-02T18:45:25.422" v="0"/>
          <ac:spMkLst>
            <pc:docMk/>
            <pc:sldMk cId="1207669508" sldId="550"/>
            <ac:spMk id="3" creationId="{FDCD40DF-7ACA-467A-ACF4-1B08E8F41F88}"/>
          </ac:spMkLst>
        </pc:spChg>
      </pc:sldChg>
      <pc:sldChg chg="modSp mod">
        <pc:chgData name="Katy Kenny" userId="1ba59bd1-a020-440f-90f0-7bbf1878ddab" providerId="ADAL" clId="{38C6BB71-B616-44BB-B99F-C18FCF4D6B3F}" dt="2025-04-02T20:18:12.750" v="908" actId="20577"/>
        <pc:sldMkLst>
          <pc:docMk/>
          <pc:sldMk cId="1716702949" sldId="552"/>
        </pc:sldMkLst>
        <pc:spChg chg="mod">
          <ac:chgData name="Katy Kenny" userId="1ba59bd1-a020-440f-90f0-7bbf1878ddab" providerId="ADAL" clId="{38C6BB71-B616-44BB-B99F-C18FCF4D6B3F}" dt="2025-04-02T18:45:25.422" v="0"/>
          <ac:spMkLst>
            <pc:docMk/>
            <pc:sldMk cId="1716702949" sldId="552"/>
            <ac:spMk id="3" creationId="{2BF7DC75-7B8E-C72F-CF64-D277DAB47A5C}"/>
          </ac:spMkLst>
        </pc:spChg>
        <pc:spChg chg="mod">
          <ac:chgData name="Katy Kenny" userId="1ba59bd1-a020-440f-90f0-7bbf1878ddab" providerId="ADAL" clId="{38C6BB71-B616-44BB-B99F-C18FCF4D6B3F}" dt="2025-04-02T20:18:12.750" v="908" actId="20577"/>
          <ac:spMkLst>
            <pc:docMk/>
            <pc:sldMk cId="1716702949" sldId="552"/>
            <ac:spMk id="6" creationId="{9390F45C-9589-58E4-BA4D-85F568B7086E}"/>
          </ac:spMkLst>
        </pc:spChg>
        <pc:picChg chg="mod">
          <ac:chgData name="Katy Kenny" userId="1ba59bd1-a020-440f-90f0-7bbf1878ddab" providerId="ADAL" clId="{38C6BB71-B616-44BB-B99F-C18FCF4D6B3F}" dt="2025-04-02T18:46:34.677" v="26" actId="962"/>
          <ac:picMkLst>
            <pc:docMk/>
            <pc:sldMk cId="1716702949" sldId="552"/>
            <ac:picMk id="8" creationId="{262AE4D1-5D98-94F5-1D52-3DB243AC5490}"/>
          </ac:picMkLst>
        </pc:picChg>
      </pc:sldChg>
      <pc:sldChg chg="modSp mod">
        <pc:chgData name="Katy Kenny" userId="1ba59bd1-a020-440f-90f0-7bbf1878ddab" providerId="ADAL" clId="{38C6BB71-B616-44BB-B99F-C18FCF4D6B3F}" dt="2025-04-02T20:18:22.179" v="911" actId="20577"/>
        <pc:sldMkLst>
          <pc:docMk/>
          <pc:sldMk cId="2033541431" sldId="553"/>
        </pc:sldMkLst>
        <pc:spChg chg="mod">
          <ac:chgData name="Katy Kenny" userId="1ba59bd1-a020-440f-90f0-7bbf1878ddab" providerId="ADAL" clId="{38C6BB71-B616-44BB-B99F-C18FCF4D6B3F}" dt="2025-04-02T18:45:25.422" v="0"/>
          <ac:spMkLst>
            <pc:docMk/>
            <pc:sldMk cId="2033541431" sldId="553"/>
            <ac:spMk id="3" creationId="{2BF7DC75-7B8E-C72F-CF64-D277DAB47A5C}"/>
          </ac:spMkLst>
        </pc:spChg>
        <pc:spChg chg="mod">
          <ac:chgData name="Katy Kenny" userId="1ba59bd1-a020-440f-90f0-7bbf1878ddab" providerId="ADAL" clId="{38C6BB71-B616-44BB-B99F-C18FCF4D6B3F}" dt="2025-04-02T20:18:22.179" v="911" actId="20577"/>
          <ac:spMkLst>
            <pc:docMk/>
            <pc:sldMk cId="2033541431" sldId="553"/>
            <ac:spMk id="6" creationId="{9390F45C-9589-58E4-BA4D-85F568B7086E}"/>
          </ac:spMkLst>
        </pc:spChg>
      </pc:sldChg>
      <pc:sldChg chg="modSp mod">
        <pc:chgData name="Katy Kenny" userId="1ba59bd1-a020-440f-90f0-7bbf1878ddab" providerId="ADAL" clId="{38C6BB71-B616-44BB-B99F-C18FCF4D6B3F}" dt="2025-04-02T20:18:26.056" v="913" actId="20577"/>
        <pc:sldMkLst>
          <pc:docMk/>
          <pc:sldMk cId="3701462044" sldId="554"/>
        </pc:sldMkLst>
        <pc:spChg chg="mod">
          <ac:chgData name="Katy Kenny" userId="1ba59bd1-a020-440f-90f0-7bbf1878ddab" providerId="ADAL" clId="{38C6BB71-B616-44BB-B99F-C18FCF4D6B3F}" dt="2025-04-02T18:45:25.422" v="0"/>
          <ac:spMkLst>
            <pc:docMk/>
            <pc:sldMk cId="3701462044" sldId="554"/>
            <ac:spMk id="3" creationId="{2BF7DC75-7B8E-C72F-CF64-D277DAB47A5C}"/>
          </ac:spMkLst>
        </pc:spChg>
        <pc:spChg chg="mod">
          <ac:chgData name="Katy Kenny" userId="1ba59bd1-a020-440f-90f0-7bbf1878ddab" providerId="ADAL" clId="{38C6BB71-B616-44BB-B99F-C18FCF4D6B3F}" dt="2025-04-02T20:18:26.056" v="913" actId="20577"/>
          <ac:spMkLst>
            <pc:docMk/>
            <pc:sldMk cId="3701462044" sldId="554"/>
            <ac:spMk id="6" creationId="{9390F45C-9589-58E4-BA4D-85F568B7086E}"/>
          </ac:spMkLst>
        </pc:spChg>
      </pc:sldChg>
      <pc:sldChg chg="modSp mod">
        <pc:chgData name="Katy Kenny" userId="1ba59bd1-a020-440f-90f0-7bbf1878ddab" providerId="ADAL" clId="{38C6BB71-B616-44BB-B99F-C18FCF4D6B3F}" dt="2025-04-02T20:18:29.898" v="915" actId="20577"/>
        <pc:sldMkLst>
          <pc:docMk/>
          <pc:sldMk cId="1871310247" sldId="555"/>
        </pc:sldMkLst>
        <pc:spChg chg="mod">
          <ac:chgData name="Katy Kenny" userId="1ba59bd1-a020-440f-90f0-7bbf1878ddab" providerId="ADAL" clId="{38C6BB71-B616-44BB-B99F-C18FCF4D6B3F}" dt="2025-04-02T18:45:25.422" v="0"/>
          <ac:spMkLst>
            <pc:docMk/>
            <pc:sldMk cId="1871310247" sldId="555"/>
            <ac:spMk id="3" creationId="{2BF7DC75-7B8E-C72F-CF64-D277DAB47A5C}"/>
          </ac:spMkLst>
        </pc:spChg>
        <pc:spChg chg="mod">
          <ac:chgData name="Katy Kenny" userId="1ba59bd1-a020-440f-90f0-7bbf1878ddab" providerId="ADAL" clId="{38C6BB71-B616-44BB-B99F-C18FCF4D6B3F}" dt="2025-04-02T20:18:29.898" v="915" actId="20577"/>
          <ac:spMkLst>
            <pc:docMk/>
            <pc:sldMk cId="1871310247" sldId="555"/>
            <ac:spMk id="6" creationId="{9390F45C-9589-58E4-BA4D-85F568B7086E}"/>
          </ac:spMkLst>
        </pc:spChg>
      </pc:sldChg>
      <pc:sldChg chg="modSp mod">
        <pc:chgData name="Katy Kenny" userId="1ba59bd1-a020-440f-90f0-7bbf1878ddab" providerId="ADAL" clId="{38C6BB71-B616-44BB-B99F-C18FCF4D6B3F}" dt="2025-04-02T20:18:33.843" v="917" actId="20577"/>
        <pc:sldMkLst>
          <pc:docMk/>
          <pc:sldMk cId="2726869961" sldId="556"/>
        </pc:sldMkLst>
        <pc:spChg chg="mod">
          <ac:chgData name="Katy Kenny" userId="1ba59bd1-a020-440f-90f0-7bbf1878ddab" providerId="ADAL" clId="{38C6BB71-B616-44BB-B99F-C18FCF4D6B3F}" dt="2025-04-02T18:45:25.422" v="0"/>
          <ac:spMkLst>
            <pc:docMk/>
            <pc:sldMk cId="2726869961" sldId="556"/>
            <ac:spMk id="3" creationId="{2BF7DC75-7B8E-C72F-CF64-D277DAB47A5C}"/>
          </ac:spMkLst>
        </pc:spChg>
        <pc:spChg chg="mod">
          <ac:chgData name="Katy Kenny" userId="1ba59bd1-a020-440f-90f0-7bbf1878ddab" providerId="ADAL" clId="{38C6BB71-B616-44BB-B99F-C18FCF4D6B3F}" dt="2025-04-02T20:18:33.843" v="917" actId="20577"/>
          <ac:spMkLst>
            <pc:docMk/>
            <pc:sldMk cId="2726869961" sldId="556"/>
            <ac:spMk id="6" creationId="{9390F45C-9589-58E4-BA4D-85F568B7086E}"/>
          </ac:spMkLst>
        </pc:spChg>
      </pc:sldChg>
      <pc:sldChg chg="modSp mod">
        <pc:chgData name="Katy Kenny" userId="1ba59bd1-a020-440f-90f0-7bbf1878ddab" providerId="ADAL" clId="{38C6BB71-B616-44BB-B99F-C18FCF4D6B3F}" dt="2025-04-02T20:18:39.204" v="919" actId="20577"/>
        <pc:sldMkLst>
          <pc:docMk/>
          <pc:sldMk cId="954754443" sldId="557"/>
        </pc:sldMkLst>
        <pc:spChg chg="mod">
          <ac:chgData name="Katy Kenny" userId="1ba59bd1-a020-440f-90f0-7bbf1878ddab" providerId="ADAL" clId="{38C6BB71-B616-44BB-B99F-C18FCF4D6B3F}" dt="2025-04-02T18:45:25.422" v="0"/>
          <ac:spMkLst>
            <pc:docMk/>
            <pc:sldMk cId="954754443" sldId="557"/>
            <ac:spMk id="3" creationId="{2BF7DC75-7B8E-C72F-CF64-D277DAB47A5C}"/>
          </ac:spMkLst>
        </pc:spChg>
        <pc:spChg chg="mod">
          <ac:chgData name="Katy Kenny" userId="1ba59bd1-a020-440f-90f0-7bbf1878ddab" providerId="ADAL" clId="{38C6BB71-B616-44BB-B99F-C18FCF4D6B3F}" dt="2025-04-02T20:18:39.204" v="919" actId="20577"/>
          <ac:spMkLst>
            <pc:docMk/>
            <pc:sldMk cId="954754443" sldId="557"/>
            <ac:spMk id="6" creationId="{9390F45C-9589-58E4-BA4D-85F568B7086E}"/>
          </ac:spMkLst>
        </pc:spChg>
      </pc:sldChg>
      <pc:sldChg chg="modSp mod">
        <pc:chgData name="Katy Kenny" userId="1ba59bd1-a020-440f-90f0-7bbf1878ddab" providerId="ADAL" clId="{38C6BB71-B616-44BB-B99F-C18FCF4D6B3F}" dt="2025-04-02T18:46:34.623" v="22" actId="962"/>
        <pc:sldMkLst>
          <pc:docMk/>
          <pc:sldMk cId="2906057292" sldId="558"/>
        </pc:sldMkLst>
        <pc:spChg chg="mod">
          <ac:chgData name="Katy Kenny" userId="1ba59bd1-a020-440f-90f0-7bbf1878ddab" providerId="ADAL" clId="{38C6BB71-B616-44BB-B99F-C18FCF4D6B3F}" dt="2025-04-02T18:45:25.422" v="0"/>
          <ac:spMkLst>
            <pc:docMk/>
            <pc:sldMk cId="2906057292" sldId="558"/>
            <ac:spMk id="3" creationId="{2BF7DC75-7B8E-C72F-CF64-D277DAB47A5C}"/>
          </ac:spMkLst>
        </pc:spChg>
        <pc:picChg chg="mod">
          <ac:chgData name="Katy Kenny" userId="1ba59bd1-a020-440f-90f0-7bbf1878ddab" providerId="ADAL" clId="{38C6BB71-B616-44BB-B99F-C18FCF4D6B3F}" dt="2025-04-02T18:46:34.623" v="22" actId="962"/>
          <ac:picMkLst>
            <pc:docMk/>
            <pc:sldMk cId="2906057292" sldId="558"/>
            <ac:picMk id="34" creationId="{2FA8C0B5-D5B9-8D0E-5093-EB7B0760D014}"/>
          </ac:picMkLst>
        </pc:picChg>
      </pc:sldChg>
      <pc:sldChg chg="modSp mod">
        <pc:chgData name="Katy Kenny" userId="1ba59bd1-a020-440f-90f0-7bbf1878ddab" providerId="ADAL" clId="{38C6BB71-B616-44BB-B99F-C18FCF4D6B3F}" dt="2025-04-02T20:17:57.089" v="897" actId="20577"/>
        <pc:sldMkLst>
          <pc:docMk/>
          <pc:sldMk cId="2366489046" sldId="559"/>
        </pc:sldMkLst>
        <pc:spChg chg="mod">
          <ac:chgData name="Katy Kenny" userId="1ba59bd1-a020-440f-90f0-7bbf1878ddab" providerId="ADAL" clId="{38C6BB71-B616-44BB-B99F-C18FCF4D6B3F}" dt="2025-04-02T18:45:25.422" v="0"/>
          <ac:spMkLst>
            <pc:docMk/>
            <pc:sldMk cId="2366489046" sldId="559"/>
            <ac:spMk id="3" creationId="{2BF7DC75-7B8E-C72F-CF64-D277DAB47A5C}"/>
          </ac:spMkLst>
        </pc:spChg>
        <pc:spChg chg="mod">
          <ac:chgData name="Katy Kenny" userId="1ba59bd1-a020-440f-90f0-7bbf1878ddab" providerId="ADAL" clId="{38C6BB71-B616-44BB-B99F-C18FCF4D6B3F}" dt="2025-04-02T20:17:57.089" v="897" actId="20577"/>
          <ac:spMkLst>
            <pc:docMk/>
            <pc:sldMk cId="2366489046" sldId="559"/>
            <ac:spMk id="6" creationId="{9390F45C-9589-58E4-BA4D-85F568B7086E}"/>
          </ac:spMkLst>
        </pc:spChg>
        <pc:picChg chg="mod">
          <ac:chgData name="Katy Kenny" userId="1ba59bd1-a020-440f-90f0-7bbf1878ddab" providerId="ADAL" clId="{38C6BB71-B616-44BB-B99F-C18FCF4D6B3F}" dt="2025-04-02T18:46:34.654" v="24" actId="962"/>
          <ac:picMkLst>
            <pc:docMk/>
            <pc:sldMk cId="2366489046" sldId="559"/>
            <ac:picMk id="101" creationId="{215041F5-8506-D480-60FF-C7E5E7C7346D}"/>
          </ac:picMkLst>
        </pc:picChg>
      </pc:sldChg>
      <pc:sldChg chg="modSp">
        <pc:chgData name="Katy Kenny" userId="1ba59bd1-a020-440f-90f0-7bbf1878ddab" providerId="ADAL" clId="{38C6BB71-B616-44BB-B99F-C18FCF4D6B3F}" dt="2025-04-02T18:45:25.422" v="0"/>
        <pc:sldMkLst>
          <pc:docMk/>
          <pc:sldMk cId="4068313533" sldId="560"/>
        </pc:sldMkLst>
        <pc:spChg chg="mod">
          <ac:chgData name="Katy Kenny" userId="1ba59bd1-a020-440f-90f0-7bbf1878ddab" providerId="ADAL" clId="{38C6BB71-B616-44BB-B99F-C18FCF4D6B3F}" dt="2025-04-02T18:45:25.422" v="0"/>
          <ac:spMkLst>
            <pc:docMk/>
            <pc:sldMk cId="4068313533" sldId="560"/>
            <ac:spMk id="2" creationId="{1200CC0C-6AF8-C2C4-DEC3-6654E0D54DDC}"/>
          </ac:spMkLst>
        </pc:spChg>
      </pc:sldChg>
      <pc:sldChg chg="modSp">
        <pc:chgData name="Katy Kenny" userId="1ba59bd1-a020-440f-90f0-7bbf1878ddab" providerId="ADAL" clId="{38C6BB71-B616-44BB-B99F-C18FCF4D6B3F}" dt="2025-04-02T18:45:25.422" v="0"/>
        <pc:sldMkLst>
          <pc:docMk/>
          <pc:sldMk cId="1898986891" sldId="561"/>
        </pc:sldMkLst>
        <pc:spChg chg="mod">
          <ac:chgData name="Katy Kenny" userId="1ba59bd1-a020-440f-90f0-7bbf1878ddab" providerId="ADAL" clId="{38C6BB71-B616-44BB-B99F-C18FCF4D6B3F}" dt="2025-04-02T18:45:25.422" v="0"/>
          <ac:spMkLst>
            <pc:docMk/>
            <pc:sldMk cId="1898986891" sldId="561"/>
            <ac:spMk id="13" creationId="{A06DB1F5-4A28-2FC3-E571-4ECF214CF4B3}"/>
          </ac:spMkLst>
        </pc:spChg>
      </pc:sldChg>
      <pc:sldChg chg="addSp modSp mod">
        <pc:chgData name="Katy Kenny" userId="1ba59bd1-a020-440f-90f0-7bbf1878ddab" providerId="ADAL" clId="{38C6BB71-B616-44BB-B99F-C18FCF4D6B3F}" dt="2025-04-02T20:54:59.106" v="934" actId="20577"/>
        <pc:sldMkLst>
          <pc:docMk/>
          <pc:sldMk cId="1976176536" sldId="563"/>
        </pc:sldMkLst>
        <pc:spChg chg="add mod ord">
          <ac:chgData name="Katy Kenny" userId="1ba59bd1-a020-440f-90f0-7bbf1878ddab" providerId="ADAL" clId="{38C6BB71-B616-44BB-B99F-C18FCF4D6B3F}" dt="2025-04-02T20:54:59.106" v="934" actId="20577"/>
          <ac:spMkLst>
            <pc:docMk/>
            <pc:sldMk cId="1976176536" sldId="563"/>
            <ac:spMk id="2" creationId="{D5FF9011-0C0A-D98F-B259-822A323ADE86}"/>
          </ac:spMkLst>
        </pc:spChg>
        <pc:spChg chg="mod">
          <ac:chgData name="Katy Kenny" userId="1ba59bd1-a020-440f-90f0-7bbf1878ddab" providerId="ADAL" clId="{38C6BB71-B616-44BB-B99F-C18FCF4D6B3F}" dt="2025-04-02T18:45:25.422" v="0"/>
          <ac:spMkLst>
            <pc:docMk/>
            <pc:sldMk cId="1976176536" sldId="563"/>
            <ac:spMk id="3" creationId="{EFAC10AB-6888-B847-B9C8-E4A588101D96}"/>
          </ac:spMkLst>
        </pc:spChg>
      </pc:sldChg>
      <pc:sldChg chg="addSp modSp mod">
        <pc:chgData name="Katy Kenny" userId="1ba59bd1-a020-440f-90f0-7bbf1878ddab" providerId="ADAL" clId="{38C6BB71-B616-44BB-B99F-C18FCF4D6B3F}" dt="2025-04-02T20:55:21.185" v="937" actId="13244"/>
        <pc:sldMkLst>
          <pc:docMk/>
          <pc:sldMk cId="1147553708" sldId="564"/>
        </pc:sldMkLst>
        <pc:spChg chg="add mod ord">
          <ac:chgData name="Katy Kenny" userId="1ba59bd1-a020-440f-90f0-7bbf1878ddab" providerId="ADAL" clId="{38C6BB71-B616-44BB-B99F-C18FCF4D6B3F}" dt="2025-04-02T20:55:21.185" v="937" actId="13244"/>
          <ac:spMkLst>
            <pc:docMk/>
            <pc:sldMk cId="1147553708" sldId="564"/>
            <ac:spMk id="2" creationId="{7247452A-05BA-808F-B079-CFB9A2E65F68}"/>
          </ac:spMkLst>
        </pc:spChg>
        <pc:spChg chg="mod">
          <ac:chgData name="Katy Kenny" userId="1ba59bd1-a020-440f-90f0-7bbf1878ddab" providerId="ADAL" clId="{38C6BB71-B616-44BB-B99F-C18FCF4D6B3F}" dt="2025-04-02T18:45:25.422" v="0"/>
          <ac:spMkLst>
            <pc:docMk/>
            <pc:sldMk cId="1147553708" sldId="564"/>
            <ac:spMk id="3" creationId="{EFAC10AB-6888-B847-B9C8-E4A588101D96}"/>
          </ac:spMkLst>
        </pc:spChg>
      </pc:sldChg>
      <pc:sldChg chg="addSp modSp mod">
        <pc:chgData name="Katy Kenny" userId="1ba59bd1-a020-440f-90f0-7bbf1878ddab" providerId="ADAL" clId="{38C6BB71-B616-44BB-B99F-C18FCF4D6B3F}" dt="2025-04-02T20:55:12.053" v="935" actId="13244"/>
        <pc:sldMkLst>
          <pc:docMk/>
          <pc:sldMk cId="839899934" sldId="565"/>
        </pc:sldMkLst>
        <pc:spChg chg="mod">
          <ac:chgData name="Katy Kenny" userId="1ba59bd1-a020-440f-90f0-7bbf1878ddab" providerId="ADAL" clId="{38C6BB71-B616-44BB-B99F-C18FCF4D6B3F}" dt="2025-04-02T18:45:25.422" v="0"/>
          <ac:spMkLst>
            <pc:docMk/>
            <pc:sldMk cId="839899934" sldId="565"/>
            <ac:spMk id="2" creationId="{EF5D3DEB-626A-AC8B-0A52-7BD9967C6105}"/>
          </ac:spMkLst>
        </pc:spChg>
        <pc:spChg chg="add mod ord">
          <ac:chgData name="Katy Kenny" userId="1ba59bd1-a020-440f-90f0-7bbf1878ddab" providerId="ADAL" clId="{38C6BB71-B616-44BB-B99F-C18FCF4D6B3F}" dt="2025-04-02T20:55:12.053" v="935" actId="13244"/>
          <ac:spMkLst>
            <pc:docMk/>
            <pc:sldMk cId="839899934" sldId="565"/>
            <ac:spMk id="4" creationId="{7847D863-2421-F0D9-2AC2-F28A970AF70D}"/>
          </ac:spMkLst>
        </pc:spChg>
      </pc:sldChg>
      <pc:sldChg chg="addSp modSp mod">
        <pc:chgData name="Katy Kenny" userId="1ba59bd1-a020-440f-90f0-7bbf1878ddab" providerId="ADAL" clId="{38C6BB71-B616-44BB-B99F-C18FCF4D6B3F}" dt="2025-04-02T20:55:15.394" v="936" actId="13244"/>
        <pc:sldMkLst>
          <pc:docMk/>
          <pc:sldMk cId="2859890299" sldId="566"/>
        </pc:sldMkLst>
        <pc:spChg chg="mod">
          <ac:chgData name="Katy Kenny" userId="1ba59bd1-a020-440f-90f0-7bbf1878ddab" providerId="ADAL" clId="{38C6BB71-B616-44BB-B99F-C18FCF4D6B3F}" dt="2025-04-02T18:45:25.422" v="0"/>
          <ac:spMkLst>
            <pc:docMk/>
            <pc:sldMk cId="2859890299" sldId="566"/>
            <ac:spMk id="2" creationId="{EF5D3DEB-626A-AC8B-0A52-7BD9967C6105}"/>
          </ac:spMkLst>
        </pc:spChg>
        <pc:spChg chg="add mod ord">
          <ac:chgData name="Katy Kenny" userId="1ba59bd1-a020-440f-90f0-7bbf1878ddab" providerId="ADAL" clId="{38C6BB71-B616-44BB-B99F-C18FCF4D6B3F}" dt="2025-04-02T20:55:15.394" v="936" actId="13244"/>
          <ac:spMkLst>
            <pc:docMk/>
            <pc:sldMk cId="2859890299" sldId="566"/>
            <ac:spMk id="4" creationId="{4D6174A9-625A-34A6-42B8-2693890C9CF2}"/>
          </ac:spMkLst>
        </pc:spChg>
      </pc:sldChg>
      <pc:sldChg chg="modSp mod">
        <pc:chgData name="Katy Kenny" userId="1ba59bd1-a020-440f-90f0-7bbf1878ddab" providerId="ADAL" clId="{38C6BB71-B616-44BB-B99F-C18FCF4D6B3F}" dt="2025-04-02T20:15:22.377" v="863" actId="20577"/>
        <pc:sldMkLst>
          <pc:docMk/>
          <pc:sldMk cId="775350745" sldId="567"/>
        </pc:sldMkLst>
        <pc:spChg chg="mod">
          <ac:chgData name="Katy Kenny" userId="1ba59bd1-a020-440f-90f0-7bbf1878ddab" providerId="ADAL" clId="{38C6BB71-B616-44BB-B99F-C18FCF4D6B3F}" dt="2025-04-02T18:45:25.422" v="0"/>
          <ac:spMkLst>
            <pc:docMk/>
            <pc:sldMk cId="775350745" sldId="567"/>
            <ac:spMk id="2" creationId="{81833D7E-CBFB-E47A-9386-D893C0C06731}"/>
          </ac:spMkLst>
        </pc:spChg>
        <pc:spChg chg="mod">
          <ac:chgData name="Katy Kenny" userId="1ba59bd1-a020-440f-90f0-7bbf1878ddab" providerId="ADAL" clId="{38C6BB71-B616-44BB-B99F-C18FCF4D6B3F}" dt="2025-04-02T20:15:22.377" v="863" actId="20577"/>
          <ac:spMkLst>
            <pc:docMk/>
            <pc:sldMk cId="775350745" sldId="567"/>
            <ac:spMk id="88" creationId="{3AF76F1C-AB04-F560-4551-D600355CC9A1}"/>
          </ac:spMkLst>
        </pc:spChg>
      </pc:sldChg>
      <pc:sldChg chg="modSp mod">
        <pc:chgData name="Katy Kenny" userId="1ba59bd1-a020-440f-90f0-7bbf1878ddab" providerId="ADAL" clId="{38C6BB71-B616-44BB-B99F-C18FCF4D6B3F}" dt="2025-04-02T20:15:17.453" v="856" actId="20577"/>
        <pc:sldMkLst>
          <pc:docMk/>
          <pc:sldMk cId="2792095379" sldId="568"/>
        </pc:sldMkLst>
        <pc:spChg chg="mod">
          <ac:chgData name="Katy Kenny" userId="1ba59bd1-a020-440f-90f0-7bbf1878ddab" providerId="ADAL" clId="{38C6BB71-B616-44BB-B99F-C18FCF4D6B3F}" dt="2025-04-02T18:45:25.422" v="0"/>
          <ac:spMkLst>
            <pc:docMk/>
            <pc:sldMk cId="2792095379" sldId="568"/>
            <ac:spMk id="2" creationId="{81833D7E-CBFB-E47A-9386-D893C0C06731}"/>
          </ac:spMkLst>
        </pc:spChg>
        <pc:spChg chg="mod">
          <ac:chgData name="Katy Kenny" userId="1ba59bd1-a020-440f-90f0-7bbf1878ddab" providerId="ADAL" clId="{38C6BB71-B616-44BB-B99F-C18FCF4D6B3F}" dt="2025-04-02T20:15:17.453" v="856" actId="20577"/>
          <ac:spMkLst>
            <pc:docMk/>
            <pc:sldMk cId="2792095379" sldId="568"/>
            <ac:spMk id="88" creationId="{3AF76F1C-AB04-F560-4551-D600355CC9A1}"/>
          </ac:spMkLst>
        </pc:spChg>
      </pc:sldChg>
      <pc:sldChg chg="modSp">
        <pc:chgData name="Katy Kenny" userId="1ba59bd1-a020-440f-90f0-7bbf1878ddab" providerId="ADAL" clId="{38C6BB71-B616-44BB-B99F-C18FCF4D6B3F}" dt="2025-04-02T18:45:25.422" v="0"/>
        <pc:sldMkLst>
          <pc:docMk/>
          <pc:sldMk cId="1676839102" sldId="569"/>
        </pc:sldMkLst>
        <pc:spChg chg="mod">
          <ac:chgData name="Katy Kenny" userId="1ba59bd1-a020-440f-90f0-7bbf1878ddab" providerId="ADAL" clId="{38C6BB71-B616-44BB-B99F-C18FCF4D6B3F}" dt="2025-04-02T18:45:25.422" v="0"/>
          <ac:spMkLst>
            <pc:docMk/>
            <pc:sldMk cId="1676839102" sldId="569"/>
            <ac:spMk id="2" creationId="{D8FBD3EC-F6E8-DF23-B4B2-939AC654BDE0}"/>
          </ac:spMkLst>
        </pc:spChg>
      </pc:sldChg>
      <pc:sldChg chg="modSp">
        <pc:chgData name="Katy Kenny" userId="1ba59bd1-a020-440f-90f0-7bbf1878ddab" providerId="ADAL" clId="{38C6BB71-B616-44BB-B99F-C18FCF4D6B3F}" dt="2025-04-02T18:45:25.422" v="0"/>
        <pc:sldMkLst>
          <pc:docMk/>
          <pc:sldMk cId="4243587595" sldId="570"/>
        </pc:sldMkLst>
        <pc:spChg chg="mod">
          <ac:chgData name="Katy Kenny" userId="1ba59bd1-a020-440f-90f0-7bbf1878ddab" providerId="ADAL" clId="{38C6BB71-B616-44BB-B99F-C18FCF4D6B3F}" dt="2025-04-02T18:45:25.422" v="0"/>
          <ac:spMkLst>
            <pc:docMk/>
            <pc:sldMk cId="4243587595" sldId="570"/>
            <ac:spMk id="3" creationId="{CC80A0F7-5C88-398B-3C27-687557AFCD36}"/>
          </ac:spMkLst>
        </pc:spChg>
      </pc:sldChg>
      <pc:sldChg chg="modSp">
        <pc:chgData name="Katy Kenny" userId="1ba59bd1-a020-440f-90f0-7bbf1878ddab" providerId="ADAL" clId="{38C6BB71-B616-44BB-B99F-C18FCF4D6B3F}" dt="2025-04-02T18:45:25.422" v="0"/>
        <pc:sldMkLst>
          <pc:docMk/>
          <pc:sldMk cId="1977613087" sldId="571"/>
        </pc:sldMkLst>
        <pc:spChg chg="mod">
          <ac:chgData name="Katy Kenny" userId="1ba59bd1-a020-440f-90f0-7bbf1878ddab" providerId="ADAL" clId="{38C6BB71-B616-44BB-B99F-C18FCF4D6B3F}" dt="2025-04-02T18:45:25.422" v="0"/>
          <ac:spMkLst>
            <pc:docMk/>
            <pc:sldMk cId="1977613087" sldId="571"/>
            <ac:spMk id="3" creationId="{CC80A0F7-5C88-398B-3C27-687557AFCD36}"/>
          </ac:spMkLst>
        </pc:spChg>
      </pc:sldChg>
      <pc:sldChg chg="modSp">
        <pc:chgData name="Katy Kenny" userId="1ba59bd1-a020-440f-90f0-7bbf1878ddab" providerId="ADAL" clId="{38C6BB71-B616-44BB-B99F-C18FCF4D6B3F}" dt="2025-04-02T18:45:25.422" v="0"/>
        <pc:sldMkLst>
          <pc:docMk/>
          <pc:sldMk cId="1717823798" sldId="572"/>
        </pc:sldMkLst>
        <pc:spChg chg="mod">
          <ac:chgData name="Katy Kenny" userId="1ba59bd1-a020-440f-90f0-7bbf1878ddab" providerId="ADAL" clId="{38C6BB71-B616-44BB-B99F-C18FCF4D6B3F}" dt="2025-04-02T18:45:25.422" v="0"/>
          <ac:spMkLst>
            <pc:docMk/>
            <pc:sldMk cId="1717823798" sldId="572"/>
            <ac:spMk id="3" creationId="{3EADDA5B-A13B-4D22-A95D-8289EE0BE290}"/>
          </ac:spMkLst>
        </pc:spChg>
      </pc:sldChg>
      <pc:sldChg chg="modSp">
        <pc:chgData name="Katy Kenny" userId="1ba59bd1-a020-440f-90f0-7bbf1878ddab" providerId="ADAL" clId="{38C6BB71-B616-44BB-B99F-C18FCF4D6B3F}" dt="2025-04-02T18:45:25.422" v="0"/>
        <pc:sldMkLst>
          <pc:docMk/>
          <pc:sldMk cId="2509848990" sldId="573"/>
        </pc:sldMkLst>
        <pc:spChg chg="mod">
          <ac:chgData name="Katy Kenny" userId="1ba59bd1-a020-440f-90f0-7bbf1878ddab" providerId="ADAL" clId="{38C6BB71-B616-44BB-B99F-C18FCF4D6B3F}" dt="2025-04-02T18:45:25.422" v="0"/>
          <ac:spMkLst>
            <pc:docMk/>
            <pc:sldMk cId="2509848990" sldId="573"/>
            <ac:spMk id="3" creationId="{5A57C07E-6BC6-6449-2CAC-9D2C6A1BF949}"/>
          </ac:spMkLst>
        </pc:spChg>
      </pc:sldChg>
      <pc:sldChg chg="addSp modSp mod">
        <pc:chgData name="Katy Kenny" userId="1ba59bd1-a020-440f-90f0-7bbf1878ddab" providerId="ADAL" clId="{38C6BB71-B616-44BB-B99F-C18FCF4D6B3F}" dt="2025-04-02T20:47:51.358" v="932" actId="13244"/>
        <pc:sldMkLst>
          <pc:docMk/>
          <pc:sldMk cId="3136748398" sldId="574"/>
        </pc:sldMkLst>
        <pc:spChg chg="mod">
          <ac:chgData name="Katy Kenny" userId="1ba59bd1-a020-440f-90f0-7bbf1878ddab" providerId="ADAL" clId="{38C6BB71-B616-44BB-B99F-C18FCF4D6B3F}" dt="2025-04-02T18:45:25.422" v="0"/>
          <ac:spMkLst>
            <pc:docMk/>
            <pc:sldMk cId="3136748398" sldId="574"/>
            <ac:spMk id="2" creationId="{FB16E456-BA0E-9B67-3201-AC9CD3D88155}"/>
          </ac:spMkLst>
        </pc:spChg>
        <pc:spChg chg="add mod ord">
          <ac:chgData name="Katy Kenny" userId="1ba59bd1-a020-440f-90f0-7bbf1878ddab" providerId="ADAL" clId="{38C6BB71-B616-44BB-B99F-C18FCF4D6B3F}" dt="2025-04-02T20:47:51.358" v="932" actId="13244"/>
          <ac:spMkLst>
            <pc:docMk/>
            <pc:sldMk cId="3136748398" sldId="574"/>
            <ac:spMk id="8" creationId="{BB62CFEB-0CA0-2DBF-B39D-103BA780265B}"/>
          </ac:spMkLst>
        </pc:spChg>
      </pc:sldChg>
      <pc:sldChg chg="addSp modSp mod">
        <pc:chgData name="Katy Kenny" userId="1ba59bd1-a020-440f-90f0-7bbf1878ddab" providerId="ADAL" clId="{38C6BB71-B616-44BB-B99F-C18FCF4D6B3F}" dt="2025-04-02T20:56:42.411" v="950" actId="13244"/>
        <pc:sldMkLst>
          <pc:docMk/>
          <pc:sldMk cId="254048227" sldId="576"/>
        </pc:sldMkLst>
        <pc:spChg chg="mod">
          <ac:chgData name="Katy Kenny" userId="1ba59bd1-a020-440f-90f0-7bbf1878ddab" providerId="ADAL" clId="{38C6BB71-B616-44BB-B99F-C18FCF4D6B3F}" dt="2025-04-02T18:45:25.422" v="0"/>
          <ac:spMkLst>
            <pc:docMk/>
            <pc:sldMk cId="254048227" sldId="576"/>
            <ac:spMk id="2" creationId="{1200CC0C-6AF8-C2C4-DEC3-6654E0D54DDC}"/>
          </ac:spMkLst>
        </pc:spChg>
        <pc:spChg chg="add mod ord">
          <ac:chgData name="Katy Kenny" userId="1ba59bd1-a020-440f-90f0-7bbf1878ddab" providerId="ADAL" clId="{38C6BB71-B616-44BB-B99F-C18FCF4D6B3F}" dt="2025-04-02T20:56:42.411" v="950" actId="13244"/>
          <ac:spMkLst>
            <pc:docMk/>
            <pc:sldMk cId="254048227" sldId="576"/>
            <ac:spMk id="4" creationId="{FF782747-0EF1-C257-2306-F283ED72C502}"/>
          </ac:spMkLst>
        </pc:spChg>
      </pc:sldChg>
      <pc:sldChg chg="modSp mod">
        <pc:chgData name="Katy Kenny" userId="1ba59bd1-a020-440f-90f0-7bbf1878ddab" providerId="ADAL" clId="{38C6BB71-B616-44BB-B99F-C18FCF4D6B3F}" dt="2025-04-02T18:46:34.591" v="18" actId="962"/>
        <pc:sldMkLst>
          <pc:docMk/>
          <pc:sldMk cId="253658105" sldId="579"/>
        </pc:sldMkLst>
        <pc:spChg chg="mod">
          <ac:chgData name="Katy Kenny" userId="1ba59bd1-a020-440f-90f0-7bbf1878ddab" providerId="ADAL" clId="{38C6BB71-B616-44BB-B99F-C18FCF4D6B3F}" dt="2025-04-02T18:45:25.422" v="0"/>
          <ac:spMkLst>
            <pc:docMk/>
            <pc:sldMk cId="253658105" sldId="579"/>
            <ac:spMk id="2" creationId="{48ECDF9B-E973-1652-7BB8-18247FC59B74}"/>
          </ac:spMkLst>
        </pc:spChg>
        <pc:picChg chg="mod">
          <ac:chgData name="Katy Kenny" userId="1ba59bd1-a020-440f-90f0-7bbf1878ddab" providerId="ADAL" clId="{38C6BB71-B616-44BB-B99F-C18FCF4D6B3F}" dt="2025-04-02T18:46:34.591" v="18" actId="962"/>
          <ac:picMkLst>
            <pc:docMk/>
            <pc:sldMk cId="253658105" sldId="579"/>
            <ac:picMk id="8" creationId="{485C3C61-66D9-298F-B265-31CB035A9F8C}"/>
          </ac:picMkLst>
        </pc:picChg>
      </pc:sldChg>
      <pc:sldChg chg="modSp mod">
        <pc:chgData name="Katy Kenny" userId="1ba59bd1-a020-440f-90f0-7bbf1878ddab" providerId="ADAL" clId="{38C6BB71-B616-44BB-B99F-C18FCF4D6B3F}" dt="2025-04-02T20:16:56.011" v="877" actId="20577"/>
        <pc:sldMkLst>
          <pc:docMk/>
          <pc:sldMk cId="3315582403" sldId="580"/>
        </pc:sldMkLst>
        <pc:spChg chg="mod">
          <ac:chgData name="Katy Kenny" userId="1ba59bd1-a020-440f-90f0-7bbf1878ddab" providerId="ADAL" clId="{38C6BB71-B616-44BB-B99F-C18FCF4D6B3F}" dt="2025-04-02T18:45:25.422" v="0"/>
          <ac:spMkLst>
            <pc:docMk/>
            <pc:sldMk cId="3315582403" sldId="580"/>
            <ac:spMk id="2" creationId="{48ECDF9B-E973-1652-7BB8-18247FC59B74}"/>
          </ac:spMkLst>
        </pc:spChg>
        <pc:spChg chg="mod">
          <ac:chgData name="Katy Kenny" userId="1ba59bd1-a020-440f-90f0-7bbf1878ddab" providerId="ADAL" clId="{38C6BB71-B616-44BB-B99F-C18FCF4D6B3F}" dt="2025-04-02T20:16:56.011" v="877" actId="20577"/>
          <ac:spMkLst>
            <pc:docMk/>
            <pc:sldMk cId="3315582403" sldId="580"/>
            <ac:spMk id="4" creationId="{81A0DC94-46FE-6BB4-4C58-188AB2720CBE}"/>
          </ac:spMkLst>
        </pc:spChg>
      </pc:sldChg>
      <pc:sldChg chg="modSp mod">
        <pc:chgData name="Katy Kenny" userId="1ba59bd1-a020-440f-90f0-7bbf1878ddab" providerId="ADAL" clId="{38C6BB71-B616-44BB-B99F-C18FCF4D6B3F}" dt="2025-04-02T20:17:09.789" v="879" actId="20577"/>
        <pc:sldMkLst>
          <pc:docMk/>
          <pc:sldMk cId="2362666285" sldId="581"/>
        </pc:sldMkLst>
        <pc:spChg chg="mod">
          <ac:chgData name="Katy Kenny" userId="1ba59bd1-a020-440f-90f0-7bbf1878ddab" providerId="ADAL" clId="{38C6BB71-B616-44BB-B99F-C18FCF4D6B3F}" dt="2025-04-02T18:45:25.422" v="0"/>
          <ac:spMkLst>
            <pc:docMk/>
            <pc:sldMk cId="2362666285" sldId="581"/>
            <ac:spMk id="2" creationId="{48ECDF9B-E973-1652-7BB8-18247FC59B74}"/>
          </ac:spMkLst>
        </pc:spChg>
        <pc:spChg chg="mod">
          <ac:chgData name="Katy Kenny" userId="1ba59bd1-a020-440f-90f0-7bbf1878ddab" providerId="ADAL" clId="{38C6BB71-B616-44BB-B99F-C18FCF4D6B3F}" dt="2025-04-02T20:17:09.789" v="879" actId="20577"/>
          <ac:spMkLst>
            <pc:docMk/>
            <pc:sldMk cId="2362666285" sldId="581"/>
            <ac:spMk id="4" creationId="{81A0DC94-46FE-6BB4-4C58-188AB2720CBE}"/>
          </ac:spMkLst>
        </pc:spChg>
      </pc:sldChg>
      <pc:sldMasterChg chg="modSp modSldLayout">
        <pc:chgData name="Katy Kenny" userId="1ba59bd1-a020-440f-90f0-7bbf1878ddab" providerId="ADAL" clId="{38C6BB71-B616-44BB-B99F-C18FCF4D6B3F}" dt="2025-04-02T18:45:25.422" v="0"/>
        <pc:sldMasterMkLst>
          <pc:docMk/>
          <pc:sldMasterMk cId="897116807" sldId="2147483660"/>
        </pc:sldMasterMkLst>
        <pc:spChg chg="mod">
          <ac:chgData name="Katy Kenny" userId="1ba59bd1-a020-440f-90f0-7bbf1878ddab" providerId="ADAL" clId="{38C6BB71-B616-44BB-B99F-C18FCF4D6B3F}" dt="2025-04-02T18:45:25.422" v="0"/>
          <ac:spMkLst>
            <pc:docMk/>
            <pc:sldMasterMk cId="897116807" sldId="2147483660"/>
            <ac:spMk id="5" creationId="{F9E89C31-721A-1004-27B2-706A01F95515}"/>
          </ac:spMkLst>
        </pc:spChg>
        <pc:sldLayoutChg chg="modSp">
          <pc:chgData name="Katy Kenny" userId="1ba59bd1-a020-440f-90f0-7bbf1878ddab" providerId="ADAL" clId="{38C6BB71-B616-44BB-B99F-C18FCF4D6B3F}" dt="2025-04-02T18:45:25.422" v="0"/>
          <pc:sldLayoutMkLst>
            <pc:docMk/>
            <pc:sldMasterMk cId="897116807" sldId="2147483660"/>
            <pc:sldLayoutMk cId="3977077100" sldId="2147483760"/>
          </pc:sldLayoutMkLst>
          <pc:spChg chg="mod">
            <ac:chgData name="Katy Kenny" userId="1ba59bd1-a020-440f-90f0-7bbf1878ddab" providerId="ADAL" clId="{38C6BB71-B616-44BB-B99F-C18FCF4D6B3F}" dt="2025-04-02T18:45:25.422" v="0"/>
            <ac:spMkLst>
              <pc:docMk/>
              <pc:sldMasterMk cId="897116807" sldId="2147483660"/>
              <pc:sldLayoutMk cId="3977077100" sldId="2147483760"/>
              <ac:spMk id="3" creationId="{742DE5E3-743C-3C79-855B-1421A3FC403F}"/>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252158473" sldId="2147483761"/>
          </pc:sldLayoutMkLst>
          <pc:spChg chg="mod">
            <ac:chgData name="Katy Kenny" userId="1ba59bd1-a020-440f-90f0-7bbf1878ddab" providerId="ADAL" clId="{38C6BB71-B616-44BB-B99F-C18FCF4D6B3F}" dt="2025-04-02T18:45:25.422" v="0"/>
            <ac:spMkLst>
              <pc:docMk/>
              <pc:sldMasterMk cId="897116807" sldId="2147483660"/>
              <pc:sldLayoutMk cId="1252158473" sldId="2147483761"/>
              <ac:spMk id="3" creationId="{742DE5E3-743C-3C79-855B-1421A3FC403F}"/>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145568023" sldId="2147483762"/>
          </pc:sldLayoutMkLst>
          <pc:spChg chg="mod">
            <ac:chgData name="Katy Kenny" userId="1ba59bd1-a020-440f-90f0-7bbf1878ddab" providerId="ADAL" clId="{38C6BB71-B616-44BB-B99F-C18FCF4D6B3F}" dt="2025-04-02T18:45:25.422" v="0"/>
            <ac:spMkLst>
              <pc:docMk/>
              <pc:sldMasterMk cId="897116807" sldId="2147483660"/>
              <pc:sldLayoutMk cId="4145568023" sldId="2147483762"/>
              <ac:spMk id="3" creationId="{742DE5E3-743C-3C79-855B-1421A3FC403F}"/>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224487586" sldId="2147483763"/>
          </pc:sldLayoutMkLst>
          <pc:spChg chg="mod">
            <ac:chgData name="Katy Kenny" userId="1ba59bd1-a020-440f-90f0-7bbf1878ddab" providerId="ADAL" clId="{38C6BB71-B616-44BB-B99F-C18FCF4D6B3F}" dt="2025-04-02T18:45:25.422" v="0"/>
            <ac:spMkLst>
              <pc:docMk/>
              <pc:sldMasterMk cId="897116807" sldId="2147483660"/>
              <pc:sldLayoutMk cId="3224487586" sldId="2147483763"/>
              <ac:spMk id="3" creationId="{742DE5E3-743C-3C79-855B-1421A3FC403F}"/>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683189618" sldId="2147483771"/>
          </pc:sldLayoutMkLst>
          <pc:spChg chg="mod">
            <ac:chgData name="Katy Kenny" userId="1ba59bd1-a020-440f-90f0-7bbf1878ddab" providerId="ADAL" clId="{38C6BB71-B616-44BB-B99F-C18FCF4D6B3F}" dt="2025-04-02T18:45:25.422" v="0"/>
            <ac:spMkLst>
              <pc:docMk/>
              <pc:sldMasterMk cId="897116807" sldId="2147483660"/>
              <pc:sldLayoutMk cId="683189618" sldId="2147483771"/>
              <ac:spMk id="2" creationId="{24A7BFE9-C3CB-DF75-E90C-D303B796B3A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992683064" sldId="2147483772"/>
          </pc:sldLayoutMkLst>
          <pc:spChg chg="mod">
            <ac:chgData name="Katy Kenny" userId="1ba59bd1-a020-440f-90f0-7bbf1878ddab" providerId="ADAL" clId="{38C6BB71-B616-44BB-B99F-C18FCF4D6B3F}" dt="2025-04-02T18:45:25.422" v="0"/>
            <ac:spMkLst>
              <pc:docMk/>
              <pc:sldMasterMk cId="897116807" sldId="2147483660"/>
              <pc:sldLayoutMk cId="992683064" sldId="2147483772"/>
              <ac:spMk id="2" creationId="{8CC5E395-F288-9253-3D88-0117C73EBED6}"/>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285249268" sldId="2147483774"/>
          </pc:sldLayoutMkLst>
          <pc:spChg chg="mod">
            <ac:chgData name="Katy Kenny" userId="1ba59bd1-a020-440f-90f0-7bbf1878ddab" providerId="ADAL" clId="{38C6BB71-B616-44BB-B99F-C18FCF4D6B3F}" dt="2025-04-02T18:45:25.422" v="0"/>
            <ac:spMkLst>
              <pc:docMk/>
              <pc:sldMasterMk cId="897116807" sldId="2147483660"/>
              <pc:sldLayoutMk cId="3285249268" sldId="2147483774"/>
              <ac:spMk id="4" creationId="{FEDD6445-DAEF-2049-72F1-ED55C6621D1E}"/>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553434745" sldId="2147483775"/>
          </pc:sldLayoutMkLst>
          <pc:spChg chg="mod">
            <ac:chgData name="Katy Kenny" userId="1ba59bd1-a020-440f-90f0-7bbf1878ddab" providerId="ADAL" clId="{38C6BB71-B616-44BB-B99F-C18FCF4D6B3F}" dt="2025-04-02T18:45:25.422" v="0"/>
            <ac:spMkLst>
              <pc:docMk/>
              <pc:sldMasterMk cId="897116807" sldId="2147483660"/>
              <pc:sldLayoutMk cId="1553434745" sldId="2147483775"/>
              <ac:spMk id="4" creationId="{FEDD6445-DAEF-2049-72F1-ED55C6621D1E}"/>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739294265" sldId="2147483776"/>
          </pc:sldLayoutMkLst>
          <pc:spChg chg="mod">
            <ac:chgData name="Katy Kenny" userId="1ba59bd1-a020-440f-90f0-7bbf1878ddab" providerId="ADAL" clId="{38C6BB71-B616-44BB-B99F-C18FCF4D6B3F}" dt="2025-04-02T18:45:25.422" v="0"/>
            <ac:spMkLst>
              <pc:docMk/>
              <pc:sldMasterMk cId="897116807" sldId="2147483660"/>
              <pc:sldLayoutMk cId="739294265" sldId="2147483776"/>
              <ac:spMk id="2" creationId="{D5EA55FB-A053-9AE1-786B-6911034B4EA1}"/>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85393063" sldId="2147483777"/>
          </pc:sldLayoutMkLst>
          <pc:spChg chg="mod">
            <ac:chgData name="Katy Kenny" userId="1ba59bd1-a020-440f-90f0-7bbf1878ddab" providerId="ADAL" clId="{38C6BB71-B616-44BB-B99F-C18FCF4D6B3F}" dt="2025-04-02T18:45:25.422" v="0"/>
            <ac:spMkLst>
              <pc:docMk/>
              <pc:sldMasterMk cId="897116807" sldId="2147483660"/>
              <pc:sldLayoutMk cId="185393063" sldId="2147483777"/>
              <ac:spMk id="6" creationId="{CC6AB730-31E8-844C-53BD-682FF39E5CF9}"/>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373859679" sldId="2147483780"/>
          </pc:sldLayoutMkLst>
          <pc:spChg chg="mod">
            <ac:chgData name="Katy Kenny" userId="1ba59bd1-a020-440f-90f0-7bbf1878ddab" providerId="ADAL" clId="{38C6BB71-B616-44BB-B99F-C18FCF4D6B3F}" dt="2025-04-02T18:45:25.422" v="0"/>
            <ac:spMkLst>
              <pc:docMk/>
              <pc:sldMasterMk cId="897116807" sldId="2147483660"/>
              <pc:sldLayoutMk cId="2373859679" sldId="2147483780"/>
              <ac:spMk id="6" creationId="{B8524B25-BE69-C114-58BA-408272478A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69133428" sldId="2147483782"/>
          </pc:sldLayoutMkLst>
          <pc:spChg chg="mod">
            <ac:chgData name="Katy Kenny" userId="1ba59bd1-a020-440f-90f0-7bbf1878ddab" providerId="ADAL" clId="{38C6BB71-B616-44BB-B99F-C18FCF4D6B3F}" dt="2025-04-02T18:45:25.422" v="0"/>
            <ac:spMkLst>
              <pc:docMk/>
              <pc:sldMasterMk cId="897116807" sldId="2147483660"/>
              <pc:sldLayoutMk cId="269133428" sldId="2147483782"/>
              <ac:spMk id="3" creationId="{0A20CADF-878D-63BF-1451-A3E0E5FC54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119904605" sldId="2147483808"/>
          </pc:sldLayoutMkLst>
          <pc:spChg chg="mod">
            <ac:chgData name="Katy Kenny" userId="1ba59bd1-a020-440f-90f0-7bbf1878ddab" providerId="ADAL" clId="{38C6BB71-B616-44BB-B99F-C18FCF4D6B3F}" dt="2025-04-02T18:45:25.422" v="0"/>
            <ac:spMkLst>
              <pc:docMk/>
              <pc:sldMasterMk cId="897116807" sldId="2147483660"/>
              <pc:sldLayoutMk cId="2119904605" sldId="2147483808"/>
              <ac:spMk id="9" creationId="{01110F0B-57F1-A6ED-09EC-04C0F42B0EF2}"/>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590923517" sldId="2147483861"/>
          </pc:sldLayoutMkLst>
          <pc:spChg chg="mod">
            <ac:chgData name="Katy Kenny" userId="1ba59bd1-a020-440f-90f0-7bbf1878ddab" providerId="ADAL" clId="{38C6BB71-B616-44BB-B99F-C18FCF4D6B3F}" dt="2025-04-02T18:45:25.422" v="0"/>
            <ac:spMkLst>
              <pc:docMk/>
              <pc:sldMasterMk cId="897116807" sldId="2147483660"/>
              <pc:sldLayoutMk cId="1590923517" sldId="2147483861"/>
              <ac:spMk id="4" creationId="{283D864B-0F78-FC18-DB4A-F5BE77E189BE}"/>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967006232" sldId="2147483862"/>
          </pc:sldLayoutMkLst>
          <pc:spChg chg="mod">
            <ac:chgData name="Katy Kenny" userId="1ba59bd1-a020-440f-90f0-7bbf1878ddab" providerId="ADAL" clId="{38C6BB71-B616-44BB-B99F-C18FCF4D6B3F}" dt="2025-04-02T18:45:25.422" v="0"/>
            <ac:spMkLst>
              <pc:docMk/>
              <pc:sldMasterMk cId="897116807" sldId="2147483660"/>
              <pc:sldLayoutMk cId="2967006232" sldId="2147483862"/>
              <ac:spMk id="3" creationId="{8741D5AE-DD0C-F8FF-F750-27056E249C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428525892" sldId="2147483863"/>
          </pc:sldLayoutMkLst>
          <pc:spChg chg="mod">
            <ac:chgData name="Katy Kenny" userId="1ba59bd1-a020-440f-90f0-7bbf1878ddab" providerId="ADAL" clId="{38C6BB71-B616-44BB-B99F-C18FCF4D6B3F}" dt="2025-04-02T18:45:25.422" v="0"/>
            <ac:spMkLst>
              <pc:docMk/>
              <pc:sldMasterMk cId="897116807" sldId="2147483660"/>
              <pc:sldLayoutMk cId="1428525892" sldId="2147483863"/>
              <ac:spMk id="2" creationId="{6B8017AD-954A-D92A-92EE-F66BA48CB34B}"/>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708387610" sldId="2147483865"/>
          </pc:sldLayoutMkLst>
          <pc:spChg chg="mod">
            <ac:chgData name="Katy Kenny" userId="1ba59bd1-a020-440f-90f0-7bbf1878ddab" providerId="ADAL" clId="{38C6BB71-B616-44BB-B99F-C18FCF4D6B3F}" dt="2025-04-02T18:45:25.422" v="0"/>
            <ac:spMkLst>
              <pc:docMk/>
              <pc:sldMasterMk cId="897116807" sldId="2147483660"/>
              <pc:sldLayoutMk cId="3708387610" sldId="2147483865"/>
              <ac:spMk id="8" creationId="{15B2F4E6-CFEB-D921-4BBF-F716D58C4C17}"/>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484913655" sldId="2147483866"/>
          </pc:sldLayoutMkLst>
          <pc:spChg chg="mod">
            <ac:chgData name="Katy Kenny" userId="1ba59bd1-a020-440f-90f0-7bbf1878ddab" providerId="ADAL" clId="{38C6BB71-B616-44BB-B99F-C18FCF4D6B3F}" dt="2025-04-02T18:45:25.422" v="0"/>
            <ac:spMkLst>
              <pc:docMk/>
              <pc:sldMasterMk cId="897116807" sldId="2147483660"/>
              <pc:sldLayoutMk cId="1484913655" sldId="2147483866"/>
              <ac:spMk id="3" creationId="{D23A9F13-57E8-382C-12FF-3A26FB889C86}"/>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861245292" sldId="2147483867"/>
          </pc:sldLayoutMkLst>
          <pc:spChg chg="mod">
            <ac:chgData name="Katy Kenny" userId="1ba59bd1-a020-440f-90f0-7bbf1878ddab" providerId="ADAL" clId="{38C6BB71-B616-44BB-B99F-C18FCF4D6B3F}" dt="2025-04-02T18:45:25.422" v="0"/>
            <ac:spMkLst>
              <pc:docMk/>
              <pc:sldMasterMk cId="897116807" sldId="2147483660"/>
              <pc:sldLayoutMk cId="2861245292" sldId="2147483867"/>
              <ac:spMk id="3" creationId="{D23A9F13-57E8-382C-12FF-3A26FB889C86}"/>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105582135" sldId="2147483868"/>
          </pc:sldLayoutMkLst>
          <pc:spChg chg="mod">
            <ac:chgData name="Katy Kenny" userId="1ba59bd1-a020-440f-90f0-7bbf1878ddab" providerId="ADAL" clId="{38C6BB71-B616-44BB-B99F-C18FCF4D6B3F}" dt="2025-04-02T18:45:25.422" v="0"/>
            <ac:spMkLst>
              <pc:docMk/>
              <pc:sldMasterMk cId="897116807" sldId="2147483660"/>
              <pc:sldLayoutMk cId="1105582135" sldId="2147483868"/>
              <ac:spMk id="3" creationId="{D23A9F13-57E8-382C-12FF-3A26FB889C86}"/>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385723271" sldId="2147483869"/>
          </pc:sldLayoutMkLst>
          <pc:spChg chg="mod">
            <ac:chgData name="Katy Kenny" userId="1ba59bd1-a020-440f-90f0-7bbf1878ddab" providerId="ADAL" clId="{38C6BB71-B616-44BB-B99F-C18FCF4D6B3F}" dt="2025-04-02T18:45:25.422" v="0"/>
            <ac:spMkLst>
              <pc:docMk/>
              <pc:sldMasterMk cId="897116807" sldId="2147483660"/>
              <pc:sldLayoutMk cId="3385723271" sldId="2147483869"/>
              <ac:spMk id="3" creationId="{6F88AB59-75B3-4547-D29A-E21B1071207A}"/>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122977430" sldId="2147483870"/>
          </pc:sldLayoutMkLst>
          <pc:spChg chg="mod">
            <ac:chgData name="Katy Kenny" userId="1ba59bd1-a020-440f-90f0-7bbf1878ddab" providerId="ADAL" clId="{38C6BB71-B616-44BB-B99F-C18FCF4D6B3F}" dt="2025-04-02T18:45:25.422" v="0"/>
            <ac:spMkLst>
              <pc:docMk/>
              <pc:sldMasterMk cId="897116807" sldId="2147483660"/>
              <pc:sldLayoutMk cId="1122977430" sldId="2147483870"/>
              <ac:spMk id="3" creationId="{6F88AB59-75B3-4547-D29A-E21B1071207A}"/>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968766791" sldId="2147483871"/>
          </pc:sldLayoutMkLst>
          <pc:spChg chg="mod">
            <ac:chgData name="Katy Kenny" userId="1ba59bd1-a020-440f-90f0-7bbf1878ddab" providerId="ADAL" clId="{38C6BB71-B616-44BB-B99F-C18FCF4D6B3F}" dt="2025-04-02T18:45:25.422" v="0"/>
            <ac:spMkLst>
              <pc:docMk/>
              <pc:sldMasterMk cId="897116807" sldId="2147483660"/>
              <pc:sldLayoutMk cId="2968766791" sldId="2147483871"/>
              <ac:spMk id="3" creationId="{6F88AB59-75B3-4547-D29A-E21B1071207A}"/>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894500536" sldId="2147483872"/>
          </pc:sldLayoutMkLst>
          <pc:spChg chg="mod">
            <ac:chgData name="Katy Kenny" userId="1ba59bd1-a020-440f-90f0-7bbf1878ddab" providerId="ADAL" clId="{38C6BB71-B616-44BB-B99F-C18FCF4D6B3F}" dt="2025-04-02T18:45:25.422" v="0"/>
            <ac:spMkLst>
              <pc:docMk/>
              <pc:sldMasterMk cId="897116807" sldId="2147483660"/>
              <pc:sldLayoutMk cId="2894500536" sldId="2147483872"/>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065443900" sldId="2147483873"/>
          </pc:sldLayoutMkLst>
          <pc:spChg chg="mod">
            <ac:chgData name="Katy Kenny" userId="1ba59bd1-a020-440f-90f0-7bbf1878ddab" providerId="ADAL" clId="{38C6BB71-B616-44BB-B99F-C18FCF4D6B3F}" dt="2025-04-02T18:45:25.422" v="0"/>
            <ac:spMkLst>
              <pc:docMk/>
              <pc:sldMasterMk cId="897116807" sldId="2147483660"/>
              <pc:sldLayoutMk cId="4065443900" sldId="2147483873"/>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837540405" sldId="2147483874"/>
          </pc:sldLayoutMkLst>
          <pc:spChg chg="mod">
            <ac:chgData name="Katy Kenny" userId="1ba59bd1-a020-440f-90f0-7bbf1878ddab" providerId="ADAL" clId="{38C6BB71-B616-44BB-B99F-C18FCF4D6B3F}" dt="2025-04-02T18:45:25.422" v="0"/>
            <ac:spMkLst>
              <pc:docMk/>
              <pc:sldMasterMk cId="897116807" sldId="2147483660"/>
              <pc:sldLayoutMk cId="1837540405" sldId="2147483874"/>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075354915" sldId="2147483875"/>
          </pc:sldLayoutMkLst>
          <pc:spChg chg="mod">
            <ac:chgData name="Katy Kenny" userId="1ba59bd1-a020-440f-90f0-7bbf1878ddab" providerId="ADAL" clId="{38C6BB71-B616-44BB-B99F-C18FCF4D6B3F}" dt="2025-04-02T18:45:25.422" v="0"/>
            <ac:spMkLst>
              <pc:docMk/>
              <pc:sldMasterMk cId="897116807" sldId="2147483660"/>
              <pc:sldLayoutMk cId="4075354915" sldId="2147483875"/>
              <ac:spMk id="3" creationId="{FF83DD32-A143-EFB3-CBDA-97CC1802685F}"/>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580041695" sldId="2147483876"/>
          </pc:sldLayoutMkLst>
          <pc:spChg chg="mod">
            <ac:chgData name="Katy Kenny" userId="1ba59bd1-a020-440f-90f0-7bbf1878ddab" providerId="ADAL" clId="{38C6BB71-B616-44BB-B99F-C18FCF4D6B3F}" dt="2025-04-02T18:45:25.422" v="0"/>
            <ac:spMkLst>
              <pc:docMk/>
              <pc:sldMasterMk cId="897116807" sldId="2147483660"/>
              <pc:sldLayoutMk cId="1580041695" sldId="2147483876"/>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683193569" sldId="2147483877"/>
          </pc:sldLayoutMkLst>
          <pc:spChg chg="mod">
            <ac:chgData name="Katy Kenny" userId="1ba59bd1-a020-440f-90f0-7bbf1878ddab" providerId="ADAL" clId="{38C6BB71-B616-44BB-B99F-C18FCF4D6B3F}" dt="2025-04-02T18:45:25.422" v="0"/>
            <ac:spMkLst>
              <pc:docMk/>
              <pc:sldMasterMk cId="897116807" sldId="2147483660"/>
              <pc:sldLayoutMk cId="683193569" sldId="2147483877"/>
              <ac:spMk id="6" creationId="{B8524B25-BE69-C114-58BA-408272478A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630431410" sldId="2147483878"/>
          </pc:sldLayoutMkLst>
          <pc:spChg chg="mod">
            <ac:chgData name="Katy Kenny" userId="1ba59bd1-a020-440f-90f0-7bbf1878ddab" providerId="ADAL" clId="{38C6BB71-B616-44BB-B99F-C18FCF4D6B3F}" dt="2025-04-02T18:45:25.422" v="0"/>
            <ac:spMkLst>
              <pc:docMk/>
              <pc:sldMasterMk cId="897116807" sldId="2147483660"/>
              <pc:sldLayoutMk cId="630431410" sldId="2147483878"/>
              <ac:spMk id="6" creationId="{B8524B25-BE69-C114-58BA-408272478A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188609043" sldId="2147483879"/>
          </pc:sldLayoutMkLst>
          <pc:spChg chg="mod">
            <ac:chgData name="Katy Kenny" userId="1ba59bd1-a020-440f-90f0-7bbf1878ddab" providerId="ADAL" clId="{38C6BB71-B616-44BB-B99F-C18FCF4D6B3F}" dt="2025-04-02T18:45:25.422" v="0"/>
            <ac:spMkLst>
              <pc:docMk/>
              <pc:sldMasterMk cId="897116807" sldId="2147483660"/>
              <pc:sldLayoutMk cId="1188609043" sldId="2147483879"/>
              <ac:spMk id="6" creationId="{B8524B25-BE69-C114-58BA-408272478A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159944138" sldId="2147483880"/>
          </pc:sldLayoutMkLst>
          <pc:spChg chg="mod">
            <ac:chgData name="Katy Kenny" userId="1ba59bd1-a020-440f-90f0-7bbf1878ddab" providerId="ADAL" clId="{38C6BB71-B616-44BB-B99F-C18FCF4D6B3F}" dt="2025-04-02T18:45:25.422" v="0"/>
            <ac:spMkLst>
              <pc:docMk/>
              <pc:sldMasterMk cId="897116807" sldId="2147483660"/>
              <pc:sldLayoutMk cId="2159944138" sldId="2147483880"/>
              <ac:spMk id="6" creationId="{B8524B25-BE69-C114-58BA-408272478A3D}"/>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7913309" sldId="2147483881"/>
          </pc:sldLayoutMkLst>
          <pc:spChg chg="mod">
            <ac:chgData name="Katy Kenny" userId="1ba59bd1-a020-440f-90f0-7bbf1878ddab" providerId="ADAL" clId="{38C6BB71-B616-44BB-B99F-C18FCF4D6B3F}" dt="2025-04-02T18:45:25.422" v="0"/>
            <ac:spMkLst>
              <pc:docMk/>
              <pc:sldMasterMk cId="897116807" sldId="2147483660"/>
              <pc:sldLayoutMk cId="47913309" sldId="2147483881"/>
              <ac:spMk id="2" creationId="{817FA129-3605-FEE2-2F8A-D616EDEEAE5A}"/>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504030371" sldId="2147483882"/>
          </pc:sldLayoutMkLst>
          <pc:spChg chg="mod">
            <ac:chgData name="Katy Kenny" userId="1ba59bd1-a020-440f-90f0-7bbf1878ddab" providerId="ADAL" clId="{38C6BB71-B616-44BB-B99F-C18FCF4D6B3F}" dt="2025-04-02T18:45:25.422" v="0"/>
            <ac:spMkLst>
              <pc:docMk/>
              <pc:sldMasterMk cId="897116807" sldId="2147483660"/>
              <pc:sldLayoutMk cId="2504030371" sldId="2147483882"/>
              <ac:spMk id="2" creationId="{817FA129-3605-FEE2-2F8A-D616EDEEAE5A}"/>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520764542" sldId="2147483883"/>
          </pc:sldLayoutMkLst>
          <pc:spChg chg="mod">
            <ac:chgData name="Katy Kenny" userId="1ba59bd1-a020-440f-90f0-7bbf1878ddab" providerId="ADAL" clId="{38C6BB71-B616-44BB-B99F-C18FCF4D6B3F}" dt="2025-04-02T18:45:25.422" v="0"/>
            <ac:spMkLst>
              <pc:docMk/>
              <pc:sldMasterMk cId="897116807" sldId="2147483660"/>
              <pc:sldLayoutMk cId="3520764542" sldId="2147483883"/>
              <ac:spMk id="6" creationId="{CC6AB730-31E8-844C-53BD-682FF39E5CF9}"/>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534073784" sldId="2147483884"/>
          </pc:sldLayoutMkLst>
          <pc:spChg chg="mod">
            <ac:chgData name="Katy Kenny" userId="1ba59bd1-a020-440f-90f0-7bbf1878ddab" providerId="ADAL" clId="{38C6BB71-B616-44BB-B99F-C18FCF4D6B3F}" dt="2025-04-02T18:45:25.422" v="0"/>
            <ac:spMkLst>
              <pc:docMk/>
              <pc:sldMasterMk cId="897116807" sldId="2147483660"/>
              <pc:sldLayoutMk cId="534073784" sldId="2147483884"/>
              <ac:spMk id="6" creationId="{CC6AB730-31E8-844C-53BD-682FF39E5CF9}"/>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392096594" sldId="2147483885"/>
          </pc:sldLayoutMkLst>
          <pc:spChg chg="mod">
            <ac:chgData name="Katy Kenny" userId="1ba59bd1-a020-440f-90f0-7bbf1878ddab" providerId="ADAL" clId="{38C6BB71-B616-44BB-B99F-C18FCF4D6B3F}" dt="2025-04-02T18:45:25.422" v="0"/>
            <ac:spMkLst>
              <pc:docMk/>
              <pc:sldMasterMk cId="897116807" sldId="2147483660"/>
              <pc:sldLayoutMk cId="1392096594" sldId="2147483885"/>
              <ac:spMk id="3" creationId="{E11CCDBA-71E8-BC13-BB47-E5F60BE771F0}"/>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1372093" sldId="2147483886"/>
          </pc:sldLayoutMkLst>
          <pc:spChg chg="mod">
            <ac:chgData name="Katy Kenny" userId="1ba59bd1-a020-440f-90f0-7bbf1878ddab" providerId="ADAL" clId="{38C6BB71-B616-44BB-B99F-C18FCF4D6B3F}" dt="2025-04-02T18:45:25.422" v="0"/>
            <ac:spMkLst>
              <pc:docMk/>
              <pc:sldMasterMk cId="897116807" sldId="2147483660"/>
              <pc:sldLayoutMk cId="11372093" sldId="2147483886"/>
              <ac:spMk id="6" creationId="{CC6AB730-31E8-844C-53BD-682FF39E5CF9}"/>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472938166" sldId="2147483887"/>
          </pc:sldLayoutMkLst>
          <pc:spChg chg="mod">
            <ac:chgData name="Katy Kenny" userId="1ba59bd1-a020-440f-90f0-7bbf1878ddab" providerId="ADAL" clId="{38C6BB71-B616-44BB-B99F-C18FCF4D6B3F}" dt="2025-04-02T18:45:25.422" v="0"/>
            <ac:spMkLst>
              <pc:docMk/>
              <pc:sldMasterMk cId="897116807" sldId="2147483660"/>
              <pc:sldLayoutMk cId="2472938166" sldId="2147483887"/>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292408328" sldId="2147483888"/>
          </pc:sldLayoutMkLst>
          <pc:spChg chg="mod">
            <ac:chgData name="Katy Kenny" userId="1ba59bd1-a020-440f-90f0-7bbf1878ddab" providerId="ADAL" clId="{38C6BB71-B616-44BB-B99F-C18FCF4D6B3F}" dt="2025-04-02T18:45:25.422" v="0"/>
            <ac:spMkLst>
              <pc:docMk/>
              <pc:sldMasterMk cId="897116807" sldId="2147483660"/>
              <pc:sldLayoutMk cId="3292408328" sldId="2147483888"/>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32089640" sldId="2147483889"/>
          </pc:sldLayoutMkLst>
          <pc:spChg chg="mod">
            <ac:chgData name="Katy Kenny" userId="1ba59bd1-a020-440f-90f0-7bbf1878ddab" providerId="ADAL" clId="{38C6BB71-B616-44BB-B99F-C18FCF4D6B3F}" dt="2025-04-02T18:45:25.422" v="0"/>
            <ac:spMkLst>
              <pc:docMk/>
              <pc:sldMasterMk cId="897116807" sldId="2147483660"/>
              <pc:sldLayoutMk cId="432089640" sldId="2147483889"/>
              <ac:spMk id="6" creationId="{CC6AB730-31E8-844C-53BD-682FF39E5CF9}"/>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498875448" sldId="2147483891"/>
          </pc:sldLayoutMkLst>
          <pc:spChg chg="mod">
            <ac:chgData name="Katy Kenny" userId="1ba59bd1-a020-440f-90f0-7bbf1878ddab" providerId="ADAL" clId="{38C6BB71-B616-44BB-B99F-C18FCF4D6B3F}" dt="2025-04-02T18:45:25.422" v="0"/>
            <ac:spMkLst>
              <pc:docMk/>
              <pc:sldMasterMk cId="897116807" sldId="2147483660"/>
              <pc:sldLayoutMk cId="2498875448" sldId="2147483891"/>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321424132" sldId="2147483892"/>
          </pc:sldLayoutMkLst>
          <pc:spChg chg="mod">
            <ac:chgData name="Katy Kenny" userId="1ba59bd1-a020-440f-90f0-7bbf1878ddab" providerId="ADAL" clId="{38C6BB71-B616-44BB-B99F-C18FCF4D6B3F}" dt="2025-04-02T18:45:25.422" v="0"/>
            <ac:spMkLst>
              <pc:docMk/>
              <pc:sldMasterMk cId="897116807" sldId="2147483660"/>
              <pc:sldLayoutMk cId="3321424132" sldId="2147483892"/>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82975070" sldId="2147483893"/>
          </pc:sldLayoutMkLst>
          <pc:spChg chg="mod">
            <ac:chgData name="Katy Kenny" userId="1ba59bd1-a020-440f-90f0-7bbf1878ddab" providerId="ADAL" clId="{38C6BB71-B616-44BB-B99F-C18FCF4D6B3F}" dt="2025-04-02T18:45:25.422" v="0"/>
            <ac:spMkLst>
              <pc:docMk/>
              <pc:sldMasterMk cId="897116807" sldId="2147483660"/>
              <pc:sldLayoutMk cId="82975070" sldId="2147483893"/>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515920907" sldId="2147483894"/>
          </pc:sldLayoutMkLst>
          <pc:spChg chg="mod">
            <ac:chgData name="Katy Kenny" userId="1ba59bd1-a020-440f-90f0-7bbf1878ddab" providerId="ADAL" clId="{38C6BB71-B616-44BB-B99F-C18FCF4D6B3F}" dt="2025-04-02T18:45:25.422" v="0"/>
            <ac:spMkLst>
              <pc:docMk/>
              <pc:sldMasterMk cId="897116807" sldId="2147483660"/>
              <pc:sldLayoutMk cId="3515920907" sldId="2147483894"/>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01533851" sldId="2147483895"/>
          </pc:sldLayoutMkLst>
          <pc:spChg chg="mod">
            <ac:chgData name="Katy Kenny" userId="1ba59bd1-a020-440f-90f0-7bbf1878ddab" providerId="ADAL" clId="{38C6BB71-B616-44BB-B99F-C18FCF4D6B3F}" dt="2025-04-02T18:45:25.422" v="0"/>
            <ac:spMkLst>
              <pc:docMk/>
              <pc:sldMasterMk cId="897116807" sldId="2147483660"/>
              <pc:sldLayoutMk cId="401533851" sldId="2147483895"/>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111371797" sldId="2147483896"/>
          </pc:sldLayoutMkLst>
          <pc:spChg chg="mod">
            <ac:chgData name="Katy Kenny" userId="1ba59bd1-a020-440f-90f0-7bbf1878ddab" providerId="ADAL" clId="{38C6BB71-B616-44BB-B99F-C18FCF4D6B3F}" dt="2025-04-02T18:45:25.422" v="0"/>
            <ac:spMkLst>
              <pc:docMk/>
              <pc:sldMasterMk cId="897116807" sldId="2147483660"/>
              <pc:sldLayoutMk cId="3111371797" sldId="2147483896"/>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21682217" sldId="2147483965"/>
          </pc:sldLayoutMkLst>
          <pc:spChg chg="mod">
            <ac:chgData name="Katy Kenny" userId="1ba59bd1-a020-440f-90f0-7bbf1878ddab" providerId="ADAL" clId="{38C6BB71-B616-44BB-B99F-C18FCF4D6B3F}" dt="2025-04-02T18:45:25.422" v="0"/>
            <ac:spMkLst>
              <pc:docMk/>
              <pc:sldMasterMk cId="897116807" sldId="2147483660"/>
              <pc:sldLayoutMk cId="321682217" sldId="2147483965"/>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693646163" sldId="2147483966"/>
          </pc:sldLayoutMkLst>
          <pc:spChg chg="mod">
            <ac:chgData name="Katy Kenny" userId="1ba59bd1-a020-440f-90f0-7bbf1878ddab" providerId="ADAL" clId="{38C6BB71-B616-44BB-B99F-C18FCF4D6B3F}" dt="2025-04-02T18:45:25.422" v="0"/>
            <ac:spMkLst>
              <pc:docMk/>
              <pc:sldMasterMk cId="897116807" sldId="2147483660"/>
              <pc:sldLayoutMk cId="3693646163" sldId="2147483966"/>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581512158" sldId="2147483967"/>
          </pc:sldLayoutMkLst>
          <pc:spChg chg="mod">
            <ac:chgData name="Katy Kenny" userId="1ba59bd1-a020-440f-90f0-7bbf1878ddab" providerId="ADAL" clId="{38C6BB71-B616-44BB-B99F-C18FCF4D6B3F}" dt="2025-04-02T18:45:25.422" v="0"/>
            <ac:spMkLst>
              <pc:docMk/>
              <pc:sldMasterMk cId="897116807" sldId="2147483660"/>
              <pc:sldLayoutMk cId="1581512158" sldId="2147483967"/>
              <ac:spMk id="3" creationId="{C18E767E-699E-1B05-21A9-036BCB788343}"/>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245631118" sldId="2147483969"/>
          </pc:sldLayoutMkLst>
          <pc:spChg chg="mod">
            <ac:chgData name="Katy Kenny" userId="1ba59bd1-a020-440f-90f0-7bbf1878ddab" providerId="ADAL" clId="{38C6BB71-B616-44BB-B99F-C18FCF4D6B3F}" dt="2025-04-02T18:45:25.422" v="0"/>
            <ac:spMkLst>
              <pc:docMk/>
              <pc:sldMasterMk cId="897116807" sldId="2147483660"/>
              <pc:sldLayoutMk cId="1245631118" sldId="2147483969"/>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259164250" sldId="2147483970"/>
          </pc:sldLayoutMkLst>
          <pc:spChg chg="mod">
            <ac:chgData name="Katy Kenny" userId="1ba59bd1-a020-440f-90f0-7bbf1878ddab" providerId="ADAL" clId="{38C6BB71-B616-44BB-B99F-C18FCF4D6B3F}" dt="2025-04-02T18:45:25.422" v="0"/>
            <ac:spMkLst>
              <pc:docMk/>
              <pc:sldMasterMk cId="897116807" sldId="2147483660"/>
              <pc:sldLayoutMk cId="3259164250" sldId="2147483970"/>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2040459795" sldId="2147483971"/>
          </pc:sldLayoutMkLst>
          <pc:spChg chg="mod">
            <ac:chgData name="Katy Kenny" userId="1ba59bd1-a020-440f-90f0-7bbf1878ddab" providerId="ADAL" clId="{38C6BB71-B616-44BB-B99F-C18FCF4D6B3F}" dt="2025-04-02T18:45:25.422" v="0"/>
            <ac:spMkLst>
              <pc:docMk/>
              <pc:sldMasterMk cId="897116807" sldId="2147483660"/>
              <pc:sldLayoutMk cId="2040459795" sldId="2147483971"/>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1157208246" sldId="2147483972"/>
          </pc:sldLayoutMkLst>
          <pc:spChg chg="mod">
            <ac:chgData name="Katy Kenny" userId="1ba59bd1-a020-440f-90f0-7bbf1878ddab" providerId="ADAL" clId="{38C6BB71-B616-44BB-B99F-C18FCF4D6B3F}" dt="2025-04-02T18:45:25.422" v="0"/>
            <ac:spMkLst>
              <pc:docMk/>
              <pc:sldMasterMk cId="897116807" sldId="2147483660"/>
              <pc:sldLayoutMk cId="1157208246" sldId="2147483972"/>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626326415" sldId="2147483973"/>
          </pc:sldLayoutMkLst>
          <pc:spChg chg="mod">
            <ac:chgData name="Katy Kenny" userId="1ba59bd1-a020-440f-90f0-7bbf1878ddab" providerId="ADAL" clId="{38C6BB71-B616-44BB-B99F-C18FCF4D6B3F}" dt="2025-04-02T18:45:25.422" v="0"/>
            <ac:spMkLst>
              <pc:docMk/>
              <pc:sldMasterMk cId="897116807" sldId="2147483660"/>
              <pc:sldLayoutMk cId="3626326415" sldId="2147483973"/>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3703755326" sldId="2147483974"/>
          </pc:sldLayoutMkLst>
          <pc:spChg chg="mod">
            <ac:chgData name="Katy Kenny" userId="1ba59bd1-a020-440f-90f0-7bbf1878ddab" providerId="ADAL" clId="{38C6BB71-B616-44BB-B99F-C18FCF4D6B3F}" dt="2025-04-02T18:45:25.422" v="0"/>
            <ac:spMkLst>
              <pc:docMk/>
              <pc:sldMasterMk cId="897116807" sldId="2147483660"/>
              <pc:sldLayoutMk cId="3703755326" sldId="2147483974"/>
              <ac:spMk id="3" creationId="{42FEF0A1-A671-9231-4DC3-61AA624CB168}"/>
            </ac:spMkLst>
          </pc:spChg>
        </pc:sldLayoutChg>
        <pc:sldLayoutChg chg="modSp">
          <pc:chgData name="Katy Kenny" userId="1ba59bd1-a020-440f-90f0-7bbf1878ddab" providerId="ADAL" clId="{38C6BB71-B616-44BB-B99F-C18FCF4D6B3F}" dt="2025-04-02T18:45:25.422" v="0"/>
          <pc:sldLayoutMkLst>
            <pc:docMk/>
            <pc:sldMasterMk cId="897116807" sldId="2147483660"/>
            <pc:sldLayoutMk cId="4275056818" sldId="2147483998"/>
          </pc:sldLayoutMkLst>
          <pc:spChg chg="mod">
            <ac:chgData name="Katy Kenny" userId="1ba59bd1-a020-440f-90f0-7bbf1878ddab" providerId="ADAL" clId="{38C6BB71-B616-44BB-B99F-C18FCF4D6B3F}" dt="2025-04-02T18:45:25.422" v="0"/>
            <ac:spMkLst>
              <pc:docMk/>
              <pc:sldMasterMk cId="897116807" sldId="2147483660"/>
              <pc:sldLayoutMk cId="4275056818" sldId="2147483998"/>
              <ac:spMk id="3" creationId="{742DE5E3-743C-3C79-855B-1421A3FC403F}"/>
            </ac:spMkLst>
          </pc:spChg>
        </pc:sldLayoutChg>
      </pc:sldMasterChg>
      <pc:sldMasterChg chg="modSp modSldLayout">
        <pc:chgData name="Katy Kenny" userId="1ba59bd1-a020-440f-90f0-7bbf1878ddab" providerId="ADAL" clId="{38C6BB71-B616-44BB-B99F-C18FCF4D6B3F}" dt="2025-04-02T18:45:25.422" v="0"/>
        <pc:sldMasterMkLst>
          <pc:docMk/>
          <pc:sldMasterMk cId="2096264003" sldId="2147483897"/>
        </pc:sldMasterMkLst>
        <pc:spChg chg="mod">
          <ac:chgData name="Katy Kenny" userId="1ba59bd1-a020-440f-90f0-7bbf1878ddab" providerId="ADAL" clId="{38C6BB71-B616-44BB-B99F-C18FCF4D6B3F}" dt="2025-04-02T18:45:25.422" v="0"/>
          <ac:spMkLst>
            <pc:docMk/>
            <pc:sldMasterMk cId="2096264003" sldId="2147483897"/>
            <ac:spMk id="5" creationId="{F9E89C31-721A-1004-27B2-706A01F95515}"/>
          </ac:spMkLst>
        </pc:spChg>
        <pc:sldLayoutChg chg="modSp">
          <pc:chgData name="Katy Kenny" userId="1ba59bd1-a020-440f-90f0-7bbf1878ddab" providerId="ADAL" clId="{38C6BB71-B616-44BB-B99F-C18FCF4D6B3F}" dt="2025-04-02T18:45:25.422" v="0"/>
          <pc:sldLayoutMkLst>
            <pc:docMk/>
            <pc:sldMasterMk cId="2096264003" sldId="2147483897"/>
            <pc:sldLayoutMk cId="303058489" sldId="2147483805"/>
          </pc:sldLayoutMkLst>
          <pc:spChg chg="mod">
            <ac:chgData name="Katy Kenny" userId="1ba59bd1-a020-440f-90f0-7bbf1878ddab" providerId="ADAL" clId="{38C6BB71-B616-44BB-B99F-C18FCF4D6B3F}" dt="2025-04-02T18:45:25.422" v="0"/>
            <ac:spMkLst>
              <pc:docMk/>
              <pc:sldMasterMk cId="2096264003" sldId="2147483897"/>
              <pc:sldLayoutMk cId="303058489" sldId="2147483805"/>
              <ac:spMk id="2" creationId="{42B03FB9-F2CF-E9E2-CD16-EFAF39A54C0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55057854" sldId="2147483806"/>
          </pc:sldLayoutMkLst>
          <pc:spChg chg="mod">
            <ac:chgData name="Katy Kenny" userId="1ba59bd1-a020-440f-90f0-7bbf1878ddab" providerId="ADAL" clId="{38C6BB71-B616-44BB-B99F-C18FCF4D6B3F}" dt="2025-04-02T18:45:25.422" v="0"/>
            <ac:spMkLst>
              <pc:docMk/>
              <pc:sldMasterMk cId="2096264003" sldId="2147483897"/>
              <pc:sldLayoutMk cId="455057854" sldId="2147483806"/>
              <ac:spMk id="2" creationId="{419183C1-A797-822E-8EDA-77E79CBE4E1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010455507" sldId="2147483807"/>
          </pc:sldLayoutMkLst>
          <pc:spChg chg="mod">
            <ac:chgData name="Katy Kenny" userId="1ba59bd1-a020-440f-90f0-7bbf1878ddab" providerId="ADAL" clId="{38C6BB71-B616-44BB-B99F-C18FCF4D6B3F}" dt="2025-04-02T18:45:25.422" v="0"/>
            <ac:spMkLst>
              <pc:docMk/>
              <pc:sldMasterMk cId="2096264003" sldId="2147483897"/>
              <pc:sldLayoutMk cId="4010455507" sldId="2147483807"/>
              <ac:spMk id="2" creationId="{0D5EBA5A-6344-EB08-F4A1-732073E8116E}"/>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638233803" sldId="2147483811"/>
          </pc:sldLayoutMkLst>
          <pc:spChg chg="mod">
            <ac:chgData name="Katy Kenny" userId="1ba59bd1-a020-440f-90f0-7bbf1878ddab" providerId="ADAL" clId="{38C6BB71-B616-44BB-B99F-C18FCF4D6B3F}" dt="2025-04-02T18:45:25.422" v="0"/>
            <ac:spMkLst>
              <pc:docMk/>
              <pc:sldMasterMk cId="2096264003" sldId="2147483897"/>
              <pc:sldLayoutMk cId="638233803" sldId="2147483811"/>
              <ac:spMk id="2" creationId="{3523EBE6-368C-AABD-B2EA-795883AD82C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971352237" sldId="2147483812"/>
          </pc:sldLayoutMkLst>
          <pc:spChg chg="mod">
            <ac:chgData name="Katy Kenny" userId="1ba59bd1-a020-440f-90f0-7bbf1878ddab" providerId="ADAL" clId="{38C6BB71-B616-44BB-B99F-C18FCF4D6B3F}" dt="2025-04-02T18:45:25.422" v="0"/>
            <ac:spMkLst>
              <pc:docMk/>
              <pc:sldMasterMk cId="2096264003" sldId="2147483897"/>
              <pc:sldLayoutMk cId="971352237" sldId="2147483812"/>
              <ac:spMk id="2" creationId="{466690A0-0AF5-E732-C5CD-5AA98AB3E4D8}"/>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10246579" sldId="2147483813"/>
          </pc:sldLayoutMkLst>
          <pc:spChg chg="mod">
            <ac:chgData name="Katy Kenny" userId="1ba59bd1-a020-440f-90f0-7bbf1878ddab" providerId="ADAL" clId="{38C6BB71-B616-44BB-B99F-C18FCF4D6B3F}" dt="2025-04-02T18:45:25.422" v="0"/>
            <ac:spMkLst>
              <pc:docMk/>
              <pc:sldMasterMk cId="2096264003" sldId="2147483897"/>
              <pc:sldLayoutMk cId="1710246579" sldId="2147483813"/>
              <ac:spMk id="3" creationId="{7243D0F9-0884-8DD7-D8CF-269A5589E5C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308682626" sldId="2147483814"/>
          </pc:sldLayoutMkLst>
          <pc:spChg chg="mod">
            <ac:chgData name="Katy Kenny" userId="1ba59bd1-a020-440f-90f0-7bbf1878ddab" providerId="ADAL" clId="{38C6BB71-B616-44BB-B99F-C18FCF4D6B3F}" dt="2025-04-02T18:45:25.422" v="0"/>
            <ac:spMkLst>
              <pc:docMk/>
              <pc:sldMasterMk cId="2096264003" sldId="2147483897"/>
              <pc:sldLayoutMk cId="1308682626" sldId="2147483814"/>
              <ac:spMk id="2" creationId="{65B3A4E0-B45B-FC58-7EC9-0BE82D9BAF29}"/>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808822559" sldId="2147483815"/>
          </pc:sldLayoutMkLst>
          <pc:spChg chg="mod">
            <ac:chgData name="Katy Kenny" userId="1ba59bd1-a020-440f-90f0-7bbf1878ddab" providerId="ADAL" clId="{38C6BB71-B616-44BB-B99F-C18FCF4D6B3F}" dt="2025-04-02T18:45:25.422" v="0"/>
            <ac:spMkLst>
              <pc:docMk/>
              <pc:sldMasterMk cId="2096264003" sldId="2147483897"/>
              <pc:sldLayoutMk cId="3808822559" sldId="2147483815"/>
              <ac:spMk id="7" creationId="{57A89135-A0FA-5053-BB8C-D9E2E2608AA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696169873" sldId="2147483816"/>
          </pc:sldLayoutMkLst>
          <pc:spChg chg="mod">
            <ac:chgData name="Katy Kenny" userId="1ba59bd1-a020-440f-90f0-7bbf1878ddab" providerId="ADAL" clId="{38C6BB71-B616-44BB-B99F-C18FCF4D6B3F}" dt="2025-04-02T18:45:25.422" v="0"/>
            <ac:spMkLst>
              <pc:docMk/>
              <pc:sldMasterMk cId="2096264003" sldId="2147483897"/>
              <pc:sldLayoutMk cId="3696169873" sldId="2147483816"/>
              <ac:spMk id="3" creationId="{3D37F6F2-A00E-AB7E-6878-C701C8A3E2A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591163073" sldId="2147483817"/>
          </pc:sldLayoutMkLst>
          <pc:spChg chg="mod">
            <ac:chgData name="Katy Kenny" userId="1ba59bd1-a020-440f-90f0-7bbf1878ddab" providerId="ADAL" clId="{38C6BB71-B616-44BB-B99F-C18FCF4D6B3F}" dt="2025-04-02T18:45:25.422" v="0"/>
            <ac:spMkLst>
              <pc:docMk/>
              <pc:sldMasterMk cId="2096264003" sldId="2147483897"/>
              <pc:sldLayoutMk cId="1591163073" sldId="2147483817"/>
              <ac:spMk id="3" creationId="{BB940314-69C9-4DBF-41A7-ACC5E7EAB70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231060341" sldId="2147483818"/>
          </pc:sldLayoutMkLst>
          <pc:spChg chg="mod">
            <ac:chgData name="Katy Kenny" userId="1ba59bd1-a020-440f-90f0-7bbf1878ddab" providerId="ADAL" clId="{38C6BB71-B616-44BB-B99F-C18FCF4D6B3F}" dt="2025-04-02T18:45:25.422" v="0"/>
            <ac:spMkLst>
              <pc:docMk/>
              <pc:sldMasterMk cId="2096264003" sldId="2147483897"/>
              <pc:sldLayoutMk cId="3231060341" sldId="2147483818"/>
              <ac:spMk id="3" creationId="{83BEE7CC-12FD-5CBA-D24E-BB5332B1170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111272136" sldId="2147483819"/>
          </pc:sldLayoutMkLst>
          <pc:spChg chg="mod">
            <ac:chgData name="Katy Kenny" userId="1ba59bd1-a020-440f-90f0-7bbf1878ddab" providerId="ADAL" clId="{38C6BB71-B616-44BB-B99F-C18FCF4D6B3F}" dt="2025-04-02T18:45:25.422" v="0"/>
            <ac:spMkLst>
              <pc:docMk/>
              <pc:sldMasterMk cId="2096264003" sldId="2147483897"/>
              <pc:sldLayoutMk cId="3111272136" sldId="2147483819"/>
              <ac:spMk id="2" creationId="{578D593F-C3B0-D522-950C-FCDD0CAD5FD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742106184" sldId="2147483820"/>
          </pc:sldLayoutMkLst>
          <pc:spChg chg="mod">
            <ac:chgData name="Katy Kenny" userId="1ba59bd1-a020-440f-90f0-7bbf1878ddab" providerId="ADAL" clId="{38C6BB71-B616-44BB-B99F-C18FCF4D6B3F}" dt="2025-04-02T18:45:25.422" v="0"/>
            <ac:spMkLst>
              <pc:docMk/>
              <pc:sldMasterMk cId="2096264003" sldId="2147483897"/>
              <pc:sldLayoutMk cId="742106184" sldId="2147483820"/>
              <ac:spMk id="3" creationId="{FBB0F3AC-294D-C390-F99D-4727F882F49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680351262" sldId="2147483821"/>
          </pc:sldLayoutMkLst>
          <pc:spChg chg="mod">
            <ac:chgData name="Katy Kenny" userId="1ba59bd1-a020-440f-90f0-7bbf1878ddab" providerId="ADAL" clId="{38C6BB71-B616-44BB-B99F-C18FCF4D6B3F}" dt="2025-04-02T18:45:25.422" v="0"/>
            <ac:spMkLst>
              <pc:docMk/>
              <pc:sldMasterMk cId="2096264003" sldId="2147483897"/>
              <pc:sldLayoutMk cId="1680351262" sldId="2147483821"/>
              <ac:spMk id="3" creationId="{BA30357D-78AB-0892-6ADB-E040BDF5B3A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45603339" sldId="2147483822"/>
          </pc:sldLayoutMkLst>
          <pc:spChg chg="mod">
            <ac:chgData name="Katy Kenny" userId="1ba59bd1-a020-440f-90f0-7bbf1878ddab" providerId="ADAL" clId="{38C6BB71-B616-44BB-B99F-C18FCF4D6B3F}" dt="2025-04-02T18:45:25.422" v="0"/>
            <ac:spMkLst>
              <pc:docMk/>
              <pc:sldMasterMk cId="2096264003" sldId="2147483897"/>
              <pc:sldLayoutMk cId="1745603339" sldId="2147483822"/>
              <ac:spMk id="2" creationId="{8D14C915-0776-3FFB-B4A1-F4753B08CCA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135382087" sldId="2147483823"/>
          </pc:sldLayoutMkLst>
          <pc:spChg chg="mod">
            <ac:chgData name="Katy Kenny" userId="1ba59bd1-a020-440f-90f0-7bbf1878ddab" providerId="ADAL" clId="{38C6BB71-B616-44BB-B99F-C18FCF4D6B3F}" dt="2025-04-02T18:45:25.422" v="0"/>
            <ac:spMkLst>
              <pc:docMk/>
              <pc:sldMasterMk cId="2096264003" sldId="2147483897"/>
              <pc:sldLayoutMk cId="4135382087" sldId="2147483823"/>
              <ac:spMk id="2" creationId="{1C1DCFD5-C8E7-348F-8DBC-838E76182B2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051699948" sldId="2147483824"/>
          </pc:sldLayoutMkLst>
          <pc:spChg chg="mod">
            <ac:chgData name="Katy Kenny" userId="1ba59bd1-a020-440f-90f0-7bbf1878ddab" providerId="ADAL" clId="{38C6BB71-B616-44BB-B99F-C18FCF4D6B3F}" dt="2025-04-02T18:45:25.422" v="0"/>
            <ac:spMkLst>
              <pc:docMk/>
              <pc:sldMasterMk cId="2096264003" sldId="2147483897"/>
              <pc:sldLayoutMk cId="4051699948" sldId="2147483824"/>
              <ac:spMk id="3" creationId="{82AFD8C6-78D3-1B98-2061-75C98E8BCBA3}"/>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141578943" sldId="2147483825"/>
          </pc:sldLayoutMkLst>
          <pc:spChg chg="mod">
            <ac:chgData name="Katy Kenny" userId="1ba59bd1-a020-440f-90f0-7bbf1878ddab" providerId="ADAL" clId="{38C6BB71-B616-44BB-B99F-C18FCF4D6B3F}" dt="2025-04-02T18:45:25.422" v="0"/>
            <ac:spMkLst>
              <pc:docMk/>
              <pc:sldMasterMk cId="2096264003" sldId="2147483897"/>
              <pc:sldLayoutMk cId="2141578943" sldId="2147483825"/>
              <ac:spMk id="8" creationId="{15B2F4E6-CFEB-D921-4BBF-F716D58C4C1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717794918" sldId="2147483826"/>
          </pc:sldLayoutMkLst>
          <pc:spChg chg="mod">
            <ac:chgData name="Katy Kenny" userId="1ba59bd1-a020-440f-90f0-7bbf1878ddab" providerId="ADAL" clId="{38C6BB71-B616-44BB-B99F-C18FCF4D6B3F}" dt="2025-04-02T18:45:25.422" v="0"/>
            <ac:spMkLst>
              <pc:docMk/>
              <pc:sldMasterMk cId="2096264003" sldId="2147483897"/>
              <pc:sldLayoutMk cId="3717794918" sldId="2147483826"/>
              <ac:spMk id="3" creationId="{C841127B-1FFE-47BE-573E-2B787B28E06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015636952" sldId="2147483828"/>
          </pc:sldLayoutMkLst>
          <pc:spChg chg="mod">
            <ac:chgData name="Katy Kenny" userId="1ba59bd1-a020-440f-90f0-7bbf1878ddab" providerId="ADAL" clId="{38C6BB71-B616-44BB-B99F-C18FCF4D6B3F}" dt="2025-04-02T18:45:25.422" v="0"/>
            <ac:spMkLst>
              <pc:docMk/>
              <pc:sldMasterMk cId="2096264003" sldId="2147483897"/>
              <pc:sldLayoutMk cId="2015636952" sldId="2147483828"/>
              <ac:spMk id="11" creationId="{D903013C-AAD6-C175-4988-A40FD450CD2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610907304" sldId="2147483829"/>
          </pc:sldLayoutMkLst>
          <pc:spChg chg="mod">
            <ac:chgData name="Katy Kenny" userId="1ba59bd1-a020-440f-90f0-7bbf1878ddab" providerId="ADAL" clId="{38C6BB71-B616-44BB-B99F-C18FCF4D6B3F}" dt="2025-04-02T18:45:25.422" v="0"/>
            <ac:spMkLst>
              <pc:docMk/>
              <pc:sldMasterMk cId="2096264003" sldId="2147483897"/>
              <pc:sldLayoutMk cId="3610907304" sldId="2147483829"/>
              <ac:spMk id="3" creationId="{3F8D11CB-F744-9B72-DFB3-C7DD197FE6E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894121307" sldId="2147483830"/>
          </pc:sldLayoutMkLst>
          <pc:spChg chg="mod">
            <ac:chgData name="Katy Kenny" userId="1ba59bd1-a020-440f-90f0-7bbf1878ddab" providerId="ADAL" clId="{38C6BB71-B616-44BB-B99F-C18FCF4D6B3F}" dt="2025-04-02T18:45:25.422" v="0"/>
            <ac:spMkLst>
              <pc:docMk/>
              <pc:sldMasterMk cId="2096264003" sldId="2147483897"/>
              <pc:sldLayoutMk cId="2894121307" sldId="2147483830"/>
              <ac:spMk id="2" creationId="{0B3C8DF1-9030-253E-3B4D-AEEE5DD8E35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937166881" sldId="2147483831"/>
          </pc:sldLayoutMkLst>
          <pc:spChg chg="mod">
            <ac:chgData name="Katy Kenny" userId="1ba59bd1-a020-440f-90f0-7bbf1878ddab" providerId="ADAL" clId="{38C6BB71-B616-44BB-B99F-C18FCF4D6B3F}" dt="2025-04-02T18:45:25.422" v="0"/>
            <ac:spMkLst>
              <pc:docMk/>
              <pc:sldMasterMk cId="2096264003" sldId="2147483897"/>
              <pc:sldLayoutMk cId="1937166881" sldId="2147483831"/>
              <ac:spMk id="2" creationId="{722E5B61-81DA-2E54-81B2-110C020B4DA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831267468" sldId="2147483832"/>
          </pc:sldLayoutMkLst>
          <pc:spChg chg="mod">
            <ac:chgData name="Katy Kenny" userId="1ba59bd1-a020-440f-90f0-7bbf1878ddab" providerId="ADAL" clId="{38C6BB71-B616-44BB-B99F-C18FCF4D6B3F}" dt="2025-04-02T18:45:25.422" v="0"/>
            <ac:spMkLst>
              <pc:docMk/>
              <pc:sldMasterMk cId="2096264003" sldId="2147483897"/>
              <pc:sldLayoutMk cId="1831267468" sldId="2147483832"/>
              <ac:spMk id="3" creationId="{2CCE0376-5957-F02C-1732-0D76A95498B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68498074" sldId="2147483833"/>
          </pc:sldLayoutMkLst>
          <pc:spChg chg="mod">
            <ac:chgData name="Katy Kenny" userId="1ba59bd1-a020-440f-90f0-7bbf1878ddab" providerId="ADAL" clId="{38C6BB71-B616-44BB-B99F-C18FCF4D6B3F}" dt="2025-04-02T18:45:25.422" v="0"/>
            <ac:spMkLst>
              <pc:docMk/>
              <pc:sldMasterMk cId="2096264003" sldId="2147483897"/>
              <pc:sldLayoutMk cId="268498074" sldId="2147483833"/>
              <ac:spMk id="3" creationId="{442B5C8A-9889-9AB6-6A5E-2B6C93578A0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975136839" sldId="2147483834"/>
          </pc:sldLayoutMkLst>
          <pc:spChg chg="mod">
            <ac:chgData name="Katy Kenny" userId="1ba59bd1-a020-440f-90f0-7bbf1878ddab" providerId="ADAL" clId="{38C6BB71-B616-44BB-B99F-C18FCF4D6B3F}" dt="2025-04-02T18:45:25.422" v="0"/>
            <ac:spMkLst>
              <pc:docMk/>
              <pc:sldMasterMk cId="2096264003" sldId="2147483897"/>
              <pc:sldLayoutMk cId="1975136839" sldId="2147483834"/>
              <ac:spMk id="2" creationId="{D011B7DD-0C72-223D-635B-81987CABB16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945546056" sldId="2147483835"/>
          </pc:sldLayoutMkLst>
          <pc:spChg chg="mod">
            <ac:chgData name="Katy Kenny" userId="1ba59bd1-a020-440f-90f0-7bbf1878ddab" providerId="ADAL" clId="{38C6BB71-B616-44BB-B99F-C18FCF4D6B3F}" dt="2025-04-02T18:45:25.422" v="0"/>
            <ac:spMkLst>
              <pc:docMk/>
              <pc:sldMasterMk cId="2096264003" sldId="2147483897"/>
              <pc:sldLayoutMk cId="945546056" sldId="2147483835"/>
              <ac:spMk id="14" creationId="{84C97BA9-6ED1-EDBA-E7DA-CC65E9E96728}"/>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74620479" sldId="2147483836"/>
          </pc:sldLayoutMkLst>
          <pc:spChg chg="mod">
            <ac:chgData name="Katy Kenny" userId="1ba59bd1-a020-440f-90f0-7bbf1878ddab" providerId="ADAL" clId="{38C6BB71-B616-44BB-B99F-C18FCF4D6B3F}" dt="2025-04-02T18:45:25.422" v="0"/>
            <ac:spMkLst>
              <pc:docMk/>
              <pc:sldMasterMk cId="2096264003" sldId="2147483897"/>
              <pc:sldLayoutMk cId="274620479" sldId="2147483836"/>
              <ac:spMk id="3" creationId="{62F756A4-2EAE-D65E-52E3-4A4E00A0BDA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957906143" sldId="2147483837"/>
          </pc:sldLayoutMkLst>
          <pc:spChg chg="mod">
            <ac:chgData name="Katy Kenny" userId="1ba59bd1-a020-440f-90f0-7bbf1878ddab" providerId="ADAL" clId="{38C6BB71-B616-44BB-B99F-C18FCF4D6B3F}" dt="2025-04-02T18:45:25.422" v="0"/>
            <ac:spMkLst>
              <pc:docMk/>
              <pc:sldMasterMk cId="2096264003" sldId="2147483897"/>
              <pc:sldLayoutMk cId="957906143" sldId="2147483837"/>
              <ac:spMk id="2" creationId="{562B4E36-7CA8-2015-3DF8-D054F3D020A9}"/>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822765248" sldId="2147483838"/>
          </pc:sldLayoutMkLst>
          <pc:spChg chg="mod">
            <ac:chgData name="Katy Kenny" userId="1ba59bd1-a020-440f-90f0-7bbf1878ddab" providerId="ADAL" clId="{38C6BB71-B616-44BB-B99F-C18FCF4D6B3F}" dt="2025-04-02T18:45:25.422" v="0"/>
            <ac:spMkLst>
              <pc:docMk/>
              <pc:sldMasterMk cId="2096264003" sldId="2147483897"/>
              <pc:sldLayoutMk cId="822765248" sldId="2147483838"/>
              <ac:spMk id="2" creationId="{45BD708D-4B30-675B-C94B-3685E7F1400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581050469" sldId="2147483839"/>
          </pc:sldLayoutMkLst>
          <pc:spChg chg="mod">
            <ac:chgData name="Katy Kenny" userId="1ba59bd1-a020-440f-90f0-7bbf1878ddab" providerId="ADAL" clId="{38C6BB71-B616-44BB-B99F-C18FCF4D6B3F}" dt="2025-04-02T18:45:25.422" v="0"/>
            <ac:spMkLst>
              <pc:docMk/>
              <pc:sldMasterMk cId="2096264003" sldId="2147483897"/>
              <pc:sldLayoutMk cId="3581050469" sldId="2147483839"/>
              <ac:spMk id="3" creationId="{28350D8A-070E-B09A-A5EF-CC7DF934805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547148076" sldId="2147483840"/>
          </pc:sldLayoutMkLst>
          <pc:spChg chg="mod">
            <ac:chgData name="Katy Kenny" userId="1ba59bd1-a020-440f-90f0-7bbf1878ddab" providerId="ADAL" clId="{38C6BB71-B616-44BB-B99F-C18FCF4D6B3F}" dt="2025-04-02T18:45:25.422" v="0"/>
            <ac:spMkLst>
              <pc:docMk/>
              <pc:sldMasterMk cId="2096264003" sldId="2147483897"/>
              <pc:sldLayoutMk cId="2547148076" sldId="2147483840"/>
              <ac:spMk id="3" creationId="{C3481B50-9B8E-284C-9369-EFCF3B98B59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250489657" sldId="2147483841"/>
          </pc:sldLayoutMkLst>
          <pc:spChg chg="mod">
            <ac:chgData name="Katy Kenny" userId="1ba59bd1-a020-440f-90f0-7bbf1878ddab" providerId="ADAL" clId="{38C6BB71-B616-44BB-B99F-C18FCF4D6B3F}" dt="2025-04-02T18:45:25.422" v="0"/>
            <ac:spMkLst>
              <pc:docMk/>
              <pc:sldMasterMk cId="2096264003" sldId="2147483897"/>
              <pc:sldLayoutMk cId="1250489657" sldId="2147483841"/>
              <ac:spMk id="2" creationId="{6D62E88C-FF5B-EA16-850F-5865FE68762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698468617" sldId="2147483842"/>
          </pc:sldLayoutMkLst>
          <pc:spChg chg="mod">
            <ac:chgData name="Katy Kenny" userId="1ba59bd1-a020-440f-90f0-7bbf1878ddab" providerId="ADAL" clId="{38C6BB71-B616-44BB-B99F-C18FCF4D6B3F}" dt="2025-04-02T18:45:25.422" v="0"/>
            <ac:spMkLst>
              <pc:docMk/>
              <pc:sldMasterMk cId="2096264003" sldId="2147483897"/>
              <pc:sldLayoutMk cId="698468617" sldId="2147483842"/>
              <ac:spMk id="3" creationId="{EA1B2FE4-0FF5-4B47-1149-F9C3158A0E0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170291567" sldId="2147483843"/>
          </pc:sldLayoutMkLst>
          <pc:spChg chg="mod">
            <ac:chgData name="Katy Kenny" userId="1ba59bd1-a020-440f-90f0-7bbf1878ddab" providerId="ADAL" clId="{38C6BB71-B616-44BB-B99F-C18FCF4D6B3F}" dt="2025-04-02T18:45:25.422" v="0"/>
            <ac:spMkLst>
              <pc:docMk/>
              <pc:sldMasterMk cId="2096264003" sldId="2147483897"/>
              <pc:sldLayoutMk cId="1170291567" sldId="2147483843"/>
              <ac:spMk id="2" creationId="{01BE1444-0776-2766-8BD5-F9EF437C39EF}"/>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222461798" sldId="2147483844"/>
          </pc:sldLayoutMkLst>
          <pc:spChg chg="mod">
            <ac:chgData name="Katy Kenny" userId="1ba59bd1-a020-440f-90f0-7bbf1878ddab" providerId="ADAL" clId="{38C6BB71-B616-44BB-B99F-C18FCF4D6B3F}" dt="2025-04-02T18:45:25.422" v="0"/>
            <ac:spMkLst>
              <pc:docMk/>
              <pc:sldMasterMk cId="2096264003" sldId="2147483897"/>
              <pc:sldLayoutMk cId="2222461798" sldId="2147483844"/>
              <ac:spMk id="4" creationId="{111E649E-4FEE-59E9-C264-F2A29F904D9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746954386" sldId="2147483845"/>
          </pc:sldLayoutMkLst>
          <pc:spChg chg="mod">
            <ac:chgData name="Katy Kenny" userId="1ba59bd1-a020-440f-90f0-7bbf1878ddab" providerId="ADAL" clId="{38C6BB71-B616-44BB-B99F-C18FCF4D6B3F}" dt="2025-04-02T18:45:25.422" v="0"/>
            <ac:spMkLst>
              <pc:docMk/>
              <pc:sldMasterMk cId="2096264003" sldId="2147483897"/>
              <pc:sldLayoutMk cId="2746954386" sldId="2147483845"/>
              <ac:spMk id="2" creationId="{33BC27CC-7C44-0DA3-EBB9-A04BDAA167B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697654601" sldId="2147483846"/>
          </pc:sldLayoutMkLst>
          <pc:spChg chg="mod">
            <ac:chgData name="Katy Kenny" userId="1ba59bd1-a020-440f-90f0-7bbf1878ddab" providerId="ADAL" clId="{38C6BB71-B616-44BB-B99F-C18FCF4D6B3F}" dt="2025-04-02T18:45:25.422" v="0"/>
            <ac:spMkLst>
              <pc:docMk/>
              <pc:sldMasterMk cId="2096264003" sldId="2147483897"/>
              <pc:sldLayoutMk cId="1697654601" sldId="2147483846"/>
              <ac:spMk id="2" creationId="{7B7D8F88-716C-126B-6788-0533CEB2974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290491369" sldId="2147483847"/>
          </pc:sldLayoutMkLst>
          <pc:spChg chg="mod">
            <ac:chgData name="Katy Kenny" userId="1ba59bd1-a020-440f-90f0-7bbf1878ddab" providerId="ADAL" clId="{38C6BB71-B616-44BB-B99F-C18FCF4D6B3F}" dt="2025-04-02T18:45:25.422" v="0"/>
            <ac:spMkLst>
              <pc:docMk/>
              <pc:sldMasterMk cId="2096264003" sldId="2147483897"/>
              <pc:sldLayoutMk cId="1290491369" sldId="2147483847"/>
              <ac:spMk id="2" creationId="{B8E36140-7D9B-23AC-F661-22C62F13271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392270836" sldId="2147483848"/>
          </pc:sldLayoutMkLst>
          <pc:spChg chg="mod">
            <ac:chgData name="Katy Kenny" userId="1ba59bd1-a020-440f-90f0-7bbf1878ddab" providerId="ADAL" clId="{38C6BB71-B616-44BB-B99F-C18FCF4D6B3F}" dt="2025-04-02T18:45:25.422" v="0"/>
            <ac:spMkLst>
              <pc:docMk/>
              <pc:sldMasterMk cId="2096264003" sldId="2147483897"/>
              <pc:sldLayoutMk cId="1392270836" sldId="2147483848"/>
              <ac:spMk id="2" creationId="{87C7E3C4-AFE1-15D2-5646-80B86002401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61813083" sldId="2147483849"/>
          </pc:sldLayoutMkLst>
          <pc:spChg chg="mod">
            <ac:chgData name="Katy Kenny" userId="1ba59bd1-a020-440f-90f0-7bbf1878ddab" providerId="ADAL" clId="{38C6BB71-B616-44BB-B99F-C18FCF4D6B3F}" dt="2025-04-02T18:45:25.422" v="0"/>
            <ac:spMkLst>
              <pc:docMk/>
              <pc:sldMasterMk cId="2096264003" sldId="2147483897"/>
              <pc:sldLayoutMk cId="361813083" sldId="2147483849"/>
              <ac:spMk id="2" creationId="{D6F99ACE-A4B3-58D1-AD1B-D4BE991D63C6}"/>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227641012" sldId="2147483850"/>
          </pc:sldLayoutMkLst>
          <pc:spChg chg="mod">
            <ac:chgData name="Katy Kenny" userId="1ba59bd1-a020-440f-90f0-7bbf1878ddab" providerId="ADAL" clId="{38C6BB71-B616-44BB-B99F-C18FCF4D6B3F}" dt="2025-04-02T18:45:25.422" v="0"/>
            <ac:spMkLst>
              <pc:docMk/>
              <pc:sldMasterMk cId="2096264003" sldId="2147483897"/>
              <pc:sldLayoutMk cId="1227641012" sldId="2147483850"/>
              <ac:spMk id="2" creationId="{E343C7FA-5284-7EC0-07D3-527905D33739}"/>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340950750" sldId="2147483851"/>
          </pc:sldLayoutMkLst>
          <pc:spChg chg="mod">
            <ac:chgData name="Katy Kenny" userId="1ba59bd1-a020-440f-90f0-7bbf1878ddab" providerId="ADAL" clId="{38C6BB71-B616-44BB-B99F-C18FCF4D6B3F}" dt="2025-04-02T18:45:25.422" v="0"/>
            <ac:spMkLst>
              <pc:docMk/>
              <pc:sldMasterMk cId="2096264003" sldId="2147483897"/>
              <pc:sldLayoutMk cId="1340950750" sldId="2147483851"/>
              <ac:spMk id="2" creationId="{48C8A426-CFD4-F935-EA1E-C0813BB7D86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573399291" sldId="2147483852"/>
          </pc:sldLayoutMkLst>
          <pc:spChg chg="mod">
            <ac:chgData name="Katy Kenny" userId="1ba59bd1-a020-440f-90f0-7bbf1878ddab" providerId="ADAL" clId="{38C6BB71-B616-44BB-B99F-C18FCF4D6B3F}" dt="2025-04-02T18:45:25.422" v="0"/>
            <ac:spMkLst>
              <pc:docMk/>
              <pc:sldMasterMk cId="2096264003" sldId="2147483897"/>
              <pc:sldLayoutMk cId="3573399291" sldId="2147483852"/>
              <ac:spMk id="2" creationId="{AF5891F9-BD86-2AE6-BB9C-E2BE9E491EB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543757835" sldId="2147483853"/>
          </pc:sldLayoutMkLst>
          <pc:spChg chg="mod">
            <ac:chgData name="Katy Kenny" userId="1ba59bd1-a020-440f-90f0-7bbf1878ddab" providerId="ADAL" clId="{38C6BB71-B616-44BB-B99F-C18FCF4D6B3F}" dt="2025-04-02T18:45:25.422" v="0"/>
            <ac:spMkLst>
              <pc:docMk/>
              <pc:sldMasterMk cId="2096264003" sldId="2147483897"/>
              <pc:sldLayoutMk cId="1543757835" sldId="2147483853"/>
              <ac:spMk id="2" creationId="{C48ECBA9-5F0C-10FD-8C61-D143469B2EEE}"/>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453102783" sldId="2147483854"/>
          </pc:sldLayoutMkLst>
          <pc:spChg chg="mod">
            <ac:chgData name="Katy Kenny" userId="1ba59bd1-a020-440f-90f0-7bbf1878ddab" providerId="ADAL" clId="{38C6BB71-B616-44BB-B99F-C18FCF4D6B3F}" dt="2025-04-02T18:45:25.422" v="0"/>
            <ac:spMkLst>
              <pc:docMk/>
              <pc:sldMasterMk cId="2096264003" sldId="2147483897"/>
              <pc:sldLayoutMk cId="3453102783" sldId="2147483854"/>
              <ac:spMk id="2" creationId="{82D28650-31C4-E719-56CD-645C9CBD738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930114416" sldId="2147483855"/>
          </pc:sldLayoutMkLst>
          <pc:spChg chg="mod">
            <ac:chgData name="Katy Kenny" userId="1ba59bd1-a020-440f-90f0-7bbf1878ddab" providerId="ADAL" clId="{38C6BB71-B616-44BB-B99F-C18FCF4D6B3F}" dt="2025-04-02T18:45:25.422" v="0"/>
            <ac:spMkLst>
              <pc:docMk/>
              <pc:sldMasterMk cId="2096264003" sldId="2147483897"/>
              <pc:sldLayoutMk cId="930114416" sldId="2147483855"/>
              <ac:spMk id="2" creationId="{6B8017AD-954A-D92A-92EE-F66BA48CB34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77903779" sldId="2147483856"/>
          </pc:sldLayoutMkLst>
          <pc:spChg chg="mod">
            <ac:chgData name="Katy Kenny" userId="1ba59bd1-a020-440f-90f0-7bbf1878ddab" providerId="ADAL" clId="{38C6BB71-B616-44BB-B99F-C18FCF4D6B3F}" dt="2025-04-02T18:45:25.422" v="0"/>
            <ac:spMkLst>
              <pc:docMk/>
              <pc:sldMasterMk cId="2096264003" sldId="2147483897"/>
              <pc:sldLayoutMk cId="77903779" sldId="2147483856"/>
              <ac:spMk id="2" creationId="{754029D9-FE14-064A-60E1-77DDEE557CF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109239863" sldId="2147483857"/>
          </pc:sldLayoutMkLst>
          <pc:spChg chg="mod">
            <ac:chgData name="Katy Kenny" userId="1ba59bd1-a020-440f-90f0-7bbf1878ddab" providerId="ADAL" clId="{38C6BB71-B616-44BB-B99F-C18FCF4D6B3F}" dt="2025-04-02T18:45:25.422" v="0"/>
            <ac:spMkLst>
              <pc:docMk/>
              <pc:sldMasterMk cId="2096264003" sldId="2147483897"/>
              <pc:sldLayoutMk cId="2109239863" sldId="2147483857"/>
              <ac:spMk id="2" creationId="{94F89ED4-96B9-FCBE-645A-F29A8F264328}"/>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88855785" sldId="2147483858"/>
          </pc:sldLayoutMkLst>
          <pc:spChg chg="mod">
            <ac:chgData name="Katy Kenny" userId="1ba59bd1-a020-440f-90f0-7bbf1878ddab" providerId="ADAL" clId="{38C6BB71-B616-44BB-B99F-C18FCF4D6B3F}" dt="2025-04-02T18:45:25.422" v="0"/>
            <ac:spMkLst>
              <pc:docMk/>
              <pc:sldMasterMk cId="2096264003" sldId="2147483897"/>
              <pc:sldLayoutMk cId="1788855785" sldId="2147483858"/>
              <ac:spMk id="2" creationId="{880D78F3-192F-1B82-7723-35806B7EF10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866971755" sldId="2147483859"/>
          </pc:sldLayoutMkLst>
          <pc:spChg chg="mod">
            <ac:chgData name="Katy Kenny" userId="1ba59bd1-a020-440f-90f0-7bbf1878ddab" providerId="ADAL" clId="{38C6BB71-B616-44BB-B99F-C18FCF4D6B3F}" dt="2025-04-02T18:45:25.422" v="0"/>
            <ac:spMkLst>
              <pc:docMk/>
              <pc:sldMasterMk cId="2096264003" sldId="2147483897"/>
              <pc:sldLayoutMk cId="3866971755" sldId="2147483859"/>
              <ac:spMk id="2" creationId="{813EAEDE-A63D-7FE8-2043-31E851F760BE}"/>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966175758" sldId="2147483860"/>
          </pc:sldLayoutMkLst>
          <pc:spChg chg="mod">
            <ac:chgData name="Katy Kenny" userId="1ba59bd1-a020-440f-90f0-7bbf1878ddab" providerId="ADAL" clId="{38C6BB71-B616-44BB-B99F-C18FCF4D6B3F}" dt="2025-04-02T18:45:25.422" v="0"/>
            <ac:spMkLst>
              <pc:docMk/>
              <pc:sldMasterMk cId="2096264003" sldId="2147483897"/>
              <pc:sldLayoutMk cId="2966175758" sldId="2147483860"/>
              <ac:spMk id="2" creationId="{52371C50-9545-C05E-A0AB-9BF8D679744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429254459" sldId="2147483948"/>
          </pc:sldLayoutMkLst>
          <pc:spChg chg="mod">
            <ac:chgData name="Katy Kenny" userId="1ba59bd1-a020-440f-90f0-7bbf1878ddab" providerId="ADAL" clId="{38C6BB71-B616-44BB-B99F-C18FCF4D6B3F}" dt="2025-04-02T18:45:25.422" v="0"/>
            <ac:spMkLst>
              <pc:docMk/>
              <pc:sldMasterMk cId="2096264003" sldId="2147483897"/>
              <pc:sldLayoutMk cId="1429254459" sldId="2147483948"/>
              <ac:spMk id="5" creationId="{E490119D-777B-13E5-733E-F07D898A913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49858488" sldId="2147483949"/>
          </pc:sldLayoutMkLst>
          <pc:spChg chg="mod">
            <ac:chgData name="Katy Kenny" userId="1ba59bd1-a020-440f-90f0-7bbf1878ddab" providerId="ADAL" clId="{38C6BB71-B616-44BB-B99F-C18FCF4D6B3F}" dt="2025-04-02T18:45:25.422" v="0"/>
            <ac:spMkLst>
              <pc:docMk/>
              <pc:sldMasterMk cId="2096264003" sldId="2147483897"/>
              <pc:sldLayoutMk cId="1749858488" sldId="2147483949"/>
              <ac:spMk id="5" creationId="{23A22FAC-E206-554E-2BBA-F0DD66885CE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48195884" sldId="2147483950"/>
          </pc:sldLayoutMkLst>
          <pc:spChg chg="mod">
            <ac:chgData name="Katy Kenny" userId="1ba59bd1-a020-440f-90f0-7bbf1878ddab" providerId="ADAL" clId="{38C6BB71-B616-44BB-B99F-C18FCF4D6B3F}" dt="2025-04-02T18:45:25.422" v="0"/>
            <ac:spMkLst>
              <pc:docMk/>
              <pc:sldMasterMk cId="2096264003" sldId="2147483897"/>
              <pc:sldLayoutMk cId="448195884" sldId="2147483950"/>
              <ac:spMk id="10" creationId="{7C53B84B-E35A-BB1F-E8FD-4E3CEA6A6490}"/>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33216969" sldId="2147483951"/>
          </pc:sldLayoutMkLst>
          <pc:spChg chg="mod">
            <ac:chgData name="Katy Kenny" userId="1ba59bd1-a020-440f-90f0-7bbf1878ddab" providerId="ADAL" clId="{38C6BB71-B616-44BB-B99F-C18FCF4D6B3F}" dt="2025-04-02T18:45:25.422" v="0"/>
            <ac:spMkLst>
              <pc:docMk/>
              <pc:sldMasterMk cId="2096264003" sldId="2147483897"/>
              <pc:sldLayoutMk cId="333216969" sldId="2147483951"/>
              <ac:spMk id="10" creationId="{6FEB92B3-E79D-ABC7-DB74-319045C59A56}"/>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70759939" sldId="2147483952"/>
          </pc:sldLayoutMkLst>
          <pc:spChg chg="mod">
            <ac:chgData name="Katy Kenny" userId="1ba59bd1-a020-440f-90f0-7bbf1878ddab" providerId="ADAL" clId="{38C6BB71-B616-44BB-B99F-C18FCF4D6B3F}" dt="2025-04-02T18:45:25.422" v="0"/>
            <ac:spMkLst>
              <pc:docMk/>
              <pc:sldMasterMk cId="2096264003" sldId="2147483897"/>
              <pc:sldLayoutMk cId="1770759939" sldId="2147483952"/>
              <ac:spMk id="5" creationId="{84D7F927-9CF1-8D94-D55E-C07305226C0F}"/>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671612620" sldId="2147483953"/>
          </pc:sldLayoutMkLst>
          <pc:spChg chg="mod">
            <ac:chgData name="Katy Kenny" userId="1ba59bd1-a020-440f-90f0-7bbf1878ddab" providerId="ADAL" clId="{38C6BB71-B616-44BB-B99F-C18FCF4D6B3F}" dt="2025-04-02T18:45:25.422" v="0"/>
            <ac:spMkLst>
              <pc:docMk/>
              <pc:sldMasterMk cId="2096264003" sldId="2147483897"/>
              <pc:sldLayoutMk cId="1671612620" sldId="2147483953"/>
              <ac:spMk id="5" creationId="{AF226803-C2D9-8E86-CFEC-A49F70B071F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694136745" sldId="2147483954"/>
          </pc:sldLayoutMkLst>
          <pc:spChg chg="mod">
            <ac:chgData name="Katy Kenny" userId="1ba59bd1-a020-440f-90f0-7bbf1878ddab" providerId="ADAL" clId="{38C6BB71-B616-44BB-B99F-C18FCF4D6B3F}" dt="2025-04-02T18:45:25.422" v="0"/>
            <ac:spMkLst>
              <pc:docMk/>
              <pc:sldMasterMk cId="2096264003" sldId="2147483897"/>
              <pc:sldLayoutMk cId="3694136745" sldId="2147483954"/>
              <ac:spMk id="5" creationId="{89A5D64B-AFFB-5EB8-4BF4-2CA424CF0348}"/>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190380629" sldId="2147483955"/>
          </pc:sldLayoutMkLst>
          <pc:spChg chg="mod">
            <ac:chgData name="Katy Kenny" userId="1ba59bd1-a020-440f-90f0-7bbf1878ddab" providerId="ADAL" clId="{38C6BB71-B616-44BB-B99F-C18FCF4D6B3F}" dt="2025-04-02T18:45:25.422" v="0"/>
            <ac:spMkLst>
              <pc:docMk/>
              <pc:sldMasterMk cId="2096264003" sldId="2147483897"/>
              <pc:sldLayoutMk cId="2190380629" sldId="2147483955"/>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987224372" sldId="2147483956"/>
          </pc:sldLayoutMkLst>
          <pc:spChg chg="mod">
            <ac:chgData name="Katy Kenny" userId="1ba59bd1-a020-440f-90f0-7bbf1878ddab" providerId="ADAL" clId="{38C6BB71-B616-44BB-B99F-C18FCF4D6B3F}" dt="2025-04-02T18:45:25.422" v="0"/>
            <ac:spMkLst>
              <pc:docMk/>
              <pc:sldMasterMk cId="2096264003" sldId="2147483897"/>
              <pc:sldLayoutMk cId="3987224372" sldId="2147483956"/>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16657025" sldId="2147483957"/>
          </pc:sldLayoutMkLst>
          <pc:spChg chg="mod">
            <ac:chgData name="Katy Kenny" userId="1ba59bd1-a020-440f-90f0-7bbf1878ddab" providerId="ADAL" clId="{38C6BB71-B616-44BB-B99F-C18FCF4D6B3F}" dt="2025-04-02T18:45:25.422" v="0"/>
            <ac:spMkLst>
              <pc:docMk/>
              <pc:sldMasterMk cId="2096264003" sldId="2147483897"/>
              <pc:sldLayoutMk cId="216657025" sldId="2147483957"/>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973701794" sldId="2147483958"/>
          </pc:sldLayoutMkLst>
          <pc:spChg chg="mod">
            <ac:chgData name="Katy Kenny" userId="1ba59bd1-a020-440f-90f0-7bbf1878ddab" providerId="ADAL" clId="{38C6BB71-B616-44BB-B99F-C18FCF4D6B3F}" dt="2025-04-02T18:45:25.422" v="0"/>
            <ac:spMkLst>
              <pc:docMk/>
              <pc:sldMasterMk cId="2096264003" sldId="2147483897"/>
              <pc:sldLayoutMk cId="973701794" sldId="2147483958"/>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761137476" sldId="2147483959"/>
          </pc:sldLayoutMkLst>
          <pc:spChg chg="mod">
            <ac:chgData name="Katy Kenny" userId="1ba59bd1-a020-440f-90f0-7bbf1878ddab" providerId="ADAL" clId="{38C6BB71-B616-44BB-B99F-C18FCF4D6B3F}" dt="2025-04-02T18:45:25.422" v="0"/>
            <ac:spMkLst>
              <pc:docMk/>
              <pc:sldMasterMk cId="2096264003" sldId="2147483897"/>
              <pc:sldLayoutMk cId="761137476" sldId="2147483959"/>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577310642" sldId="2147483960"/>
          </pc:sldLayoutMkLst>
          <pc:spChg chg="mod">
            <ac:chgData name="Katy Kenny" userId="1ba59bd1-a020-440f-90f0-7bbf1878ddab" providerId="ADAL" clId="{38C6BB71-B616-44BB-B99F-C18FCF4D6B3F}" dt="2025-04-02T18:45:25.422" v="0"/>
            <ac:spMkLst>
              <pc:docMk/>
              <pc:sldMasterMk cId="2096264003" sldId="2147483897"/>
              <pc:sldLayoutMk cId="3577310642" sldId="2147483960"/>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147815885" sldId="2147483961"/>
          </pc:sldLayoutMkLst>
          <pc:spChg chg="mod">
            <ac:chgData name="Katy Kenny" userId="1ba59bd1-a020-440f-90f0-7bbf1878ddab" providerId="ADAL" clId="{38C6BB71-B616-44BB-B99F-C18FCF4D6B3F}" dt="2025-04-02T18:45:25.422" v="0"/>
            <ac:spMkLst>
              <pc:docMk/>
              <pc:sldMasterMk cId="2096264003" sldId="2147483897"/>
              <pc:sldLayoutMk cId="4147815885" sldId="2147483961"/>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760910649" sldId="2147483962"/>
          </pc:sldLayoutMkLst>
          <pc:spChg chg="mod">
            <ac:chgData name="Katy Kenny" userId="1ba59bd1-a020-440f-90f0-7bbf1878ddab" providerId="ADAL" clId="{38C6BB71-B616-44BB-B99F-C18FCF4D6B3F}" dt="2025-04-02T18:45:25.422" v="0"/>
            <ac:spMkLst>
              <pc:docMk/>
              <pc:sldMasterMk cId="2096264003" sldId="2147483897"/>
              <pc:sldLayoutMk cId="760910649" sldId="2147483962"/>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92747409" sldId="2147483963"/>
          </pc:sldLayoutMkLst>
          <pc:spChg chg="mod">
            <ac:chgData name="Katy Kenny" userId="1ba59bd1-a020-440f-90f0-7bbf1878ddab" providerId="ADAL" clId="{38C6BB71-B616-44BB-B99F-C18FCF4D6B3F}" dt="2025-04-02T18:45:25.422" v="0"/>
            <ac:spMkLst>
              <pc:docMk/>
              <pc:sldMasterMk cId="2096264003" sldId="2147483897"/>
              <pc:sldLayoutMk cId="1792747409" sldId="2147483963"/>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473435364" sldId="2147483964"/>
          </pc:sldLayoutMkLst>
          <pc:spChg chg="mod">
            <ac:chgData name="Katy Kenny" userId="1ba59bd1-a020-440f-90f0-7bbf1878ddab" providerId="ADAL" clId="{38C6BB71-B616-44BB-B99F-C18FCF4D6B3F}" dt="2025-04-02T18:45:25.422" v="0"/>
            <ac:spMkLst>
              <pc:docMk/>
              <pc:sldMasterMk cId="2096264003" sldId="2147483897"/>
              <pc:sldLayoutMk cId="1473435364" sldId="2147483964"/>
              <ac:spMk id="2" creationId="{334A283B-6DE3-E6A0-87DE-815613EC1DE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537688399" sldId="2147483976"/>
          </pc:sldLayoutMkLst>
          <pc:spChg chg="mod">
            <ac:chgData name="Katy Kenny" userId="1ba59bd1-a020-440f-90f0-7bbf1878ddab" providerId="ADAL" clId="{38C6BB71-B616-44BB-B99F-C18FCF4D6B3F}" dt="2025-04-02T18:45:25.422" v="0"/>
            <ac:spMkLst>
              <pc:docMk/>
              <pc:sldMasterMk cId="2096264003" sldId="2147483897"/>
              <pc:sldLayoutMk cId="537688399" sldId="2147483976"/>
              <ac:spMk id="5" creationId="{E490119D-777B-13E5-733E-F07D898A913D}"/>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858319812" sldId="2147483977"/>
          </pc:sldLayoutMkLst>
          <pc:spChg chg="mod">
            <ac:chgData name="Katy Kenny" userId="1ba59bd1-a020-440f-90f0-7bbf1878ddab" providerId="ADAL" clId="{38C6BB71-B616-44BB-B99F-C18FCF4D6B3F}" dt="2025-04-02T18:45:25.422" v="0"/>
            <ac:spMkLst>
              <pc:docMk/>
              <pc:sldMasterMk cId="2096264003" sldId="2147483897"/>
              <pc:sldLayoutMk cId="1858319812" sldId="2147483977"/>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124185861" sldId="2147483978"/>
          </pc:sldLayoutMkLst>
          <pc:spChg chg="mod">
            <ac:chgData name="Katy Kenny" userId="1ba59bd1-a020-440f-90f0-7bbf1878ddab" providerId="ADAL" clId="{38C6BB71-B616-44BB-B99F-C18FCF4D6B3F}" dt="2025-04-02T18:45:25.422" v="0"/>
            <ac:spMkLst>
              <pc:docMk/>
              <pc:sldMasterMk cId="2096264003" sldId="2147483897"/>
              <pc:sldLayoutMk cId="2124185861" sldId="2147483978"/>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732799805" sldId="2147483979"/>
          </pc:sldLayoutMkLst>
          <pc:spChg chg="mod">
            <ac:chgData name="Katy Kenny" userId="1ba59bd1-a020-440f-90f0-7bbf1878ddab" providerId="ADAL" clId="{38C6BB71-B616-44BB-B99F-C18FCF4D6B3F}" dt="2025-04-02T18:45:25.422" v="0"/>
            <ac:spMkLst>
              <pc:docMk/>
              <pc:sldMasterMk cId="2096264003" sldId="2147483897"/>
              <pc:sldLayoutMk cId="1732799805" sldId="2147483979"/>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369870974" sldId="2147483980"/>
          </pc:sldLayoutMkLst>
          <pc:spChg chg="mod">
            <ac:chgData name="Katy Kenny" userId="1ba59bd1-a020-440f-90f0-7bbf1878ddab" providerId="ADAL" clId="{38C6BB71-B616-44BB-B99F-C18FCF4D6B3F}" dt="2025-04-02T18:45:25.422" v="0"/>
            <ac:spMkLst>
              <pc:docMk/>
              <pc:sldMasterMk cId="2096264003" sldId="2147483897"/>
              <pc:sldLayoutMk cId="3369870974" sldId="2147483980"/>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29048568" sldId="2147483981"/>
          </pc:sldLayoutMkLst>
          <pc:spChg chg="mod">
            <ac:chgData name="Katy Kenny" userId="1ba59bd1-a020-440f-90f0-7bbf1878ddab" providerId="ADAL" clId="{38C6BB71-B616-44BB-B99F-C18FCF4D6B3F}" dt="2025-04-02T18:45:25.422" v="0"/>
            <ac:spMkLst>
              <pc:docMk/>
              <pc:sldMasterMk cId="2096264003" sldId="2147483897"/>
              <pc:sldLayoutMk cId="429048568" sldId="2147483981"/>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484269321" sldId="2147483982"/>
          </pc:sldLayoutMkLst>
          <pc:spChg chg="mod">
            <ac:chgData name="Katy Kenny" userId="1ba59bd1-a020-440f-90f0-7bbf1878ddab" providerId="ADAL" clId="{38C6BB71-B616-44BB-B99F-C18FCF4D6B3F}" dt="2025-04-02T18:45:25.422" v="0"/>
            <ac:spMkLst>
              <pc:docMk/>
              <pc:sldMasterMk cId="2096264003" sldId="2147483897"/>
              <pc:sldLayoutMk cId="2484269321" sldId="2147483982"/>
              <ac:spMk id="5" creationId="{966DB781-78A2-5843-0401-71AF1D4FCA4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611164700" sldId="2147483983"/>
          </pc:sldLayoutMkLst>
          <pc:spChg chg="mod">
            <ac:chgData name="Katy Kenny" userId="1ba59bd1-a020-440f-90f0-7bbf1878ddab" providerId="ADAL" clId="{38C6BB71-B616-44BB-B99F-C18FCF4D6B3F}" dt="2025-04-02T18:45:25.422" v="0"/>
            <ac:spMkLst>
              <pc:docMk/>
              <pc:sldMasterMk cId="2096264003" sldId="2147483897"/>
              <pc:sldLayoutMk cId="3611164700" sldId="2147483983"/>
              <ac:spMk id="2" creationId="{7B7D8F88-716C-126B-6788-0533CEB2974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571430941" sldId="2147483984"/>
          </pc:sldLayoutMkLst>
          <pc:spChg chg="mod">
            <ac:chgData name="Katy Kenny" userId="1ba59bd1-a020-440f-90f0-7bbf1878ddab" providerId="ADAL" clId="{38C6BB71-B616-44BB-B99F-C18FCF4D6B3F}" dt="2025-04-02T18:45:25.422" v="0"/>
            <ac:spMkLst>
              <pc:docMk/>
              <pc:sldMasterMk cId="2096264003" sldId="2147483897"/>
              <pc:sldLayoutMk cId="1571430941" sldId="2147483984"/>
              <ac:spMk id="2" creationId="{B8E36140-7D9B-23AC-F661-22C62F132714}"/>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084855416" sldId="2147483985"/>
          </pc:sldLayoutMkLst>
          <pc:spChg chg="mod">
            <ac:chgData name="Katy Kenny" userId="1ba59bd1-a020-440f-90f0-7bbf1878ddab" providerId="ADAL" clId="{38C6BB71-B616-44BB-B99F-C18FCF4D6B3F}" dt="2025-04-02T18:45:25.422" v="0"/>
            <ac:spMkLst>
              <pc:docMk/>
              <pc:sldMasterMk cId="2096264003" sldId="2147483897"/>
              <pc:sldLayoutMk cId="2084855416" sldId="2147483985"/>
              <ac:spMk id="2" creationId="{87C7E3C4-AFE1-15D2-5646-80B860024012}"/>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867453432" sldId="2147483986"/>
          </pc:sldLayoutMkLst>
          <pc:spChg chg="mod">
            <ac:chgData name="Katy Kenny" userId="1ba59bd1-a020-440f-90f0-7bbf1878ddab" providerId="ADAL" clId="{38C6BB71-B616-44BB-B99F-C18FCF4D6B3F}" dt="2025-04-02T18:45:25.422" v="0"/>
            <ac:spMkLst>
              <pc:docMk/>
              <pc:sldMasterMk cId="2096264003" sldId="2147483897"/>
              <pc:sldLayoutMk cId="867453432" sldId="2147483986"/>
              <ac:spMk id="2" creationId="{D6F99ACE-A4B3-58D1-AD1B-D4BE991D63C6}"/>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679240719" sldId="2147483987"/>
          </pc:sldLayoutMkLst>
          <pc:spChg chg="mod">
            <ac:chgData name="Katy Kenny" userId="1ba59bd1-a020-440f-90f0-7bbf1878ddab" providerId="ADAL" clId="{38C6BB71-B616-44BB-B99F-C18FCF4D6B3F}" dt="2025-04-02T18:45:25.422" v="0"/>
            <ac:spMkLst>
              <pc:docMk/>
              <pc:sldMasterMk cId="2096264003" sldId="2147483897"/>
              <pc:sldLayoutMk cId="1679240719" sldId="2147483987"/>
              <ac:spMk id="2" creationId="{E343C7FA-5284-7EC0-07D3-527905D33739}"/>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084032629" sldId="2147483988"/>
          </pc:sldLayoutMkLst>
          <pc:spChg chg="mod">
            <ac:chgData name="Katy Kenny" userId="1ba59bd1-a020-440f-90f0-7bbf1878ddab" providerId="ADAL" clId="{38C6BB71-B616-44BB-B99F-C18FCF4D6B3F}" dt="2025-04-02T18:45:25.422" v="0"/>
            <ac:spMkLst>
              <pc:docMk/>
              <pc:sldMasterMk cId="2096264003" sldId="2147483897"/>
              <pc:sldLayoutMk cId="4084032629" sldId="2147483988"/>
              <ac:spMk id="2" creationId="{48C8A426-CFD4-F935-EA1E-C0813BB7D86A}"/>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573207683" sldId="2147483989"/>
          </pc:sldLayoutMkLst>
          <pc:spChg chg="mod">
            <ac:chgData name="Katy Kenny" userId="1ba59bd1-a020-440f-90f0-7bbf1878ddab" providerId="ADAL" clId="{38C6BB71-B616-44BB-B99F-C18FCF4D6B3F}" dt="2025-04-02T18:45:25.422" v="0"/>
            <ac:spMkLst>
              <pc:docMk/>
              <pc:sldMasterMk cId="2096264003" sldId="2147483897"/>
              <pc:sldLayoutMk cId="2573207683" sldId="2147483989"/>
              <ac:spMk id="2" creationId="{AF5891F9-BD86-2AE6-BB9C-E2BE9E491EBC}"/>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236157269" sldId="2147483990"/>
          </pc:sldLayoutMkLst>
          <pc:spChg chg="mod">
            <ac:chgData name="Katy Kenny" userId="1ba59bd1-a020-440f-90f0-7bbf1878ddab" providerId="ADAL" clId="{38C6BB71-B616-44BB-B99F-C18FCF4D6B3F}" dt="2025-04-02T18:45:25.422" v="0"/>
            <ac:spMkLst>
              <pc:docMk/>
              <pc:sldMasterMk cId="2096264003" sldId="2147483897"/>
              <pc:sldLayoutMk cId="236157269" sldId="2147483990"/>
              <ac:spMk id="2" creationId="{C48ECBA9-5F0C-10FD-8C61-D143469B2EEE}"/>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569686754" sldId="2147483991"/>
          </pc:sldLayoutMkLst>
          <pc:spChg chg="mod">
            <ac:chgData name="Katy Kenny" userId="1ba59bd1-a020-440f-90f0-7bbf1878ddab" providerId="ADAL" clId="{38C6BB71-B616-44BB-B99F-C18FCF4D6B3F}" dt="2025-04-02T18:45:25.422" v="0"/>
            <ac:spMkLst>
              <pc:docMk/>
              <pc:sldMasterMk cId="2096264003" sldId="2147483897"/>
              <pc:sldLayoutMk cId="3569686754" sldId="2147483991"/>
              <ac:spMk id="2" creationId="{82D28650-31C4-E719-56CD-645C9CBD7387}"/>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386722771" sldId="2147483992"/>
          </pc:sldLayoutMkLst>
          <pc:spChg chg="mod">
            <ac:chgData name="Katy Kenny" userId="1ba59bd1-a020-440f-90f0-7bbf1878ddab" providerId="ADAL" clId="{38C6BB71-B616-44BB-B99F-C18FCF4D6B3F}" dt="2025-04-02T18:45:25.422" v="0"/>
            <ac:spMkLst>
              <pc:docMk/>
              <pc:sldMasterMk cId="2096264003" sldId="2147483897"/>
              <pc:sldLayoutMk cId="3386722771" sldId="2147483992"/>
              <ac:spMk id="2" creationId="{6B8017AD-954A-D92A-92EE-F66BA48CB34B}"/>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365529917" sldId="2147483993"/>
          </pc:sldLayoutMkLst>
          <pc:spChg chg="mod">
            <ac:chgData name="Katy Kenny" userId="1ba59bd1-a020-440f-90f0-7bbf1878ddab" providerId="ADAL" clId="{38C6BB71-B616-44BB-B99F-C18FCF4D6B3F}" dt="2025-04-02T18:45:25.422" v="0"/>
            <ac:spMkLst>
              <pc:docMk/>
              <pc:sldMasterMk cId="2096264003" sldId="2147483897"/>
              <pc:sldLayoutMk cId="1365529917" sldId="2147483993"/>
              <ac:spMk id="2" creationId="{754029D9-FE14-064A-60E1-77DDEE557CF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4145579230" sldId="2147483994"/>
          </pc:sldLayoutMkLst>
          <pc:spChg chg="mod">
            <ac:chgData name="Katy Kenny" userId="1ba59bd1-a020-440f-90f0-7bbf1878ddab" providerId="ADAL" clId="{38C6BB71-B616-44BB-B99F-C18FCF4D6B3F}" dt="2025-04-02T18:45:25.422" v="0"/>
            <ac:spMkLst>
              <pc:docMk/>
              <pc:sldMasterMk cId="2096264003" sldId="2147483897"/>
              <pc:sldLayoutMk cId="4145579230" sldId="2147483994"/>
              <ac:spMk id="2" creationId="{94F89ED4-96B9-FCBE-645A-F29A8F264328}"/>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954056539" sldId="2147483995"/>
          </pc:sldLayoutMkLst>
          <pc:spChg chg="mod">
            <ac:chgData name="Katy Kenny" userId="1ba59bd1-a020-440f-90f0-7bbf1878ddab" providerId="ADAL" clId="{38C6BB71-B616-44BB-B99F-C18FCF4D6B3F}" dt="2025-04-02T18:45:25.422" v="0"/>
            <ac:spMkLst>
              <pc:docMk/>
              <pc:sldMasterMk cId="2096264003" sldId="2147483897"/>
              <pc:sldLayoutMk cId="3954056539" sldId="2147483995"/>
              <ac:spMk id="2" creationId="{880D78F3-192F-1B82-7723-35806B7EF105}"/>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3224176344" sldId="2147483996"/>
          </pc:sldLayoutMkLst>
          <pc:spChg chg="mod">
            <ac:chgData name="Katy Kenny" userId="1ba59bd1-a020-440f-90f0-7bbf1878ddab" providerId="ADAL" clId="{38C6BB71-B616-44BB-B99F-C18FCF4D6B3F}" dt="2025-04-02T18:45:25.422" v="0"/>
            <ac:spMkLst>
              <pc:docMk/>
              <pc:sldMasterMk cId="2096264003" sldId="2147483897"/>
              <pc:sldLayoutMk cId="3224176344" sldId="2147483996"/>
              <ac:spMk id="2" creationId="{813EAEDE-A63D-7FE8-2043-31E851F760BE}"/>
            </ac:spMkLst>
          </pc:spChg>
        </pc:sldLayoutChg>
        <pc:sldLayoutChg chg="modSp">
          <pc:chgData name="Katy Kenny" userId="1ba59bd1-a020-440f-90f0-7bbf1878ddab" providerId="ADAL" clId="{38C6BB71-B616-44BB-B99F-C18FCF4D6B3F}" dt="2025-04-02T18:45:25.422" v="0"/>
          <pc:sldLayoutMkLst>
            <pc:docMk/>
            <pc:sldMasterMk cId="2096264003" sldId="2147483897"/>
            <pc:sldLayoutMk cId="1960320975" sldId="2147483997"/>
          </pc:sldLayoutMkLst>
          <pc:spChg chg="mod">
            <ac:chgData name="Katy Kenny" userId="1ba59bd1-a020-440f-90f0-7bbf1878ddab" providerId="ADAL" clId="{38C6BB71-B616-44BB-B99F-C18FCF4D6B3F}" dt="2025-04-02T18:45:25.422" v="0"/>
            <ac:spMkLst>
              <pc:docMk/>
              <pc:sldMasterMk cId="2096264003" sldId="2147483897"/>
              <pc:sldLayoutMk cId="1960320975" sldId="2147483997"/>
              <ac:spMk id="2" creationId="{52371C50-9545-C05E-A0AB-9BF8D679744A}"/>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6640826873385E-2"/>
          <c:y val="3.5365677045619118E-2"/>
          <c:w val="0.80673209130512435"/>
          <c:h val="0.88173787110789281"/>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8FD-1848-9457-EFDE478F2BC3}"/>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8FD-1848-9457-EFDE478F2BC3}"/>
            </c:ext>
          </c:extLst>
        </c:ser>
        <c:ser>
          <c:idx val="2"/>
          <c:order val="2"/>
          <c:tx>
            <c:strRef>
              <c:f>Sheet1!$D$1</c:f>
              <c:strCache>
                <c:ptCount val="1"/>
                <c:pt idx="0">
                  <c:v>Series 3</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5.2</c:v>
                </c:pt>
              </c:numCache>
            </c:numRef>
          </c:val>
          <c:extLst>
            <c:ext xmlns:c16="http://schemas.microsoft.com/office/drawing/2014/chart" uri="{C3380CC4-5D6E-409C-BE32-E72D297353CC}">
              <c16:uniqueId val="{00000002-68FD-1848-9457-EFDE478F2BC3}"/>
            </c:ext>
          </c:extLst>
        </c:ser>
        <c:ser>
          <c:idx val="3"/>
          <c:order val="3"/>
          <c:tx>
            <c:strRef>
              <c:f>Sheet1!$E$1</c:f>
              <c:strCache>
                <c:ptCount val="1"/>
                <c:pt idx="0">
                  <c:v>Series 4</c:v>
                </c:pt>
              </c:strCache>
            </c:strRef>
          </c:tx>
          <c:spPr>
            <a:solidFill>
              <a:schemeClr val="accent1">
                <a:lumMod val="6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1.5</c:v>
                </c:pt>
                <c:pt idx="1">
                  <c:v>3</c:v>
                </c:pt>
                <c:pt idx="2">
                  <c:v>2.2000000000000002</c:v>
                </c:pt>
                <c:pt idx="3">
                  <c:v>2.5</c:v>
                </c:pt>
              </c:numCache>
            </c:numRef>
          </c:val>
          <c:extLst>
            <c:ext xmlns:c16="http://schemas.microsoft.com/office/drawing/2014/chart" uri="{C3380CC4-5D6E-409C-BE32-E72D297353CC}">
              <c16:uniqueId val="{00000003-68FD-1848-9457-EFDE478F2BC3}"/>
            </c:ext>
          </c:extLst>
        </c:ser>
        <c:dLbls>
          <c:showLegendKey val="0"/>
          <c:showVal val="0"/>
          <c:showCatName val="0"/>
          <c:showSerName val="0"/>
          <c:showPercent val="0"/>
          <c:showBubbleSize val="0"/>
        </c:dLbls>
        <c:gapWidth val="150"/>
        <c:axId val="1016724735"/>
        <c:axId val="1016726447"/>
      </c:barChart>
      <c:catAx>
        <c:axId val="1016724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6726447"/>
        <c:crosses val="autoZero"/>
        <c:auto val="1"/>
        <c:lblAlgn val="ctr"/>
        <c:lblOffset val="100"/>
        <c:noMultiLvlLbl val="0"/>
      </c:catAx>
      <c:valAx>
        <c:axId val="1016726447"/>
        <c:scaling>
          <c:orientation val="minMax"/>
          <c:max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6724735"/>
        <c:crosses val="autoZero"/>
        <c:crossBetween val="between"/>
      </c:valAx>
      <c:spPr>
        <a:noFill/>
        <a:ln>
          <a:noFill/>
        </a:ln>
        <a:effectLst/>
      </c:spPr>
    </c:plotArea>
    <c:legend>
      <c:legendPos val="r"/>
      <c:layout>
        <c:manualLayout>
          <c:xMode val="edge"/>
          <c:yMode val="edge"/>
          <c:x val="0.88692732529880791"/>
          <c:y val="0.38254443031695629"/>
          <c:w val="7.2877440707508456E-2"/>
          <c:h val="0.3594583406979992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701-9D44-AE26-064BBD827E8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701-9D44-AE26-064BBD827E8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701-9D44-AE26-064BBD827E8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701-9D44-AE26-064BBD827E8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701-9D44-AE26-064BBD827E8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6701-9D44-AE26-064BBD827E81}"/>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8.1999999999999993</c:v>
                </c:pt>
                <c:pt idx="1">
                  <c:v>3.2</c:v>
                </c:pt>
                <c:pt idx="2">
                  <c:v>1.4</c:v>
                </c:pt>
                <c:pt idx="3">
                  <c:v>1.2</c:v>
                </c:pt>
                <c:pt idx="4">
                  <c:v>0.8</c:v>
                </c:pt>
                <c:pt idx="5">
                  <c:v>0.5</c:v>
                </c:pt>
              </c:numCache>
            </c:numRef>
          </c:val>
          <c:extLst>
            <c:ext xmlns:c16="http://schemas.microsoft.com/office/drawing/2014/chart" uri="{C3380CC4-5D6E-409C-BE32-E72D297353CC}">
              <c16:uniqueId val="{00000000-466B-6044-BB27-1D8856966EBB}"/>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83123969968870171"/>
          <c:y val="0.15871894724238397"/>
          <c:w val="0.1366041131163514"/>
          <c:h val="0.502981862965898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12CCA1-5E3D-4207-A50D-B12862A9704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5E938A04-4AE0-47DD-B641-F6D6331057EE}">
      <dgm:prSet phldrT="[Text]" custT="1"/>
      <dgm:spPr>
        <a:solidFill>
          <a:schemeClr val="accent1"/>
        </a:solidFill>
      </dgm:spPr>
      <dgm:t>
        <a:bodyPr/>
        <a:lstStyle/>
        <a:p>
          <a:r>
            <a:rPr lang="en-US" sz="1600"/>
            <a:t>Name</a:t>
          </a:r>
          <a:br>
            <a:rPr lang="en-US" sz="1600"/>
          </a:br>
          <a:r>
            <a:rPr lang="en-US" sz="1600"/>
            <a:t>Title</a:t>
          </a:r>
          <a:endParaRPr lang="en-US" sz="1600" dirty="0"/>
        </a:p>
      </dgm:t>
    </dgm:pt>
    <dgm:pt modelId="{C1FE6734-B322-475C-8E12-06B4C2925222}" type="parTrans" cxnId="{7E07192D-5B05-4642-B754-1608C81586D0}">
      <dgm:prSet/>
      <dgm:spPr/>
      <dgm:t>
        <a:bodyPr/>
        <a:lstStyle/>
        <a:p>
          <a:endParaRPr lang="en-US" sz="1600">
            <a:solidFill>
              <a:srgbClr val="354146"/>
            </a:solidFill>
          </a:endParaRPr>
        </a:p>
      </dgm:t>
    </dgm:pt>
    <dgm:pt modelId="{0BA4AA31-4E02-4203-BD4D-7215730D37E1}" type="sibTrans" cxnId="{7E07192D-5B05-4642-B754-1608C81586D0}">
      <dgm:prSet/>
      <dgm:spPr/>
      <dgm:t>
        <a:bodyPr/>
        <a:lstStyle/>
        <a:p>
          <a:endParaRPr lang="en-US" sz="1600">
            <a:solidFill>
              <a:srgbClr val="354146"/>
            </a:solidFill>
          </a:endParaRPr>
        </a:p>
      </dgm:t>
    </dgm:pt>
    <dgm:pt modelId="{B6E2715B-EEE7-4AF6-BFD6-AE6AE6F24BD6}" type="asst">
      <dgm:prSet phldrT="[Text]" custT="1"/>
      <dgm:spPr>
        <a:solidFill>
          <a:schemeClr val="accent1"/>
        </a:solidFill>
      </dgm:spPr>
      <dgm:t>
        <a:bodyPr/>
        <a:lstStyle/>
        <a:p>
          <a:r>
            <a:rPr lang="en-US" sz="1600"/>
            <a:t>Name</a:t>
          </a:r>
          <a:br>
            <a:rPr lang="en-US" sz="1600"/>
          </a:br>
          <a:r>
            <a:rPr lang="en-US" sz="1600"/>
            <a:t>Title</a:t>
          </a:r>
          <a:endParaRPr lang="en-US" sz="1600" dirty="0"/>
        </a:p>
      </dgm:t>
    </dgm:pt>
    <dgm:pt modelId="{F569AEFD-85F0-4E55-84B0-8A99E138F99F}" type="parTrans" cxnId="{5E633268-AE9B-40B2-9D42-162762DD7585}">
      <dgm:prSet/>
      <dgm:spPr/>
      <dgm:t>
        <a:bodyPr/>
        <a:lstStyle/>
        <a:p>
          <a:endParaRPr lang="en-US" sz="1600">
            <a:solidFill>
              <a:srgbClr val="354146"/>
            </a:solidFill>
          </a:endParaRPr>
        </a:p>
      </dgm:t>
    </dgm:pt>
    <dgm:pt modelId="{15F054CF-E046-4DA7-AFDF-8482625B233D}" type="sibTrans" cxnId="{5E633268-AE9B-40B2-9D42-162762DD7585}">
      <dgm:prSet/>
      <dgm:spPr/>
      <dgm:t>
        <a:bodyPr/>
        <a:lstStyle/>
        <a:p>
          <a:endParaRPr lang="en-US" sz="1600">
            <a:solidFill>
              <a:srgbClr val="354146"/>
            </a:solidFill>
          </a:endParaRPr>
        </a:p>
      </dgm:t>
    </dgm:pt>
    <dgm:pt modelId="{4783401F-9774-42DE-9C21-1335DB936B25}">
      <dgm:prSet phldrT="[Text]" custT="1"/>
      <dgm:spPr>
        <a:solidFill>
          <a:schemeClr val="accent1"/>
        </a:solidFill>
      </dgm:spPr>
      <dgm:t>
        <a:bodyPr/>
        <a:lstStyle/>
        <a:p>
          <a:r>
            <a:rPr lang="en-US" sz="1600"/>
            <a:t>Name</a:t>
          </a:r>
          <a:br>
            <a:rPr lang="en-US" sz="1600"/>
          </a:br>
          <a:r>
            <a:rPr lang="en-US" sz="1600"/>
            <a:t>Title</a:t>
          </a:r>
          <a:endParaRPr lang="en-US" sz="1600" dirty="0"/>
        </a:p>
      </dgm:t>
    </dgm:pt>
    <dgm:pt modelId="{0E8A0540-982E-4817-BA80-4DE429C14CFB}" type="parTrans" cxnId="{A3828FEB-8B0C-4642-82FF-A2A630821187}">
      <dgm:prSet/>
      <dgm:spPr/>
      <dgm:t>
        <a:bodyPr/>
        <a:lstStyle/>
        <a:p>
          <a:endParaRPr lang="en-US" sz="1600">
            <a:solidFill>
              <a:srgbClr val="354146"/>
            </a:solidFill>
          </a:endParaRPr>
        </a:p>
      </dgm:t>
    </dgm:pt>
    <dgm:pt modelId="{6C704B15-7FFA-4A4E-A37E-E8B421FB9008}" type="sibTrans" cxnId="{A3828FEB-8B0C-4642-82FF-A2A630821187}">
      <dgm:prSet/>
      <dgm:spPr/>
      <dgm:t>
        <a:bodyPr/>
        <a:lstStyle/>
        <a:p>
          <a:endParaRPr lang="en-US" sz="1600">
            <a:solidFill>
              <a:srgbClr val="354146"/>
            </a:solidFill>
          </a:endParaRPr>
        </a:p>
      </dgm:t>
    </dgm:pt>
    <dgm:pt modelId="{DBC224C4-BC4F-4D34-B097-1973FDB35FA2}">
      <dgm:prSet phldrT="[Text]" custT="1"/>
      <dgm:spPr>
        <a:solidFill>
          <a:schemeClr val="accent1"/>
        </a:solidFill>
      </dgm:spPr>
      <dgm:t>
        <a:bodyPr/>
        <a:lstStyle/>
        <a:p>
          <a:r>
            <a:rPr lang="en-US" sz="1600"/>
            <a:t>Name</a:t>
          </a:r>
          <a:br>
            <a:rPr lang="en-US" sz="1600"/>
          </a:br>
          <a:r>
            <a:rPr lang="en-US" sz="1600"/>
            <a:t>Title</a:t>
          </a:r>
          <a:endParaRPr lang="en-US" sz="1600" dirty="0"/>
        </a:p>
      </dgm:t>
    </dgm:pt>
    <dgm:pt modelId="{3A3EC952-B075-4F3E-B7D8-0D9309A57475}" type="parTrans" cxnId="{97AEEFC0-63CA-48CC-9326-EE27169F6364}">
      <dgm:prSet/>
      <dgm:spPr/>
      <dgm:t>
        <a:bodyPr/>
        <a:lstStyle/>
        <a:p>
          <a:endParaRPr lang="en-US" sz="1600">
            <a:solidFill>
              <a:srgbClr val="354146"/>
            </a:solidFill>
          </a:endParaRPr>
        </a:p>
      </dgm:t>
    </dgm:pt>
    <dgm:pt modelId="{30368F19-F3EB-4BFB-90A7-B479B15EE00F}" type="sibTrans" cxnId="{97AEEFC0-63CA-48CC-9326-EE27169F6364}">
      <dgm:prSet/>
      <dgm:spPr/>
      <dgm:t>
        <a:bodyPr/>
        <a:lstStyle/>
        <a:p>
          <a:endParaRPr lang="en-US" sz="1600">
            <a:solidFill>
              <a:srgbClr val="354146"/>
            </a:solidFill>
          </a:endParaRPr>
        </a:p>
      </dgm:t>
    </dgm:pt>
    <dgm:pt modelId="{B08F30B6-607B-4A24-956B-57E62DA4E930}">
      <dgm:prSet phldrT="[Text]" custT="1"/>
      <dgm:spPr>
        <a:solidFill>
          <a:schemeClr val="accent1"/>
        </a:solidFill>
      </dgm:spPr>
      <dgm:t>
        <a:bodyPr/>
        <a:lstStyle/>
        <a:p>
          <a:r>
            <a:rPr lang="en-US" sz="1600"/>
            <a:t>Name</a:t>
          </a:r>
          <a:br>
            <a:rPr lang="en-US" sz="1600"/>
          </a:br>
          <a:r>
            <a:rPr lang="en-US" sz="1600"/>
            <a:t>Title</a:t>
          </a:r>
          <a:endParaRPr lang="en-US" sz="1600" dirty="0"/>
        </a:p>
      </dgm:t>
    </dgm:pt>
    <dgm:pt modelId="{C95C1F38-5589-4660-9775-1C0E6B90348C}" type="parTrans" cxnId="{21F82334-2CF9-493E-850E-40B62B8CA14F}">
      <dgm:prSet/>
      <dgm:spPr/>
      <dgm:t>
        <a:bodyPr/>
        <a:lstStyle/>
        <a:p>
          <a:endParaRPr lang="en-US" sz="1600">
            <a:solidFill>
              <a:srgbClr val="354146"/>
            </a:solidFill>
          </a:endParaRPr>
        </a:p>
      </dgm:t>
    </dgm:pt>
    <dgm:pt modelId="{7C239E9B-42B0-4658-BDB1-F1B962DCC187}" type="sibTrans" cxnId="{21F82334-2CF9-493E-850E-40B62B8CA14F}">
      <dgm:prSet/>
      <dgm:spPr/>
      <dgm:t>
        <a:bodyPr/>
        <a:lstStyle/>
        <a:p>
          <a:endParaRPr lang="en-US" sz="1600">
            <a:solidFill>
              <a:srgbClr val="354146"/>
            </a:solidFill>
          </a:endParaRPr>
        </a:p>
      </dgm:t>
    </dgm:pt>
    <dgm:pt modelId="{E0D9CCA2-4011-49F8-AF7E-B725A5A0601F}">
      <dgm:prSet phldrT="[Text]" custT="1"/>
      <dgm:spPr>
        <a:solidFill>
          <a:schemeClr val="accent1"/>
        </a:solidFill>
      </dgm:spPr>
      <dgm:t>
        <a:bodyPr/>
        <a:lstStyle/>
        <a:p>
          <a:r>
            <a:rPr lang="en-US" sz="1600"/>
            <a:t>Name</a:t>
          </a:r>
          <a:br>
            <a:rPr lang="en-US" sz="1600"/>
          </a:br>
          <a:r>
            <a:rPr lang="en-US" sz="1600"/>
            <a:t>Title</a:t>
          </a:r>
          <a:endParaRPr lang="en-US" sz="1600" dirty="0"/>
        </a:p>
      </dgm:t>
    </dgm:pt>
    <dgm:pt modelId="{01F9DA9F-9EBE-4580-8178-4BDCFD319F40}" type="parTrans" cxnId="{C8FF22FC-3ACE-403B-9BC3-739266E1751E}">
      <dgm:prSet/>
      <dgm:spPr/>
      <dgm:t>
        <a:bodyPr/>
        <a:lstStyle/>
        <a:p>
          <a:endParaRPr lang="en-US" sz="1600">
            <a:solidFill>
              <a:srgbClr val="354146"/>
            </a:solidFill>
          </a:endParaRPr>
        </a:p>
      </dgm:t>
    </dgm:pt>
    <dgm:pt modelId="{BEAE7670-2F9E-4160-BAF6-52A61DD397F0}" type="sibTrans" cxnId="{C8FF22FC-3ACE-403B-9BC3-739266E1751E}">
      <dgm:prSet/>
      <dgm:spPr/>
      <dgm:t>
        <a:bodyPr/>
        <a:lstStyle/>
        <a:p>
          <a:endParaRPr lang="en-US" sz="1600">
            <a:solidFill>
              <a:srgbClr val="354146"/>
            </a:solidFill>
          </a:endParaRPr>
        </a:p>
      </dgm:t>
    </dgm:pt>
    <dgm:pt modelId="{3DA80DBC-3643-4B66-A0F3-1D63CB67D57A}">
      <dgm:prSet phldrT="[Text]" custT="1"/>
      <dgm:spPr>
        <a:solidFill>
          <a:schemeClr val="accent1"/>
        </a:solidFill>
      </dgm:spPr>
      <dgm:t>
        <a:bodyPr/>
        <a:lstStyle/>
        <a:p>
          <a:r>
            <a:rPr lang="en-US" sz="1600"/>
            <a:t>Name</a:t>
          </a:r>
          <a:br>
            <a:rPr lang="en-US" sz="1600"/>
          </a:br>
          <a:r>
            <a:rPr lang="en-US" sz="1600"/>
            <a:t>Title</a:t>
          </a:r>
          <a:endParaRPr lang="en-US" sz="1600" dirty="0"/>
        </a:p>
      </dgm:t>
    </dgm:pt>
    <dgm:pt modelId="{4283BC44-2BAC-4918-A615-CCB15749A4F4}" type="parTrans" cxnId="{0FEC8E53-BC80-4E81-94A3-1B5631B4E627}">
      <dgm:prSet/>
      <dgm:spPr/>
      <dgm:t>
        <a:bodyPr/>
        <a:lstStyle/>
        <a:p>
          <a:endParaRPr lang="en-US" sz="1600">
            <a:solidFill>
              <a:srgbClr val="354146"/>
            </a:solidFill>
          </a:endParaRPr>
        </a:p>
      </dgm:t>
    </dgm:pt>
    <dgm:pt modelId="{A9D0AE23-AE7B-43EF-BFCA-24A3EB85E69E}" type="sibTrans" cxnId="{0FEC8E53-BC80-4E81-94A3-1B5631B4E627}">
      <dgm:prSet/>
      <dgm:spPr/>
      <dgm:t>
        <a:bodyPr/>
        <a:lstStyle/>
        <a:p>
          <a:endParaRPr lang="en-US" sz="1600">
            <a:solidFill>
              <a:srgbClr val="354146"/>
            </a:solidFill>
          </a:endParaRPr>
        </a:p>
      </dgm:t>
    </dgm:pt>
    <dgm:pt modelId="{E5CDB7B3-5D08-485E-849C-0EA5780F8FA1}">
      <dgm:prSet phldrT="[Text]" custT="1"/>
      <dgm:spPr>
        <a:solidFill>
          <a:schemeClr val="accent1"/>
        </a:solidFill>
      </dgm:spPr>
      <dgm:t>
        <a:bodyPr/>
        <a:lstStyle/>
        <a:p>
          <a:r>
            <a:rPr lang="en-US" sz="1600"/>
            <a:t>Name</a:t>
          </a:r>
          <a:br>
            <a:rPr lang="en-US" sz="1600"/>
          </a:br>
          <a:r>
            <a:rPr lang="en-US" sz="1600"/>
            <a:t>Title</a:t>
          </a:r>
          <a:endParaRPr lang="en-US" sz="1600" dirty="0"/>
        </a:p>
      </dgm:t>
    </dgm:pt>
    <dgm:pt modelId="{C39DE7FB-16DC-4AC2-B87F-4991C1D92F9E}" type="parTrans" cxnId="{738097F9-3F97-4E30-B9CB-991622539AC7}">
      <dgm:prSet/>
      <dgm:spPr/>
      <dgm:t>
        <a:bodyPr/>
        <a:lstStyle/>
        <a:p>
          <a:endParaRPr lang="en-US" sz="1600">
            <a:solidFill>
              <a:srgbClr val="354146"/>
            </a:solidFill>
          </a:endParaRPr>
        </a:p>
      </dgm:t>
    </dgm:pt>
    <dgm:pt modelId="{5AEE66DF-547A-43AE-BD53-3A167C5C1E12}" type="sibTrans" cxnId="{738097F9-3F97-4E30-B9CB-991622539AC7}">
      <dgm:prSet/>
      <dgm:spPr/>
      <dgm:t>
        <a:bodyPr/>
        <a:lstStyle/>
        <a:p>
          <a:endParaRPr lang="en-US" sz="1600">
            <a:solidFill>
              <a:srgbClr val="354146"/>
            </a:solidFill>
          </a:endParaRPr>
        </a:p>
      </dgm:t>
    </dgm:pt>
    <dgm:pt modelId="{EC25845F-BC40-4943-9B51-70AA16760BFF}">
      <dgm:prSet phldrT="[Text]" custT="1"/>
      <dgm:spPr>
        <a:solidFill>
          <a:schemeClr val="accent1"/>
        </a:solidFill>
      </dgm:spPr>
      <dgm:t>
        <a:bodyPr/>
        <a:lstStyle/>
        <a:p>
          <a:r>
            <a:rPr lang="en-US" sz="1600"/>
            <a:t>Name</a:t>
          </a:r>
          <a:br>
            <a:rPr lang="en-US" sz="1600"/>
          </a:br>
          <a:r>
            <a:rPr lang="en-US" sz="1600"/>
            <a:t>Title</a:t>
          </a:r>
          <a:endParaRPr lang="en-US" sz="1600" dirty="0"/>
        </a:p>
      </dgm:t>
    </dgm:pt>
    <dgm:pt modelId="{5647BB1A-5292-42BF-B5DC-B177BB2CC570}" type="parTrans" cxnId="{976B13BB-4FAC-474A-93B8-B6B544D6EFCA}">
      <dgm:prSet/>
      <dgm:spPr/>
      <dgm:t>
        <a:bodyPr/>
        <a:lstStyle/>
        <a:p>
          <a:endParaRPr lang="en-US" sz="1600">
            <a:solidFill>
              <a:srgbClr val="354146"/>
            </a:solidFill>
          </a:endParaRPr>
        </a:p>
      </dgm:t>
    </dgm:pt>
    <dgm:pt modelId="{58E16D55-681C-4111-9D56-D78AAFE65A8B}" type="sibTrans" cxnId="{976B13BB-4FAC-474A-93B8-B6B544D6EFCA}">
      <dgm:prSet/>
      <dgm:spPr/>
      <dgm:t>
        <a:bodyPr/>
        <a:lstStyle/>
        <a:p>
          <a:endParaRPr lang="en-US" sz="1600">
            <a:solidFill>
              <a:srgbClr val="354146"/>
            </a:solidFill>
          </a:endParaRPr>
        </a:p>
      </dgm:t>
    </dgm:pt>
    <dgm:pt modelId="{0490275B-E33F-4DDB-B9D4-08D68CD12125}">
      <dgm:prSet phldrT="[Text]" custT="1"/>
      <dgm:spPr>
        <a:solidFill>
          <a:schemeClr val="accent1"/>
        </a:solidFill>
      </dgm:spPr>
      <dgm:t>
        <a:bodyPr/>
        <a:lstStyle/>
        <a:p>
          <a:r>
            <a:rPr lang="en-US" sz="1600"/>
            <a:t>Name</a:t>
          </a:r>
          <a:br>
            <a:rPr lang="en-US" sz="1600"/>
          </a:br>
          <a:r>
            <a:rPr lang="en-US" sz="1600"/>
            <a:t>Title</a:t>
          </a:r>
          <a:endParaRPr lang="en-US" sz="1600" dirty="0"/>
        </a:p>
      </dgm:t>
    </dgm:pt>
    <dgm:pt modelId="{3A818F2D-150E-407F-9509-DFD4E950129B}" type="parTrans" cxnId="{B88D444E-2C9D-4120-955A-90D5E3C0B12A}">
      <dgm:prSet/>
      <dgm:spPr/>
      <dgm:t>
        <a:bodyPr/>
        <a:lstStyle/>
        <a:p>
          <a:endParaRPr lang="en-US" sz="1600">
            <a:solidFill>
              <a:srgbClr val="354146"/>
            </a:solidFill>
          </a:endParaRPr>
        </a:p>
      </dgm:t>
    </dgm:pt>
    <dgm:pt modelId="{9B3BA076-8839-452D-BDF0-4C0B98FA635E}" type="sibTrans" cxnId="{B88D444E-2C9D-4120-955A-90D5E3C0B12A}">
      <dgm:prSet/>
      <dgm:spPr/>
      <dgm:t>
        <a:bodyPr/>
        <a:lstStyle/>
        <a:p>
          <a:endParaRPr lang="en-US" sz="1600">
            <a:solidFill>
              <a:srgbClr val="354146"/>
            </a:solidFill>
          </a:endParaRPr>
        </a:p>
      </dgm:t>
    </dgm:pt>
    <dgm:pt modelId="{78BE99DB-D2D2-9346-9CBD-138CC08BB8C1}">
      <dgm:prSet phldrT="[Text]" custT="1"/>
      <dgm:spPr>
        <a:solidFill>
          <a:schemeClr val="accent1"/>
        </a:solidFill>
      </dgm:spPr>
      <dgm:t>
        <a:bodyPr/>
        <a:lstStyle/>
        <a:p>
          <a:r>
            <a:rPr lang="en-US" sz="1600"/>
            <a:t>Name</a:t>
          </a:r>
          <a:br>
            <a:rPr lang="en-US" sz="1600"/>
          </a:br>
          <a:r>
            <a:rPr lang="en-US" sz="1600"/>
            <a:t>Title</a:t>
          </a:r>
        </a:p>
      </dgm:t>
    </dgm:pt>
    <dgm:pt modelId="{BCDB77CE-2091-CD43-9059-9B5CB6F74068}" type="parTrans" cxnId="{14D0955A-962E-A24D-B2C6-D1DFD5F5BF16}">
      <dgm:prSet/>
      <dgm:spPr/>
      <dgm:t>
        <a:bodyPr/>
        <a:lstStyle/>
        <a:p>
          <a:endParaRPr lang="en-US" sz="1600"/>
        </a:p>
      </dgm:t>
    </dgm:pt>
    <dgm:pt modelId="{7795FCE3-11E8-6F40-B7B0-F499565F8B13}" type="sibTrans" cxnId="{14D0955A-962E-A24D-B2C6-D1DFD5F5BF16}">
      <dgm:prSet/>
      <dgm:spPr/>
      <dgm:t>
        <a:bodyPr/>
        <a:lstStyle/>
        <a:p>
          <a:endParaRPr lang="en-US" sz="1600"/>
        </a:p>
      </dgm:t>
    </dgm:pt>
    <dgm:pt modelId="{A54552CF-D323-4B56-A2AB-1CC84C1FF530}" type="pres">
      <dgm:prSet presAssocID="{A812CCA1-5E3D-4207-A50D-B12862A97048}" presName="hierChild1" presStyleCnt="0">
        <dgm:presLayoutVars>
          <dgm:orgChart val="1"/>
          <dgm:chPref val="1"/>
          <dgm:dir/>
          <dgm:animOne val="branch"/>
          <dgm:animLvl val="lvl"/>
          <dgm:resizeHandles/>
        </dgm:presLayoutVars>
      </dgm:prSet>
      <dgm:spPr/>
    </dgm:pt>
    <dgm:pt modelId="{CC2F3F7A-6FC2-4645-99DD-34161E97F06D}" type="pres">
      <dgm:prSet presAssocID="{5E938A04-4AE0-47DD-B641-F6D6331057EE}" presName="hierRoot1" presStyleCnt="0">
        <dgm:presLayoutVars>
          <dgm:hierBranch val="init"/>
        </dgm:presLayoutVars>
      </dgm:prSet>
      <dgm:spPr/>
    </dgm:pt>
    <dgm:pt modelId="{E87BB43F-1333-44E7-B2B6-224BF5D6B137}" type="pres">
      <dgm:prSet presAssocID="{5E938A04-4AE0-47DD-B641-F6D6331057EE}" presName="rootComposite1" presStyleCnt="0"/>
      <dgm:spPr/>
    </dgm:pt>
    <dgm:pt modelId="{CD492C3B-2B69-4DA9-8A38-6041C78803AC}" type="pres">
      <dgm:prSet presAssocID="{5E938A04-4AE0-47DD-B641-F6D6331057EE}" presName="rootText1" presStyleLbl="node0" presStyleIdx="0" presStyleCnt="1">
        <dgm:presLayoutVars>
          <dgm:chPref val="3"/>
        </dgm:presLayoutVars>
      </dgm:prSet>
      <dgm:spPr/>
    </dgm:pt>
    <dgm:pt modelId="{69DD7785-359D-4DE6-A023-0B146E2FFC76}" type="pres">
      <dgm:prSet presAssocID="{5E938A04-4AE0-47DD-B641-F6D6331057EE}" presName="rootConnector1" presStyleLbl="node1" presStyleIdx="0" presStyleCnt="0"/>
      <dgm:spPr/>
    </dgm:pt>
    <dgm:pt modelId="{862A7F38-BD94-4456-9ABD-C6551ACDDEB0}" type="pres">
      <dgm:prSet presAssocID="{5E938A04-4AE0-47DD-B641-F6D6331057EE}" presName="hierChild2" presStyleCnt="0"/>
      <dgm:spPr/>
    </dgm:pt>
    <dgm:pt modelId="{412CC87E-FCBA-4ADC-9109-661617C159A8}" type="pres">
      <dgm:prSet presAssocID="{0E8A0540-982E-4817-BA80-4DE429C14CFB}" presName="Name37" presStyleLbl="parChTrans1D2" presStyleIdx="0" presStyleCnt="6"/>
      <dgm:spPr/>
    </dgm:pt>
    <dgm:pt modelId="{37B6C4E9-D8BA-4239-972B-8918DA4B03F2}" type="pres">
      <dgm:prSet presAssocID="{4783401F-9774-42DE-9C21-1335DB936B25}" presName="hierRoot2" presStyleCnt="0">
        <dgm:presLayoutVars>
          <dgm:hierBranch val="init"/>
        </dgm:presLayoutVars>
      </dgm:prSet>
      <dgm:spPr/>
    </dgm:pt>
    <dgm:pt modelId="{978A6818-7ED2-45EA-85CF-DAA959DC5796}" type="pres">
      <dgm:prSet presAssocID="{4783401F-9774-42DE-9C21-1335DB936B25}" presName="rootComposite" presStyleCnt="0"/>
      <dgm:spPr/>
    </dgm:pt>
    <dgm:pt modelId="{CFADB858-C0EF-4F79-B94F-10094B44BE8B}" type="pres">
      <dgm:prSet presAssocID="{4783401F-9774-42DE-9C21-1335DB936B25}" presName="rootText" presStyleLbl="node2" presStyleIdx="0" presStyleCnt="5">
        <dgm:presLayoutVars>
          <dgm:chPref val="3"/>
        </dgm:presLayoutVars>
      </dgm:prSet>
      <dgm:spPr/>
    </dgm:pt>
    <dgm:pt modelId="{127D2D1D-EE57-481A-BE9B-FAE8035DAF43}" type="pres">
      <dgm:prSet presAssocID="{4783401F-9774-42DE-9C21-1335DB936B25}" presName="rootConnector" presStyleLbl="node2" presStyleIdx="0" presStyleCnt="5"/>
      <dgm:spPr/>
    </dgm:pt>
    <dgm:pt modelId="{16616A62-D940-42D7-A7EE-DAC6D8CC9114}" type="pres">
      <dgm:prSet presAssocID="{4783401F-9774-42DE-9C21-1335DB936B25}" presName="hierChild4" presStyleCnt="0"/>
      <dgm:spPr/>
    </dgm:pt>
    <dgm:pt modelId="{469EA82A-479C-4682-A85C-15A369AC8762}" type="pres">
      <dgm:prSet presAssocID="{C39DE7FB-16DC-4AC2-B87F-4991C1D92F9E}" presName="Name37" presStyleLbl="parChTrans1D3" presStyleIdx="0" presStyleCnt="4"/>
      <dgm:spPr/>
    </dgm:pt>
    <dgm:pt modelId="{3A6813B5-8337-40F4-8D92-F369F441F4AB}" type="pres">
      <dgm:prSet presAssocID="{E5CDB7B3-5D08-485E-849C-0EA5780F8FA1}" presName="hierRoot2" presStyleCnt="0">
        <dgm:presLayoutVars>
          <dgm:hierBranch val="init"/>
        </dgm:presLayoutVars>
      </dgm:prSet>
      <dgm:spPr/>
    </dgm:pt>
    <dgm:pt modelId="{B72131F3-B88B-4C34-B20F-9726D16B0A5A}" type="pres">
      <dgm:prSet presAssocID="{E5CDB7B3-5D08-485E-849C-0EA5780F8FA1}" presName="rootComposite" presStyleCnt="0"/>
      <dgm:spPr/>
    </dgm:pt>
    <dgm:pt modelId="{14217210-739B-4DA5-BD32-3E69983F8271}" type="pres">
      <dgm:prSet presAssocID="{E5CDB7B3-5D08-485E-849C-0EA5780F8FA1}" presName="rootText" presStyleLbl="node3" presStyleIdx="0" presStyleCnt="4">
        <dgm:presLayoutVars>
          <dgm:chPref val="3"/>
        </dgm:presLayoutVars>
      </dgm:prSet>
      <dgm:spPr/>
    </dgm:pt>
    <dgm:pt modelId="{9B57E9CC-2830-4F3E-92D9-38381D8F36FE}" type="pres">
      <dgm:prSet presAssocID="{E5CDB7B3-5D08-485E-849C-0EA5780F8FA1}" presName="rootConnector" presStyleLbl="node3" presStyleIdx="0" presStyleCnt="4"/>
      <dgm:spPr/>
    </dgm:pt>
    <dgm:pt modelId="{0388D21E-8AA7-4B5D-8C45-88DA999DDBFE}" type="pres">
      <dgm:prSet presAssocID="{E5CDB7B3-5D08-485E-849C-0EA5780F8FA1}" presName="hierChild4" presStyleCnt="0"/>
      <dgm:spPr/>
    </dgm:pt>
    <dgm:pt modelId="{FB528BE8-0549-4331-98AF-6F29C462CC86}" type="pres">
      <dgm:prSet presAssocID="{E5CDB7B3-5D08-485E-849C-0EA5780F8FA1}" presName="hierChild5" presStyleCnt="0"/>
      <dgm:spPr/>
    </dgm:pt>
    <dgm:pt modelId="{90E615F4-A158-42BD-8402-CED6B966B20E}" type="pres">
      <dgm:prSet presAssocID="{4783401F-9774-42DE-9C21-1335DB936B25}" presName="hierChild5" presStyleCnt="0"/>
      <dgm:spPr/>
    </dgm:pt>
    <dgm:pt modelId="{86216E69-0D74-4D8A-A874-581FD2C17E7B}" type="pres">
      <dgm:prSet presAssocID="{3A3EC952-B075-4F3E-B7D8-0D9309A57475}" presName="Name37" presStyleLbl="parChTrans1D2" presStyleIdx="1" presStyleCnt="6"/>
      <dgm:spPr/>
    </dgm:pt>
    <dgm:pt modelId="{98F4A11D-AB33-4E8A-BE86-41EADE2AC428}" type="pres">
      <dgm:prSet presAssocID="{DBC224C4-BC4F-4D34-B097-1973FDB35FA2}" presName="hierRoot2" presStyleCnt="0">
        <dgm:presLayoutVars>
          <dgm:hierBranch val="init"/>
        </dgm:presLayoutVars>
      </dgm:prSet>
      <dgm:spPr/>
    </dgm:pt>
    <dgm:pt modelId="{7DB0DA68-98EE-4AF7-9B5B-4563829761BC}" type="pres">
      <dgm:prSet presAssocID="{DBC224C4-BC4F-4D34-B097-1973FDB35FA2}" presName="rootComposite" presStyleCnt="0"/>
      <dgm:spPr/>
    </dgm:pt>
    <dgm:pt modelId="{7F204A8F-ABD4-49D0-ADB1-3E1A97E8AAA2}" type="pres">
      <dgm:prSet presAssocID="{DBC224C4-BC4F-4D34-B097-1973FDB35FA2}" presName="rootText" presStyleLbl="node2" presStyleIdx="1" presStyleCnt="5">
        <dgm:presLayoutVars>
          <dgm:chPref val="3"/>
        </dgm:presLayoutVars>
      </dgm:prSet>
      <dgm:spPr/>
    </dgm:pt>
    <dgm:pt modelId="{7E0000B9-7A03-442C-A3C9-B71BF387DA8E}" type="pres">
      <dgm:prSet presAssocID="{DBC224C4-BC4F-4D34-B097-1973FDB35FA2}" presName="rootConnector" presStyleLbl="node2" presStyleIdx="1" presStyleCnt="5"/>
      <dgm:spPr/>
    </dgm:pt>
    <dgm:pt modelId="{67EB8A95-161A-4AD3-B43D-8A416D8FA46F}" type="pres">
      <dgm:prSet presAssocID="{DBC224C4-BC4F-4D34-B097-1973FDB35FA2}" presName="hierChild4" presStyleCnt="0"/>
      <dgm:spPr/>
    </dgm:pt>
    <dgm:pt modelId="{2F9A57A0-0D69-48CF-865F-0707C24F7C78}" type="pres">
      <dgm:prSet presAssocID="{5647BB1A-5292-42BF-B5DC-B177BB2CC570}" presName="Name37" presStyleLbl="parChTrans1D3" presStyleIdx="1" presStyleCnt="4"/>
      <dgm:spPr/>
    </dgm:pt>
    <dgm:pt modelId="{52BB5391-6716-4478-B125-F46577C7CCB9}" type="pres">
      <dgm:prSet presAssocID="{EC25845F-BC40-4943-9B51-70AA16760BFF}" presName="hierRoot2" presStyleCnt="0">
        <dgm:presLayoutVars>
          <dgm:hierBranch val="init"/>
        </dgm:presLayoutVars>
      </dgm:prSet>
      <dgm:spPr/>
    </dgm:pt>
    <dgm:pt modelId="{9852B9C6-9CC0-4DBC-A5FB-D712A65B8623}" type="pres">
      <dgm:prSet presAssocID="{EC25845F-BC40-4943-9B51-70AA16760BFF}" presName="rootComposite" presStyleCnt="0"/>
      <dgm:spPr/>
    </dgm:pt>
    <dgm:pt modelId="{B763EBB6-F7B6-4F7D-BD5D-53415F31A960}" type="pres">
      <dgm:prSet presAssocID="{EC25845F-BC40-4943-9B51-70AA16760BFF}" presName="rootText" presStyleLbl="node3" presStyleIdx="1" presStyleCnt="4">
        <dgm:presLayoutVars>
          <dgm:chPref val="3"/>
        </dgm:presLayoutVars>
      </dgm:prSet>
      <dgm:spPr/>
    </dgm:pt>
    <dgm:pt modelId="{4DA3820D-47CF-4FDC-B8EB-A74E60FAF41A}" type="pres">
      <dgm:prSet presAssocID="{EC25845F-BC40-4943-9B51-70AA16760BFF}" presName="rootConnector" presStyleLbl="node3" presStyleIdx="1" presStyleCnt="4"/>
      <dgm:spPr/>
    </dgm:pt>
    <dgm:pt modelId="{87A97DF3-BAC3-45E4-B508-4905B5EFF7CA}" type="pres">
      <dgm:prSet presAssocID="{EC25845F-BC40-4943-9B51-70AA16760BFF}" presName="hierChild4" presStyleCnt="0"/>
      <dgm:spPr/>
    </dgm:pt>
    <dgm:pt modelId="{97A578D1-36FE-4D8F-8E07-B01E4FB0918F}" type="pres">
      <dgm:prSet presAssocID="{EC25845F-BC40-4943-9B51-70AA16760BFF}" presName="hierChild5" presStyleCnt="0"/>
      <dgm:spPr/>
    </dgm:pt>
    <dgm:pt modelId="{9CD4D973-CC07-4A3F-905E-5F0BDB7473DC}" type="pres">
      <dgm:prSet presAssocID="{DBC224C4-BC4F-4D34-B097-1973FDB35FA2}" presName="hierChild5" presStyleCnt="0"/>
      <dgm:spPr/>
    </dgm:pt>
    <dgm:pt modelId="{3A1AE672-989F-47C2-B9B0-515CF1C03096}" type="pres">
      <dgm:prSet presAssocID="{C95C1F38-5589-4660-9775-1C0E6B90348C}" presName="Name37" presStyleLbl="parChTrans1D2" presStyleIdx="2" presStyleCnt="6"/>
      <dgm:spPr/>
    </dgm:pt>
    <dgm:pt modelId="{866CB440-90D1-4F37-8AA4-3BB81BC0B5EC}" type="pres">
      <dgm:prSet presAssocID="{B08F30B6-607B-4A24-956B-57E62DA4E930}" presName="hierRoot2" presStyleCnt="0">
        <dgm:presLayoutVars>
          <dgm:hierBranch val="init"/>
        </dgm:presLayoutVars>
      </dgm:prSet>
      <dgm:spPr/>
    </dgm:pt>
    <dgm:pt modelId="{9341E292-06C1-4600-946F-2FBA779CBD4E}" type="pres">
      <dgm:prSet presAssocID="{B08F30B6-607B-4A24-956B-57E62DA4E930}" presName="rootComposite" presStyleCnt="0"/>
      <dgm:spPr/>
    </dgm:pt>
    <dgm:pt modelId="{694D3405-C6F8-4C6C-8B97-4AE4A00EFCED}" type="pres">
      <dgm:prSet presAssocID="{B08F30B6-607B-4A24-956B-57E62DA4E930}" presName="rootText" presStyleLbl="node2" presStyleIdx="2" presStyleCnt="5">
        <dgm:presLayoutVars>
          <dgm:chPref val="3"/>
        </dgm:presLayoutVars>
      </dgm:prSet>
      <dgm:spPr/>
    </dgm:pt>
    <dgm:pt modelId="{72D3EC8D-EC5C-497E-BE3B-2F57169B101A}" type="pres">
      <dgm:prSet presAssocID="{B08F30B6-607B-4A24-956B-57E62DA4E930}" presName="rootConnector" presStyleLbl="node2" presStyleIdx="2" presStyleCnt="5"/>
      <dgm:spPr/>
    </dgm:pt>
    <dgm:pt modelId="{82358D1F-4965-48F0-8088-E410EEE7E26F}" type="pres">
      <dgm:prSet presAssocID="{B08F30B6-607B-4A24-956B-57E62DA4E930}" presName="hierChild4" presStyleCnt="0"/>
      <dgm:spPr/>
    </dgm:pt>
    <dgm:pt modelId="{4D930E1E-1571-4B6F-B60D-65F3F3488735}" type="pres">
      <dgm:prSet presAssocID="{3A818F2D-150E-407F-9509-DFD4E950129B}" presName="Name37" presStyleLbl="parChTrans1D3" presStyleIdx="2" presStyleCnt="4"/>
      <dgm:spPr/>
    </dgm:pt>
    <dgm:pt modelId="{4403DBC9-8B30-4DC4-8D29-7A7924B5D3A3}" type="pres">
      <dgm:prSet presAssocID="{0490275B-E33F-4DDB-B9D4-08D68CD12125}" presName="hierRoot2" presStyleCnt="0">
        <dgm:presLayoutVars>
          <dgm:hierBranch val="init"/>
        </dgm:presLayoutVars>
      </dgm:prSet>
      <dgm:spPr/>
    </dgm:pt>
    <dgm:pt modelId="{58DB58A2-7C77-443E-BC45-8E2C14416CAE}" type="pres">
      <dgm:prSet presAssocID="{0490275B-E33F-4DDB-B9D4-08D68CD12125}" presName="rootComposite" presStyleCnt="0"/>
      <dgm:spPr/>
    </dgm:pt>
    <dgm:pt modelId="{17EA5636-EC7C-4DA5-91A4-196AD0E101CD}" type="pres">
      <dgm:prSet presAssocID="{0490275B-E33F-4DDB-B9D4-08D68CD12125}" presName="rootText" presStyleLbl="node3" presStyleIdx="2" presStyleCnt="4">
        <dgm:presLayoutVars>
          <dgm:chPref val="3"/>
        </dgm:presLayoutVars>
      </dgm:prSet>
      <dgm:spPr/>
    </dgm:pt>
    <dgm:pt modelId="{9EC376AD-A2CF-4AD9-AF52-C270895671B4}" type="pres">
      <dgm:prSet presAssocID="{0490275B-E33F-4DDB-B9D4-08D68CD12125}" presName="rootConnector" presStyleLbl="node3" presStyleIdx="2" presStyleCnt="4"/>
      <dgm:spPr/>
    </dgm:pt>
    <dgm:pt modelId="{CA56FB8C-1628-43D1-8ADA-20BD0598D7FF}" type="pres">
      <dgm:prSet presAssocID="{0490275B-E33F-4DDB-B9D4-08D68CD12125}" presName="hierChild4" presStyleCnt="0"/>
      <dgm:spPr/>
    </dgm:pt>
    <dgm:pt modelId="{F65EB23A-7C61-4649-AFFE-3E80B2189B63}" type="pres">
      <dgm:prSet presAssocID="{0490275B-E33F-4DDB-B9D4-08D68CD12125}" presName="hierChild5" presStyleCnt="0"/>
      <dgm:spPr/>
    </dgm:pt>
    <dgm:pt modelId="{DA9BCE39-C70E-483A-ADF1-339BBDA35A25}" type="pres">
      <dgm:prSet presAssocID="{B08F30B6-607B-4A24-956B-57E62DA4E930}" presName="hierChild5" presStyleCnt="0"/>
      <dgm:spPr/>
    </dgm:pt>
    <dgm:pt modelId="{694059A5-06B2-4677-AD0D-6687C6F94112}" type="pres">
      <dgm:prSet presAssocID="{01F9DA9F-9EBE-4580-8178-4BDCFD319F40}" presName="Name37" presStyleLbl="parChTrans1D2" presStyleIdx="3" presStyleCnt="6"/>
      <dgm:spPr/>
    </dgm:pt>
    <dgm:pt modelId="{7204D283-B046-4ECE-8DEA-93ADC527D9E8}" type="pres">
      <dgm:prSet presAssocID="{E0D9CCA2-4011-49F8-AF7E-B725A5A0601F}" presName="hierRoot2" presStyleCnt="0">
        <dgm:presLayoutVars>
          <dgm:hierBranch val="init"/>
        </dgm:presLayoutVars>
      </dgm:prSet>
      <dgm:spPr/>
    </dgm:pt>
    <dgm:pt modelId="{8C201618-FD79-4FBA-A04B-C933AA19E90B}" type="pres">
      <dgm:prSet presAssocID="{E0D9CCA2-4011-49F8-AF7E-B725A5A0601F}" presName="rootComposite" presStyleCnt="0"/>
      <dgm:spPr/>
    </dgm:pt>
    <dgm:pt modelId="{702D938B-97F2-4AC0-AE73-05EB5D168CB6}" type="pres">
      <dgm:prSet presAssocID="{E0D9CCA2-4011-49F8-AF7E-B725A5A0601F}" presName="rootText" presStyleLbl="node2" presStyleIdx="3" presStyleCnt="5">
        <dgm:presLayoutVars>
          <dgm:chPref val="3"/>
        </dgm:presLayoutVars>
      </dgm:prSet>
      <dgm:spPr/>
    </dgm:pt>
    <dgm:pt modelId="{B1FC86A1-5637-4D5D-9414-668C5C5BFA80}" type="pres">
      <dgm:prSet presAssocID="{E0D9CCA2-4011-49F8-AF7E-B725A5A0601F}" presName="rootConnector" presStyleLbl="node2" presStyleIdx="3" presStyleCnt="5"/>
      <dgm:spPr/>
    </dgm:pt>
    <dgm:pt modelId="{98D6F85B-CA67-472B-86A9-FE86C8014151}" type="pres">
      <dgm:prSet presAssocID="{E0D9CCA2-4011-49F8-AF7E-B725A5A0601F}" presName="hierChild4" presStyleCnt="0"/>
      <dgm:spPr/>
    </dgm:pt>
    <dgm:pt modelId="{D8F1B894-D609-44BB-BC3A-9BC9EE0A2466}" type="pres">
      <dgm:prSet presAssocID="{4283BC44-2BAC-4918-A615-CCB15749A4F4}" presName="Name37" presStyleLbl="parChTrans1D3" presStyleIdx="3" presStyleCnt="4"/>
      <dgm:spPr/>
    </dgm:pt>
    <dgm:pt modelId="{C7E320E3-96EA-4CAA-8283-D6290D98EE3A}" type="pres">
      <dgm:prSet presAssocID="{3DA80DBC-3643-4B66-A0F3-1D63CB67D57A}" presName="hierRoot2" presStyleCnt="0">
        <dgm:presLayoutVars>
          <dgm:hierBranch val="init"/>
        </dgm:presLayoutVars>
      </dgm:prSet>
      <dgm:spPr/>
    </dgm:pt>
    <dgm:pt modelId="{573FC850-CFA4-40E2-8EE0-953BE03BDE57}" type="pres">
      <dgm:prSet presAssocID="{3DA80DBC-3643-4B66-A0F3-1D63CB67D57A}" presName="rootComposite" presStyleCnt="0"/>
      <dgm:spPr/>
    </dgm:pt>
    <dgm:pt modelId="{5438A9BD-D7E0-486C-AA5C-436AB3FC5681}" type="pres">
      <dgm:prSet presAssocID="{3DA80DBC-3643-4B66-A0F3-1D63CB67D57A}" presName="rootText" presStyleLbl="node3" presStyleIdx="3" presStyleCnt="4">
        <dgm:presLayoutVars>
          <dgm:chPref val="3"/>
        </dgm:presLayoutVars>
      </dgm:prSet>
      <dgm:spPr/>
    </dgm:pt>
    <dgm:pt modelId="{9E770BF5-FDB7-4E88-BA97-CA24D1308DB8}" type="pres">
      <dgm:prSet presAssocID="{3DA80DBC-3643-4B66-A0F3-1D63CB67D57A}" presName="rootConnector" presStyleLbl="node3" presStyleIdx="3" presStyleCnt="4"/>
      <dgm:spPr/>
    </dgm:pt>
    <dgm:pt modelId="{298AEF4A-1DF5-464E-B56E-62CE69BBB715}" type="pres">
      <dgm:prSet presAssocID="{3DA80DBC-3643-4B66-A0F3-1D63CB67D57A}" presName="hierChild4" presStyleCnt="0"/>
      <dgm:spPr/>
    </dgm:pt>
    <dgm:pt modelId="{E43FDB99-4F5A-4623-867C-EF6AC2C9D4B1}" type="pres">
      <dgm:prSet presAssocID="{3DA80DBC-3643-4B66-A0F3-1D63CB67D57A}" presName="hierChild5" presStyleCnt="0"/>
      <dgm:spPr/>
    </dgm:pt>
    <dgm:pt modelId="{FA96ADFB-8ED1-44C2-893E-0ACC6E799784}" type="pres">
      <dgm:prSet presAssocID="{E0D9CCA2-4011-49F8-AF7E-B725A5A0601F}" presName="hierChild5" presStyleCnt="0"/>
      <dgm:spPr/>
    </dgm:pt>
    <dgm:pt modelId="{49777C42-2347-B845-8831-5B663F05F513}" type="pres">
      <dgm:prSet presAssocID="{BCDB77CE-2091-CD43-9059-9B5CB6F74068}" presName="Name37" presStyleLbl="parChTrans1D2" presStyleIdx="4" presStyleCnt="6"/>
      <dgm:spPr/>
    </dgm:pt>
    <dgm:pt modelId="{3499338D-1A33-D14B-A005-2BB516D79E0C}" type="pres">
      <dgm:prSet presAssocID="{78BE99DB-D2D2-9346-9CBD-138CC08BB8C1}" presName="hierRoot2" presStyleCnt="0">
        <dgm:presLayoutVars>
          <dgm:hierBranch val="init"/>
        </dgm:presLayoutVars>
      </dgm:prSet>
      <dgm:spPr/>
    </dgm:pt>
    <dgm:pt modelId="{4860AA78-D408-D94C-8C5D-8AB7D2A2021C}" type="pres">
      <dgm:prSet presAssocID="{78BE99DB-D2D2-9346-9CBD-138CC08BB8C1}" presName="rootComposite" presStyleCnt="0"/>
      <dgm:spPr/>
    </dgm:pt>
    <dgm:pt modelId="{DF72963B-6128-E341-B88A-F09F96B62497}" type="pres">
      <dgm:prSet presAssocID="{78BE99DB-D2D2-9346-9CBD-138CC08BB8C1}" presName="rootText" presStyleLbl="node2" presStyleIdx="4" presStyleCnt="5">
        <dgm:presLayoutVars>
          <dgm:chPref val="3"/>
        </dgm:presLayoutVars>
      </dgm:prSet>
      <dgm:spPr/>
    </dgm:pt>
    <dgm:pt modelId="{809E1334-D396-E341-BA6F-DA33C4A46534}" type="pres">
      <dgm:prSet presAssocID="{78BE99DB-D2D2-9346-9CBD-138CC08BB8C1}" presName="rootConnector" presStyleLbl="node2" presStyleIdx="4" presStyleCnt="5"/>
      <dgm:spPr/>
    </dgm:pt>
    <dgm:pt modelId="{11C0329C-95B8-B643-9C8F-83B22E9E8103}" type="pres">
      <dgm:prSet presAssocID="{78BE99DB-D2D2-9346-9CBD-138CC08BB8C1}" presName="hierChild4" presStyleCnt="0"/>
      <dgm:spPr/>
    </dgm:pt>
    <dgm:pt modelId="{7542FC2A-0800-DB42-BA78-7CF779FFAF26}" type="pres">
      <dgm:prSet presAssocID="{78BE99DB-D2D2-9346-9CBD-138CC08BB8C1}" presName="hierChild5" presStyleCnt="0"/>
      <dgm:spPr/>
    </dgm:pt>
    <dgm:pt modelId="{CCB41247-40D5-4250-8F06-17DF0B821DD3}" type="pres">
      <dgm:prSet presAssocID="{5E938A04-4AE0-47DD-B641-F6D6331057EE}" presName="hierChild3" presStyleCnt="0"/>
      <dgm:spPr/>
    </dgm:pt>
    <dgm:pt modelId="{522FF9F1-1A12-4CAC-8420-03B8658EAD99}" type="pres">
      <dgm:prSet presAssocID="{F569AEFD-85F0-4E55-84B0-8A99E138F99F}" presName="Name111" presStyleLbl="parChTrans1D2" presStyleIdx="5" presStyleCnt="6"/>
      <dgm:spPr/>
    </dgm:pt>
    <dgm:pt modelId="{19F1990C-DFBF-450E-A64B-1631A14786A8}" type="pres">
      <dgm:prSet presAssocID="{B6E2715B-EEE7-4AF6-BFD6-AE6AE6F24BD6}" presName="hierRoot3" presStyleCnt="0">
        <dgm:presLayoutVars>
          <dgm:hierBranch val="init"/>
        </dgm:presLayoutVars>
      </dgm:prSet>
      <dgm:spPr/>
    </dgm:pt>
    <dgm:pt modelId="{EC79AEA5-62A6-4874-9EE9-5DC40FF2E5E4}" type="pres">
      <dgm:prSet presAssocID="{B6E2715B-EEE7-4AF6-BFD6-AE6AE6F24BD6}" presName="rootComposite3" presStyleCnt="0"/>
      <dgm:spPr/>
    </dgm:pt>
    <dgm:pt modelId="{9161886F-0517-4E8B-83EA-130F51B2941D}" type="pres">
      <dgm:prSet presAssocID="{B6E2715B-EEE7-4AF6-BFD6-AE6AE6F24BD6}" presName="rootText3" presStyleLbl="asst1" presStyleIdx="0" presStyleCnt="1">
        <dgm:presLayoutVars>
          <dgm:chPref val="3"/>
        </dgm:presLayoutVars>
      </dgm:prSet>
      <dgm:spPr/>
    </dgm:pt>
    <dgm:pt modelId="{17535891-601E-4A5B-B7DB-43B70DCBF060}" type="pres">
      <dgm:prSet presAssocID="{B6E2715B-EEE7-4AF6-BFD6-AE6AE6F24BD6}" presName="rootConnector3" presStyleLbl="asst1" presStyleIdx="0" presStyleCnt="1"/>
      <dgm:spPr/>
    </dgm:pt>
    <dgm:pt modelId="{17DDAB54-BE73-49C6-BBE8-7FA80D6676E7}" type="pres">
      <dgm:prSet presAssocID="{B6E2715B-EEE7-4AF6-BFD6-AE6AE6F24BD6}" presName="hierChild6" presStyleCnt="0"/>
      <dgm:spPr/>
    </dgm:pt>
    <dgm:pt modelId="{A54E3428-6B1C-4927-B53E-84486C39E09F}" type="pres">
      <dgm:prSet presAssocID="{B6E2715B-EEE7-4AF6-BFD6-AE6AE6F24BD6}" presName="hierChild7" presStyleCnt="0"/>
      <dgm:spPr/>
    </dgm:pt>
  </dgm:ptLst>
  <dgm:cxnLst>
    <dgm:cxn modelId="{1E9C5609-1DFD-4099-A36F-411F86C3C937}" type="presOf" srcId="{3A3EC952-B075-4F3E-B7D8-0D9309A57475}" destId="{86216E69-0D74-4D8A-A874-581FD2C17E7B}" srcOrd="0" destOrd="0" presId="urn:microsoft.com/office/officeart/2005/8/layout/orgChart1"/>
    <dgm:cxn modelId="{229EFD09-EC79-4FD2-8CA8-6B94CB592A7E}" type="presOf" srcId="{C95C1F38-5589-4660-9775-1C0E6B90348C}" destId="{3A1AE672-989F-47C2-B9B0-515CF1C03096}" srcOrd="0" destOrd="0" presId="urn:microsoft.com/office/officeart/2005/8/layout/orgChart1"/>
    <dgm:cxn modelId="{E02AAE17-028A-4752-9E3F-8B9C1F61D45B}" type="presOf" srcId="{E5CDB7B3-5D08-485E-849C-0EA5780F8FA1}" destId="{14217210-739B-4DA5-BD32-3E69983F8271}" srcOrd="0" destOrd="0" presId="urn:microsoft.com/office/officeart/2005/8/layout/orgChart1"/>
    <dgm:cxn modelId="{46236929-28D6-4BA9-A7D6-54050B628DA9}" type="presOf" srcId="{4783401F-9774-42DE-9C21-1335DB936B25}" destId="{127D2D1D-EE57-481A-BE9B-FAE8035DAF43}" srcOrd="1" destOrd="0" presId="urn:microsoft.com/office/officeart/2005/8/layout/orgChart1"/>
    <dgm:cxn modelId="{7E07192D-5B05-4642-B754-1608C81586D0}" srcId="{A812CCA1-5E3D-4207-A50D-B12862A97048}" destId="{5E938A04-4AE0-47DD-B641-F6D6331057EE}" srcOrd="0" destOrd="0" parTransId="{C1FE6734-B322-475C-8E12-06B4C2925222}" sibTransId="{0BA4AA31-4E02-4203-BD4D-7215730D37E1}"/>
    <dgm:cxn modelId="{21F82334-2CF9-493E-850E-40B62B8CA14F}" srcId="{5E938A04-4AE0-47DD-B641-F6D6331057EE}" destId="{B08F30B6-607B-4A24-956B-57E62DA4E930}" srcOrd="3" destOrd="0" parTransId="{C95C1F38-5589-4660-9775-1C0E6B90348C}" sibTransId="{7C239E9B-42B0-4658-BDB1-F1B962DCC187}"/>
    <dgm:cxn modelId="{1D83F635-B4A7-46F7-A04D-FA32EF0A8D6F}" type="presOf" srcId="{4283BC44-2BAC-4918-A615-CCB15749A4F4}" destId="{D8F1B894-D609-44BB-BC3A-9BC9EE0A2466}" srcOrd="0" destOrd="0" presId="urn:microsoft.com/office/officeart/2005/8/layout/orgChart1"/>
    <dgm:cxn modelId="{8B418B65-975F-4E55-B5A6-B8CC814353D2}" type="presOf" srcId="{0490275B-E33F-4DDB-B9D4-08D68CD12125}" destId="{9EC376AD-A2CF-4AD9-AF52-C270895671B4}" srcOrd="1" destOrd="0" presId="urn:microsoft.com/office/officeart/2005/8/layout/orgChart1"/>
    <dgm:cxn modelId="{5E633268-AE9B-40B2-9D42-162762DD7585}" srcId="{5E938A04-4AE0-47DD-B641-F6D6331057EE}" destId="{B6E2715B-EEE7-4AF6-BFD6-AE6AE6F24BD6}" srcOrd="0" destOrd="0" parTransId="{F569AEFD-85F0-4E55-84B0-8A99E138F99F}" sibTransId="{15F054CF-E046-4DA7-AFDF-8482625B233D}"/>
    <dgm:cxn modelId="{B88D444E-2C9D-4120-955A-90D5E3C0B12A}" srcId="{B08F30B6-607B-4A24-956B-57E62DA4E930}" destId="{0490275B-E33F-4DDB-B9D4-08D68CD12125}" srcOrd="0" destOrd="0" parTransId="{3A818F2D-150E-407F-9509-DFD4E950129B}" sibTransId="{9B3BA076-8839-452D-BDF0-4C0B98FA635E}"/>
    <dgm:cxn modelId="{36B44052-ACB9-42B6-B827-101B349EC04D}" type="presOf" srcId="{DBC224C4-BC4F-4D34-B097-1973FDB35FA2}" destId="{7F204A8F-ABD4-49D0-ADB1-3E1A97E8AAA2}" srcOrd="0" destOrd="0" presId="urn:microsoft.com/office/officeart/2005/8/layout/orgChart1"/>
    <dgm:cxn modelId="{D9A48173-C5F7-4F1F-A2AC-362BE46505F6}" type="presOf" srcId="{5647BB1A-5292-42BF-B5DC-B177BB2CC570}" destId="{2F9A57A0-0D69-48CF-865F-0707C24F7C78}" srcOrd="0" destOrd="0" presId="urn:microsoft.com/office/officeart/2005/8/layout/orgChart1"/>
    <dgm:cxn modelId="{0FEC8E53-BC80-4E81-94A3-1B5631B4E627}" srcId="{E0D9CCA2-4011-49F8-AF7E-B725A5A0601F}" destId="{3DA80DBC-3643-4B66-A0F3-1D63CB67D57A}" srcOrd="0" destOrd="0" parTransId="{4283BC44-2BAC-4918-A615-CCB15749A4F4}" sibTransId="{A9D0AE23-AE7B-43EF-BFCA-24A3EB85E69E}"/>
    <dgm:cxn modelId="{70F9E953-6A93-4146-BD68-D14C74209936}" type="presOf" srcId="{BCDB77CE-2091-CD43-9059-9B5CB6F74068}" destId="{49777C42-2347-B845-8831-5B663F05F513}" srcOrd="0" destOrd="0" presId="urn:microsoft.com/office/officeart/2005/8/layout/orgChart1"/>
    <dgm:cxn modelId="{1EBCBB55-CFAF-4C77-BDFB-4D57886241CA}" type="presOf" srcId="{3DA80DBC-3643-4B66-A0F3-1D63CB67D57A}" destId="{5438A9BD-D7E0-486C-AA5C-436AB3FC5681}" srcOrd="0" destOrd="0" presId="urn:microsoft.com/office/officeart/2005/8/layout/orgChart1"/>
    <dgm:cxn modelId="{14D0955A-962E-A24D-B2C6-D1DFD5F5BF16}" srcId="{5E938A04-4AE0-47DD-B641-F6D6331057EE}" destId="{78BE99DB-D2D2-9346-9CBD-138CC08BB8C1}" srcOrd="5" destOrd="0" parTransId="{BCDB77CE-2091-CD43-9059-9B5CB6F74068}" sibTransId="{7795FCE3-11E8-6F40-B7B0-F499565F8B13}"/>
    <dgm:cxn modelId="{C7C9C97B-7DE7-4631-BD12-8E65697BD323}" type="presOf" srcId="{E0D9CCA2-4011-49F8-AF7E-B725A5A0601F}" destId="{702D938B-97F2-4AC0-AE73-05EB5D168CB6}" srcOrd="0" destOrd="0" presId="urn:microsoft.com/office/officeart/2005/8/layout/orgChart1"/>
    <dgm:cxn modelId="{C8B6937F-6C27-4B5E-A203-8B6CB729FC43}" type="presOf" srcId="{B08F30B6-607B-4A24-956B-57E62DA4E930}" destId="{72D3EC8D-EC5C-497E-BE3B-2F57169B101A}" srcOrd="1" destOrd="0" presId="urn:microsoft.com/office/officeart/2005/8/layout/orgChart1"/>
    <dgm:cxn modelId="{51204484-6A79-44BA-B679-C8D95FF3D01D}" type="presOf" srcId="{EC25845F-BC40-4943-9B51-70AA16760BFF}" destId="{B763EBB6-F7B6-4F7D-BD5D-53415F31A960}" srcOrd="0" destOrd="0" presId="urn:microsoft.com/office/officeart/2005/8/layout/orgChart1"/>
    <dgm:cxn modelId="{A0AA8E84-5ECE-4ADD-892F-ACA25F224609}" type="presOf" srcId="{0E8A0540-982E-4817-BA80-4DE429C14CFB}" destId="{412CC87E-FCBA-4ADC-9109-661617C159A8}" srcOrd="0" destOrd="0" presId="urn:microsoft.com/office/officeart/2005/8/layout/orgChart1"/>
    <dgm:cxn modelId="{2CB7F686-7DE3-4956-99A7-AC0402CD2D13}" type="presOf" srcId="{C39DE7FB-16DC-4AC2-B87F-4991C1D92F9E}" destId="{469EA82A-479C-4682-A85C-15A369AC8762}" srcOrd="0" destOrd="0" presId="urn:microsoft.com/office/officeart/2005/8/layout/orgChart1"/>
    <dgm:cxn modelId="{CC3C608C-A2F2-4DA2-9F01-18C6CE541A66}" type="presOf" srcId="{01F9DA9F-9EBE-4580-8178-4BDCFD319F40}" destId="{694059A5-06B2-4677-AD0D-6687C6F94112}" srcOrd="0" destOrd="0" presId="urn:microsoft.com/office/officeart/2005/8/layout/orgChart1"/>
    <dgm:cxn modelId="{EE9A2090-ACEB-4AAB-AB46-CE789B800CDD}" type="presOf" srcId="{B08F30B6-607B-4A24-956B-57E62DA4E930}" destId="{694D3405-C6F8-4C6C-8B97-4AE4A00EFCED}" srcOrd="0" destOrd="0" presId="urn:microsoft.com/office/officeart/2005/8/layout/orgChart1"/>
    <dgm:cxn modelId="{87B48B99-8D67-4D42-8EE8-D1769FBB2AAF}" type="presOf" srcId="{78BE99DB-D2D2-9346-9CBD-138CC08BB8C1}" destId="{DF72963B-6128-E341-B88A-F09F96B62497}" srcOrd="0" destOrd="0" presId="urn:microsoft.com/office/officeart/2005/8/layout/orgChart1"/>
    <dgm:cxn modelId="{15A6059E-A1A1-4C99-86F1-1550689AD1F3}" type="presOf" srcId="{B6E2715B-EEE7-4AF6-BFD6-AE6AE6F24BD6}" destId="{9161886F-0517-4E8B-83EA-130F51B2941D}" srcOrd="0" destOrd="0" presId="urn:microsoft.com/office/officeart/2005/8/layout/orgChart1"/>
    <dgm:cxn modelId="{12E898B2-8018-C34F-B0FE-F579FB7DB895}" type="presOf" srcId="{78BE99DB-D2D2-9346-9CBD-138CC08BB8C1}" destId="{809E1334-D396-E341-BA6F-DA33C4A46534}" srcOrd="1" destOrd="0" presId="urn:microsoft.com/office/officeart/2005/8/layout/orgChart1"/>
    <dgm:cxn modelId="{020E2BB6-CE1D-4110-AAB8-0061EE307477}" type="presOf" srcId="{3DA80DBC-3643-4B66-A0F3-1D63CB67D57A}" destId="{9E770BF5-FDB7-4E88-BA97-CA24D1308DB8}" srcOrd="1" destOrd="0" presId="urn:microsoft.com/office/officeart/2005/8/layout/orgChart1"/>
    <dgm:cxn modelId="{976B13BB-4FAC-474A-93B8-B6B544D6EFCA}" srcId="{DBC224C4-BC4F-4D34-B097-1973FDB35FA2}" destId="{EC25845F-BC40-4943-9B51-70AA16760BFF}" srcOrd="0" destOrd="0" parTransId="{5647BB1A-5292-42BF-B5DC-B177BB2CC570}" sibTransId="{58E16D55-681C-4111-9D56-D78AAFE65A8B}"/>
    <dgm:cxn modelId="{97AEEFC0-63CA-48CC-9326-EE27169F6364}" srcId="{5E938A04-4AE0-47DD-B641-F6D6331057EE}" destId="{DBC224C4-BC4F-4D34-B097-1973FDB35FA2}" srcOrd="2" destOrd="0" parTransId="{3A3EC952-B075-4F3E-B7D8-0D9309A57475}" sibTransId="{30368F19-F3EB-4BFB-90A7-B479B15EE00F}"/>
    <dgm:cxn modelId="{EB6550D0-3442-4CA6-9A3E-8248F8B7F304}" type="presOf" srcId="{EC25845F-BC40-4943-9B51-70AA16760BFF}" destId="{4DA3820D-47CF-4FDC-B8EB-A74E60FAF41A}" srcOrd="1" destOrd="0" presId="urn:microsoft.com/office/officeart/2005/8/layout/orgChart1"/>
    <dgm:cxn modelId="{2F4709D1-C5AC-45EB-986F-6B7F597B7C88}" type="presOf" srcId="{5E938A04-4AE0-47DD-B641-F6D6331057EE}" destId="{CD492C3B-2B69-4DA9-8A38-6041C78803AC}" srcOrd="0" destOrd="0" presId="urn:microsoft.com/office/officeart/2005/8/layout/orgChart1"/>
    <dgm:cxn modelId="{6B77C4D1-E7E3-45B7-82AD-4DCD4EE0740B}" type="presOf" srcId="{F569AEFD-85F0-4E55-84B0-8A99E138F99F}" destId="{522FF9F1-1A12-4CAC-8420-03B8658EAD99}" srcOrd="0" destOrd="0" presId="urn:microsoft.com/office/officeart/2005/8/layout/orgChart1"/>
    <dgm:cxn modelId="{121EB4DF-2B5C-46F3-890B-E325341C17BE}" type="presOf" srcId="{B6E2715B-EEE7-4AF6-BFD6-AE6AE6F24BD6}" destId="{17535891-601E-4A5B-B7DB-43B70DCBF060}" srcOrd="1" destOrd="0" presId="urn:microsoft.com/office/officeart/2005/8/layout/orgChart1"/>
    <dgm:cxn modelId="{8932BAE4-976B-404C-8D15-1716AAEE0DB5}" type="presOf" srcId="{E5CDB7B3-5D08-485E-849C-0EA5780F8FA1}" destId="{9B57E9CC-2830-4F3E-92D9-38381D8F36FE}" srcOrd="1" destOrd="0" presId="urn:microsoft.com/office/officeart/2005/8/layout/orgChart1"/>
    <dgm:cxn modelId="{524493E7-2516-4312-AB77-DCF07B966695}" type="presOf" srcId="{3A818F2D-150E-407F-9509-DFD4E950129B}" destId="{4D930E1E-1571-4B6F-B60D-65F3F3488735}" srcOrd="0" destOrd="0" presId="urn:microsoft.com/office/officeart/2005/8/layout/orgChart1"/>
    <dgm:cxn modelId="{D7E8BEE8-7C39-4175-86C6-FDB3B4741B99}" type="presOf" srcId="{E0D9CCA2-4011-49F8-AF7E-B725A5A0601F}" destId="{B1FC86A1-5637-4D5D-9414-668C5C5BFA80}" srcOrd="1" destOrd="0" presId="urn:microsoft.com/office/officeart/2005/8/layout/orgChart1"/>
    <dgm:cxn modelId="{A3828FEB-8B0C-4642-82FF-A2A630821187}" srcId="{5E938A04-4AE0-47DD-B641-F6D6331057EE}" destId="{4783401F-9774-42DE-9C21-1335DB936B25}" srcOrd="1" destOrd="0" parTransId="{0E8A0540-982E-4817-BA80-4DE429C14CFB}" sibTransId="{6C704B15-7FFA-4A4E-A37E-E8B421FB9008}"/>
    <dgm:cxn modelId="{539DB9EC-FF60-4CCB-8FB6-E5F6FB53D549}" type="presOf" srcId="{0490275B-E33F-4DDB-B9D4-08D68CD12125}" destId="{17EA5636-EC7C-4DA5-91A4-196AD0E101CD}" srcOrd="0" destOrd="0" presId="urn:microsoft.com/office/officeart/2005/8/layout/orgChart1"/>
    <dgm:cxn modelId="{19D2CCEC-8558-41E6-A76B-EBB10AA99FFC}" type="presOf" srcId="{5E938A04-4AE0-47DD-B641-F6D6331057EE}" destId="{69DD7785-359D-4DE6-A023-0B146E2FFC76}" srcOrd="1" destOrd="0" presId="urn:microsoft.com/office/officeart/2005/8/layout/orgChart1"/>
    <dgm:cxn modelId="{659903EE-07CA-4683-84C9-43B1AF5B7A53}" type="presOf" srcId="{4783401F-9774-42DE-9C21-1335DB936B25}" destId="{CFADB858-C0EF-4F79-B94F-10094B44BE8B}" srcOrd="0" destOrd="0" presId="urn:microsoft.com/office/officeart/2005/8/layout/orgChart1"/>
    <dgm:cxn modelId="{ABDAEEF6-8C12-4862-8243-A2B72472668F}" type="presOf" srcId="{DBC224C4-BC4F-4D34-B097-1973FDB35FA2}" destId="{7E0000B9-7A03-442C-A3C9-B71BF387DA8E}" srcOrd="1" destOrd="0" presId="urn:microsoft.com/office/officeart/2005/8/layout/orgChart1"/>
    <dgm:cxn modelId="{738097F9-3F97-4E30-B9CB-991622539AC7}" srcId="{4783401F-9774-42DE-9C21-1335DB936B25}" destId="{E5CDB7B3-5D08-485E-849C-0EA5780F8FA1}" srcOrd="0" destOrd="0" parTransId="{C39DE7FB-16DC-4AC2-B87F-4991C1D92F9E}" sibTransId="{5AEE66DF-547A-43AE-BD53-3A167C5C1E12}"/>
    <dgm:cxn modelId="{C8FF22FC-3ACE-403B-9BC3-739266E1751E}" srcId="{5E938A04-4AE0-47DD-B641-F6D6331057EE}" destId="{E0D9CCA2-4011-49F8-AF7E-B725A5A0601F}" srcOrd="4" destOrd="0" parTransId="{01F9DA9F-9EBE-4580-8178-4BDCFD319F40}" sibTransId="{BEAE7670-2F9E-4160-BAF6-52A61DD397F0}"/>
    <dgm:cxn modelId="{273094FC-2B4D-46D5-924B-60F9C07AD4AD}" type="presOf" srcId="{A812CCA1-5E3D-4207-A50D-B12862A97048}" destId="{A54552CF-D323-4B56-A2AB-1CC84C1FF530}" srcOrd="0" destOrd="0" presId="urn:microsoft.com/office/officeart/2005/8/layout/orgChart1"/>
    <dgm:cxn modelId="{301E5FA1-CD33-45D3-89F2-C3019E1C680D}" type="presParOf" srcId="{A54552CF-D323-4B56-A2AB-1CC84C1FF530}" destId="{CC2F3F7A-6FC2-4645-99DD-34161E97F06D}" srcOrd="0" destOrd="0" presId="urn:microsoft.com/office/officeart/2005/8/layout/orgChart1"/>
    <dgm:cxn modelId="{9F248F54-23DF-4645-8CF9-D91724D4E5C6}" type="presParOf" srcId="{CC2F3F7A-6FC2-4645-99DD-34161E97F06D}" destId="{E87BB43F-1333-44E7-B2B6-224BF5D6B137}" srcOrd="0" destOrd="0" presId="urn:microsoft.com/office/officeart/2005/8/layout/orgChart1"/>
    <dgm:cxn modelId="{5C036B12-367E-4969-8BED-04F0E8736F7A}" type="presParOf" srcId="{E87BB43F-1333-44E7-B2B6-224BF5D6B137}" destId="{CD492C3B-2B69-4DA9-8A38-6041C78803AC}" srcOrd="0" destOrd="0" presId="urn:microsoft.com/office/officeart/2005/8/layout/orgChart1"/>
    <dgm:cxn modelId="{8E122F14-34FE-4A5D-923B-C4B5045ADA48}" type="presParOf" srcId="{E87BB43F-1333-44E7-B2B6-224BF5D6B137}" destId="{69DD7785-359D-4DE6-A023-0B146E2FFC76}" srcOrd="1" destOrd="0" presId="urn:microsoft.com/office/officeart/2005/8/layout/orgChart1"/>
    <dgm:cxn modelId="{C5DA1A36-0627-4C29-B0DF-4DB4CAA929E0}" type="presParOf" srcId="{CC2F3F7A-6FC2-4645-99DD-34161E97F06D}" destId="{862A7F38-BD94-4456-9ABD-C6551ACDDEB0}" srcOrd="1" destOrd="0" presId="urn:microsoft.com/office/officeart/2005/8/layout/orgChart1"/>
    <dgm:cxn modelId="{C14BD408-60BA-47C3-A6D3-9DFD8EB7C82F}" type="presParOf" srcId="{862A7F38-BD94-4456-9ABD-C6551ACDDEB0}" destId="{412CC87E-FCBA-4ADC-9109-661617C159A8}" srcOrd="0" destOrd="0" presId="urn:microsoft.com/office/officeart/2005/8/layout/orgChart1"/>
    <dgm:cxn modelId="{4316A7EC-7B96-4EB6-ABB9-CE000B793904}" type="presParOf" srcId="{862A7F38-BD94-4456-9ABD-C6551ACDDEB0}" destId="{37B6C4E9-D8BA-4239-972B-8918DA4B03F2}" srcOrd="1" destOrd="0" presId="urn:microsoft.com/office/officeart/2005/8/layout/orgChart1"/>
    <dgm:cxn modelId="{FA96E2BC-DC63-4C04-B3C8-09FD2DD08A39}" type="presParOf" srcId="{37B6C4E9-D8BA-4239-972B-8918DA4B03F2}" destId="{978A6818-7ED2-45EA-85CF-DAA959DC5796}" srcOrd="0" destOrd="0" presId="urn:microsoft.com/office/officeart/2005/8/layout/orgChart1"/>
    <dgm:cxn modelId="{87E6155D-340B-42AD-AC58-EE61B6D5949C}" type="presParOf" srcId="{978A6818-7ED2-45EA-85CF-DAA959DC5796}" destId="{CFADB858-C0EF-4F79-B94F-10094B44BE8B}" srcOrd="0" destOrd="0" presId="urn:microsoft.com/office/officeart/2005/8/layout/orgChart1"/>
    <dgm:cxn modelId="{7B2DCF0D-6C70-4E7E-9173-8C4E1554DE08}" type="presParOf" srcId="{978A6818-7ED2-45EA-85CF-DAA959DC5796}" destId="{127D2D1D-EE57-481A-BE9B-FAE8035DAF43}" srcOrd="1" destOrd="0" presId="urn:microsoft.com/office/officeart/2005/8/layout/orgChart1"/>
    <dgm:cxn modelId="{CB4D56CF-6219-4C26-8F3F-AB89E133739F}" type="presParOf" srcId="{37B6C4E9-D8BA-4239-972B-8918DA4B03F2}" destId="{16616A62-D940-42D7-A7EE-DAC6D8CC9114}" srcOrd="1" destOrd="0" presId="urn:microsoft.com/office/officeart/2005/8/layout/orgChart1"/>
    <dgm:cxn modelId="{6820C881-C455-448E-81AB-02DCD1D5F1AD}" type="presParOf" srcId="{16616A62-D940-42D7-A7EE-DAC6D8CC9114}" destId="{469EA82A-479C-4682-A85C-15A369AC8762}" srcOrd="0" destOrd="0" presId="urn:microsoft.com/office/officeart/2005/8/layout/orgChart1"/>
    <dgm:cxn modelId="{300D37EB-4AE9-4B37-84E8-13498C50EAEB}" type="presParOf" srcId="{16616A62-D940-42D7-A7EE-DAC6D8CC9114}" destId="{3A6813B5-8337-40F4-8D92-F369F441F4AB}" srcOrd="1" destOrd="0" presId="urn:microsoft.com/office/officeart/2005/8/layout/orgChart1"/>
    <dgm:cxn modelId="{8142B5EA-0858-4014-AF2E-E26F3A4C608E}" type="presParOf" srcId="{3A6813B5-8337-40F4-8D92-F369F441F4AB}" destId="{B72131F3-B88B-4C34-B20F-9726D16B0A5A}" srcOrd="0" destOrd="0" presId="urn:microsoft.com/office/officeart/2005/8/layout/orgChart1"/>
    <dgm:cxn modelId="{B346149E-40AF-4885-A255-1531B138D779}" type="presParOf" srcId="{B72131F3-B88B-4C34-B20F-9726D16B0A5A}" destId="{14217210-739B-4DA5-BD32-3E69983F8271}" srcOrd="0" destOrd="0" presId="urn:microsoft.com/office/officeart/2005/8/layout/orgChart1"/>
    <dgm:cxn modelId="{06323BE0-9A94-433C-B683-FECDFA86BF29}" type="presParOf" srcId="{B72131F3-B88B-4C34-B20F-9726D16B0A5A}" destId="{9B57E9CC-2830-4F3E-92D9-38381D8F36FE}" srcOrd="1" destOrd="0" presId="urn:microsoft.com/office/officeart/2005/8/layout/orgChart1"/>
    <dgm:cxn modelId="{43F351D8-F6F1-41D4-8772-8F2B6432B469}" type="presParOf" srcId="{3A6813B5-8337-40F4-8D92-F369F441F4AB}" destId="{0388D21E-8AA7-4B5D-8C45-88DA999DDBFE}" srcOrd="1" destOrd="0" presId="urn:microsoft.com/office/officeart/2005/8/layout/orgChart1"/>
    <dgm:cxn modelId="{991AF929-60E5-4241-AD9A-D23510EC1E82}" type="presParOf" srcId="{3A6813B5-8337-40F4-8D92-F369F441F4AB}" destId="{FB528BE8-0549-4331-98AF-6F29C462CC86}" srcOrd="2" destOrd="0" presId="urn:microsoft.com/office/officeart/2005/8/layout/orgChart1"/>
    <dgm:cxn modelId="{76A45801-23B6-4DA2-A332-57D518B221C1}" type="presParOf" srcId="{37B6C4E9-D8BA-4239-972B-8918DA4B03F2}" destId="{90E615F4-A158-42BD-8402-CED6B966B20E}" srcOrd="2" destOrd="0" presId="urn:microsoft.com/office/officeart/2005/8/layout/orgChart1"/>
    <dgm:cxn modelId="{20FA28A6-3AEB-4891-927F-F61F54A08F18}" type="presParOf" srcId="{862A7F38-BD94-4456-9ABD-C6551ACDDEB0}" destId="{86216E69-0D74-4D8A-A874-581FD2C17E7B}" srcOrd="2" destOrd="0" presId="urn:microsoft.com/office/officeart/2005/8/layout/orgChart1"/>
    <dgm:cxn modelId="{7ED88DD9-02BF-42A2-9BC8-3D54FCA19A00}" type="presParOf" srcId="{862A7F38-BD94-4456-9ABD-C6551ACDDEB0}" destId="{98F4A11D-AB33-4E8A-BE86-41EADE2AC428}" srcOrd="3" destOrd="0" presId="urn:microsoft.com/office/officeart/2005/8/layout/orgChart1"/>
    <dgm:cxn modelId="{E863B6A9-0386-48B7-A660-CBFFBA9B3947}" type="presParOf" srcId="{98F4A11D-AB33-4E8A-BE86-41EADE2AC428}" destId="{7DB0DA68-98EE-4AF7-9B5B-4563829761BC}" srcOrd="0" destOrd="0" presId="urn:microsoft.com/office/officeart/2005/8/layout/orgChart1"/>
    <dgm:cxn modelId="{61AB8112-EA43-4AA2-9DFC-72D8BE28281F}" type="presParOf" srcId="{7DB0DA68-98EE-4AF7-9B5B-4563829761BC}" destId="{7F204A8F-ABD4-49D0-ADB1-3E1A97E8AAA2}" srcOrd="0" destOrd="0" presId="urn:microsoft.com/office/officeart/2005/8/layout/orgChart1"/>
    <dgm:cxn modelId="{8DD16132-2242-4DBB-918C-7A51B32E3543}" type="presParOf" srcId="{7DB0DA68-98EE-4AF7-9B5B-4563829761BC}" destId="{7E0000B9-7A03-442C-A3C9-B71BF387DA8E}" srcOrd="1" destOrd="0" presId="urn:microsoft.com/office/officeart/2005/8/layout/orgChart1"/>
    <dgm:cxn modelId="{D223FAC0-4238-46DC-A86B-061C397BFDD2}" type="presParOf" srcId="{98F4A11D-AB33-4E8A-BE86-41EADE2AC428}" destId="{67EB8A95-161A-4AD3-B43D-8A416D8FA46F}" srcOrd="1" destOrd="0" presId="urn:microsoft.com/office/officeart/2005/8/layout/orgChart1"/>
    <dgm:cxn modelId="{0114F3E1-D7AA-4BA8-92DE-AF5BF5F2E10B}" type="presParOf" srcId="{67EB8A95-161A-4AD3-B43D-8A416D8FA46F}" destId="{2F9A57A0-0D69-48CF-865F-0707C24F7C78}" srcOrd="0" destOrd="0" presId="urn:microsoft.com/office/officeart/2005/8/layout/orgChart1"/>
    <dgm:cxn modelId="{9BCD6F9D-2ECD-4E98-B542-EA868E52EEC8}" type="presParOf" srcId="{67EB8A95-161A-4AD3-B43D-8A416D8FA46F}" destId="{52BB5391-6716-4478-B125-F46577C7CCB9}" srcOrd="1" destOrd="0" presId="urn:microsoft.com/office/officeart/2005/8/layout/orgChart1"/>
    <dgm:cxn modelId="{38117B3C-CC9F-4D7B-B9EF-E5C79BB322AC}" type="presParOf" srcId="{52BB5391-6716-4478-B125-F46577C7CCB9}" destId="{9852B9C6-9CC0-4DBC-A5FB-D712A65B8623}" srcOrd="0" destOrd="0" presId="urn:microsoft.com/office/officeart/2005/8/layout/orgChart1"/>
    <dgm:cxn modelId="{576D9B73-AA9A-4452-841E-B937D49ABE20}" type="presParOf" srcId="{9852B9C6-9CC0-4DBC-A5FB-D712A65B8623}" destId="{B763EBB6-F7B6-4F7D-BD5D-53415F31A960}" srcOrd="0" destOrd="0" presId="urn:microsoft.com/office/officeart/2005/8/layout/orgChart1"/>
    <dgm:cxn modelId="{E2DF2D33-AC78-4A4E-867C-D1D676179A32}" type="presParOf" srcId="{9852B9C6-9CC0-4DBC-A5FB-D712A65B8623}" destId="{4DA3820D-47CF-4FDC-B8EB-A74E60FAF41A}" srcOrd="1" destOrd="0" presId="urn:microsoft.com/office/officeart/2005/8/layout/orgChart1"/>
    <dgm:cxn modelId="{32EA8808-EBEF-48FE-A516-F93CD6BF3936}" type="presParOf" srcId="{52BB5391-6716-4478-B125-F46577C7CCB9}" destId="{87A97DF3-BAC3-45E4-B508-4905B5EFF7CA}" srcOrd="1" destOrd="0" presId="urn:microsoft.com/office/officeart/2005/8/layout/orgChart1"/>
    <dgm:cxn modelId="{1C066620-504C-4854-BC51-34F1537C5442}" type="presParOf" srcId="{52BB5391-6716-4478-B125-F46577C7CCB9}" destId="{97A578D1-36FE-4D8F-8E07-B01E4FB0918F}" srcOrd="2" destOrd="0" presId="urn:microsoft.com/office/officeart/2005/8/layout/orgChart1"/>
    <dgm:cxn modelId="{13CEA227-EC66-4EDA-8750-889DC6187B6D}" type="presParOf" srcId="{98F4A11D-AB33-4E8A-BE86-41EADE2AC428}" destId="{9CD4D973-CC07-4A3F-905E-5F0BDB7473DC}" srcOrd="2" destOrd="0" presId="urn:microsoft.com/office/officeart/2005/8/layout/orgChart1"/>
    <dgm:cxn modelId="{366A9592-C3EB-4F05-A5A4-8131E6E696C3}" type="presParOf" srcId="{862A7F38-BD94-4456-9ABD-C6551ACDDEB0}" destId="{3A1AE672-989F-47C2-B9B0-515CF1C03096}" srcOrd="4" destOrd="0" presId="urn:microsoft.com/office/officeart/2005/8/layout/orgChart1"/>
    <dgm:cxn modelId="{F1F58C41-31A3-4717-B4BF-96ABEC86D510}" type="presParOf" srcId="{862A7F38-BD94-4456-9ABD-C6551ACDDEB0}" destId="{866CB440-90D1-4F37-8AA4-3BB81BC0B5EC}" srcOrd="5" destOrd="0" presId="urn:microsoft.com/office/officeart/2005/8/layout/orgChart1"/>
    <dgm:cxn modelId="{46670760-ED3E-45BD-BF88-70062E5D0024}" type="presParOf" srcId="{866CB440-90D1-4F37-8AA4-3BB81BC0B5EC}" destId="{9341E292-06C1-4600-946F-2FBA779CBD4E}" srcOrd="0" destOrd="0" presId="urn:microsoft.com/office/officeart/2005/8/layout/orgChart1"/>
    <dgm:cxn modelId="{2730B9BB-6FF0-4C55-A757-72E163D0B47C}" type="presParOf" srcId="{9341E292-06C1-4600-946F-2FBA779CBD4E}" destId="{694D3405-C6F8-4C6C-8B97-4AE4A00EFCED}" srcOrd="0" destOrd="0" presId="urn:microsoft.com/office/officeart/2005/8/layout/orgChart1"/>
    <dgm:cxn modelId="{442489A3-D2DA-4956-90EA-926F31C10AAB}" type="presParOf" srcId="{9341E292-06C1-4600-946F-2FBA779CBD4E}" destId="{72D3EC8D-EC5C-497E-BE3B-2F57169B101A}" srcOrd="1" destOrd="0" presId="urn:microsoft.com/office/officeart/2005/8/layout/orgChart1"/>
    <dgm:cxn modelId="{2A76B13F-0D6F-42FA-98D9-ADF5D7ACE024}" type="presParOf" srcId="{866CB440-90D1-4F37-8AA4-3BB81BC0B5EC}" destId="{82358D1F-4965-48F0-8088-E410EEE7E26F}" srcOrd="1" destOrd="0" presId="urn:microsoft.com/office/officeart/2005/8/layout/orgChart1"/>
    <dgm:cxn modelId="{C92CA8E4-42EE-46FF-9D54-DF4BDF776FDF}" type="presParOf" srcId="{82358D1F-4965-48F0-8088-E410EEE7E26F}" destId="{4D930E1E-1571-4B6F-B60D-65F3F3488735}" srcOrd="0" destOrd="0" presId="urn:microsoft.com/office/officeart/2005/8/layout/orgChart1"/>
    <dgm:cxn modelId="{8E84B853-4B2B-40F0-9EEF-E8D334CADEC8}" type="presParOf" srcId="{82358D1F-4965-48F0-8088-E410EEE7E26F}" destId="{4403DBC9-8B30-4DC4-8D29-7A7924B5D3A3}" srcOrd="1" destOrd="0" presId="urn:microsoft.com/office/officeart/2005/8/layout/orgChart1"/>
    <dgm:cxn modelId="{EB91135E-D7C6-4A30-A500-C8AF3C71EBB7}" type="presParOf" srcId="{4403DBC9-8B30-4DC4-8D29-7A7924B5D3A3}" destId="{58DB58A2-7C77-443E-BC45-8E2C14416CAE}" srcOrd="0" destOrd="0" presId="urn:microsoft.com/office/officeart/2005/8/layout/orgChart1"/>
    <dgm:cxn modelId="{6CFA41A6-D3EF-4C23-AF00-BA7AF8AE77E1}" type="presParOf" srcId="{58DB58A2-7C77-443E-BC45-8E2C14416CAE}" destId="{17EA5636-EC7C-4DA5-91A4-196AD0E101CD}" srcOrd="0" destOrd="0" presId="urn:microsoft.com/office/officeart/2005/8/layout/orgChart1"/>
    <dgm:cxn modelId="{40705B53-E18B-40BF-AD24-C3FA5FA060A0}" type="presParOf" srcId="{58DB58A2-7C77-443E-BC45-8E2C14416CAE}" destId="{9EC376AD-A2CF-4AD9-AF52-C270895671B4}" srcOrd="1" destOrd="0" presId="urn:microsoft.com/office/officeart/2005/8/layout/orgChart1"/>
    <dgm:cxn modelId="{9092DF4E-7F9A-4411-B3BF-07D4742E5CC1}" type="presParOf" srcId="{4403DBC9-8B30-4DC4-8D29-7A7924B5D3A3}" destId="{CA56FB8C-1628-43D1-8ADA-20BD0598D7FF}" srcOrd="1" destOrd="0" presId="urn:microsoft.com/office/officeart/2005/8/layout/orgChart1"/>
    <dgm:cxn modelId="{26F5B62B-D231-4212-99A8-23E0EB87B93E}" type="presParOf" srcId="{4403DBC9-8B30-4DC4-8D29-7A7924B5D3A3}" destId="{F65EB23A-7C61-4649-AFFE-3E80B2189B63}" srcOrd="2" destOrd="0" presId="urn:microsoft.com/office/officeart/2005/8/layout/orgChart1"/>
    <dgm:cxn modelId="{20BA5350-E61D-417D-B8B9-E861BD8B4F67}" type="presParOf" srcId="{866CB440-90D1-4F37-8AA4-3BB81BC0B5EC}" destId="{DA9BCE39-C70E-483A-ADF1-339BBDA35A25}" srcOrd="2" destOrd="0" presId="urn:microsoft.com/office/officeart/2005/8/layout/orgChart1"/>
    <dgm:cxn modelId="{37E35506-B03A-4F23-BBC7-B59A32E1B4D5}" type="presParOf" srcId="{862A7F38-BD94-4456-9ABD-C6551ACDDEB0}" destId="{694059A5-06B2-4677-AD0D-6687C6F94112}" srcOrd="6" destOrd="0" presId="urn:microsoft.com/office/officeart/2005/8/layout/orgChart1"/>
    <dgm:cxn modelId="{3DBF6FDA-4C24-4DA1-A5ED-C72AAFA57AB2}" type="presParOf" srcId="{862A7F38-BD94-4456-9ABD-C6551ACDDEB0}" destId="{7204D283-B046-4ECE-8DEA-93ADC527D9E8}" srcOrd="7" destOrd="0" presId="urn:microsoft.com/office/officeart/2005/8/layout/orgChart1"/>
    <dgm:cxn modelId="{616CC075-B775-411B-B075-4A89D872EB3C}" type="presParOf" srcId="{7204D283-B046-4ECE-8DEA-93ADC527D9E8}" destId="{8C201618-FD79-4FBA-A04B-C933AA19E90B}" srcOrd="0" destOrd="0" presId="urn:microsoft.com/office/officeart/2005/8/layout/orgChart1"/>
    <dgm:cxn modelId="{AB1DB1B6-7696-4896-B97E-67A71CFE1111}" type="presParOf" srcId="{8C201618-FD79-4FBA-A04B-C933AA19E90B}" destId="{702D938B-97F2-4AC0-AE73-05EB5D168CB6}" srcOrd="0" destOrd="0" presId="urn:microsoft.com/office/officeart/2005/8/layout/orgChart1"/>
    <dgm:cxn modelId="{4A2E10E5-FAE1-4B73-AEA3-7A96B138106D}" type="presParOf" srcId="{8C201618-FD79-4FBA-A04B-C933AA19E90B}" destId="{B1FC86A1-5637-4D5D-9414-668C5C5BFA80}" srcOrd="1" destOrd="0" presId="urn:microsoft.com/office/officeart/2005/8/layout/orgChart1"/>
    <dgm:cxn modelId="{7CE208E2-EA8B-4D85-9904-BC0B7DFFE6F9}" type="presParOf" srcId="{7204D283-B046-4ECE-8DEA-93ADC527D9E8}" destId="{98D6F85B-CA67-472B-86A9-FE86C8014151}" srcOrd="1" destOrd="0" presId="urn:microsoft.com/office/officeart/2005/8/layout/orgChart1"/>
    <dgm:cxn modelId="{A9F612C3-7CEC-403E-9963-50EE59D28260}" type="presParOf" srcId="{98D6F85B-CA67-472B-86A9-FE86C8014151}" destId="{D8F1B894-D609-44BB-BC3A-9BC9EE0A2466}" srcOrd="0" destOrd="0" presId="urn:microsoft.com/office/officeart/2005/8/layout/orgChart1"/>
    <dgm:cxn modelId="{E107042C-11D6-4D18-AE51-B0365EB894B7}" type="presParOf" srcId="{98D6F85B-CA67-472B-86A9-FE86C8014151}" destId="{C7E320E3-96EA-4CAA-8283-D6290D98EE3A}" srcOrd="1" destOrd="0" presId="urn:microsoft.com/office/officeart/2005/8/layout/orgChart1"/>
    <dgm:cxn modelId="{59C53BA0-402B-42FC-A5AE-D1BC2C70F264}" type="presParOf" srcId="{C7E320E3-96EA-4CAA-8283-D6290D98EE3A}" destId="{573FC850-CFA4-40E2-8EE0-953BE03BDE57}" srcOrd="0" destOrd="0" presId="urn:microsoft.com/office/officeart/2005/8/layout/orgChart1"/>
    <dgm:cxn modelId="{901C482E-ADE9-4DBB-8822-761CEA13FB31}" type="presParOf" srcId="{573FC850-CFA4-40E2-8EE0-953BE03BDE57}" destId="{5438A9BD-D7E0-486C-AA5C-436AB3FC5681}" srcOrd="0" destOrd="0" presId="urn:microsoft.com/office/officeart/2005/8/layout/orgChart1"/>
    <dgm:cxn modelId="{64DAA8AE-BC44-4F84-ADBE-A4FB4F06C125}" type="presParOf" srcId="{573FC850-CFA4-40E2-8EE0-953BE03BDE57}" destId="{9E770BF5-FDB7-4E88-BA97-CA24D1308DB8}" srcOrd="1" destOrd="0" presId="urn:microsoft.com/office/officeart/2005/8/layout/orgChart1"/>
    <dgm:cxn modelId="{BE7BE938-D258-4EA0-8FF1-C509890604D9}" type="presParOf" srcId="{C7E320E3-96EA-4CAA-8283-D6290D98EE3A}" destId="{298AEF4A-1DF5-464E-B56E-62CE69BBB715}" srcOrd="1" destOrd="0" presId="urn:microsoft.com/office/officeart/2005/8/layout/orgChart1"/>
    <dgm:cxn modelId="{AB6A59A9-31B3-40F1-8FD6-1619C0B3739D}" type="presParOf" srcId="{C7E320E3-96EA-4CAA-8283-D6290D98EE3A}" destId="{E43FDB99-4F5A-4623-867C-EF6AC2C9D4B1}" srcOrd="2" destOrd="0" presId="urn:microsoft.com/office/officeart/2005/8/layout/orgChart1"/>
    <dgm:cxn modelId="{F3647CD8-FF70-48EE-89AF-B9D04985A6EC}" type="presParOf" srcId="{7204D283-B046-4ECE-8DEA-93ADC527D9E8}" destId="{FA96ADFB-8ED1-44C2-893E-0ACC6E799784}" srcOrd="2" destOrd="0" presId="urn:microsoft.com/office/officeart/2005/8/layout/orgChart1"/>
    <dgm:cxn modelId="{8D2D3814-2542-F047-8B07-4A9FCE3B0048}" type="presParOf" srcId="{862A7F38-BD94-4456-9ABD-C6551ACDDEB0}" destId="{49777C42-2347-B845-8831-5B663F05F513}" srcOrd="8" destOrd="0" presId="urn:microsoft.com/office/officeart/2005/8/layout/orgChart1"/>
    <dgm:cxn modelId="{7B90D39E-F4D5-FE4D-A98B-8A27A6953E92}" type="presParOf" srcId="{862A7F38-BD94-4456-9ABD-C6551ACDDEB0}" destId="{3499338D-1A33-D14B-A005-2BB516D79E0C}" srcOrd="9" destOrd="0" presId="urn:microsoft.com/office/officeart/2005/8/layout/orgChart1"/>
    <dgm:cxn modelId="{7B0510E3-1E05-254A-BD31-CA2478EA392A}" type="presParOf" srcId="{3499338D-1A33-D14B-A005-2BB516D79E0C}" destId="{4860AA78-D408-D94C-8C5D-8AB7D2A2021C}" srcOrd="0" destOrd="0" presId="urn:microsoft.com/office/officeart/2005/8/layout/orgChart1"/>
    <dgm:cxn modelId="{AB5B26B7-218A-4646-B931-C4B7A63B97AD}" type="presParOf" srcId="{4860AA78-D408-D94C-8C5D-8AB7D2A2021C}" destId="{DF72963B-6128-E341-B88A-F09F96B62497}" srcOrd="0" destOrd="0" presId="urn:microsoft.com/office/officeart/2005/8/layout/orgChart1"/>
    <dgm:cxn modelId="{ECCB6C06-A07B-DA46-B509-BB0B6599EC93}" type="presParOf" srcId="{4860AA78-D408-D94C-8C5D-8AB7D2A2021C}" destId="{809E1334-D396-E341-BA6F-DA33C4A46534}" srcOrd="1" destOrd="0" presId="urn:microsoft.com/office/officeart/2005/8/layout/orgChart1"/>
    <dgm:cxn modelId="{46713781-66F1-DF48-B5A6-2706D0BD5663}" type="presParOf" srcId="{3499338D-1A33-D14B-A005-2BB516D79E0C}" destId="{11C0329C-95B8-B643-9C8F-83B22E9E8103}" srcOrd="1" destOrd="0" presId="urn:microsoft.com/office/officeart/2005/8/layout/orgChart1"/>
    <dgm:cxn modelId="{686104A0-D602-E844-87E7-94C9D3553429}" type="presParOf" srcId="{3499338D-1A33-D14B-A005-2BB516D79E0C}" destId="{7542FC2A-0800-DB42-BA78-7CF779FFAF26}" srcOrd="2" destOrd="0" presId="urn:microsoft.com/office/officeart/2005/8/layout/orgChart1"/>
    <dgm:cxn modelId="{A0F55017-296B-46AE-9EDB-5ED14EAECDFE}" type="presParOf" srcId="{CC2F3F7A-6FC2-4645-99DD-34161E97F06D}" destId="{CCB41247-40D5-4250-8F06-17DF0B821DD3}" srcOrd="2" destOrd="0" presId="urn:microsoft.com/office/officeart/2005/8/layout/orgChart1"/>
    <dgm:cxn modelId="{1B1FDBAF-6E6A-482A-9ABF-971E8A1D1FA3}" type="presParOf" srcId="{CCB41247-40D5-4250-8F06-17DF0B821DD3}" destId="{522FF9F1-1A12-4CAC-8420-03B8658EAD99}" srcOrd="0" destOrd="0" presId="urn:microsoft.com/office/officeart/2005/8/layout/orgChart1"/>
    <dgm:cxn modelId="{BC8118FA-1FDD-4713-9E91-8BDE289E02BB}" type="presParOf" srcId="{CCB41247-40D5-4250-8F06-17DF0B821DD3}" destId="{19F1990C-DFBF-450E-A64B-1631A14786A8}" srcOrd="1" destOrd="0" presId="urn:microsoft.com/office/officeart/2005/8/layout/orgChart1"/>
    <dgm:cxn modelId="{2726D842-3951-49D0-A454-826A23E91BD3}" type="presParOf" srcId="{19F1990C-DFBF-450E-A64B-1631A14786A8}" destId="{EC79AEA5-62A6-4874-9EE9-5DC40FF2E5E4}" srcOrd="0" destOrd="0" presId="urn:microsoft.com/office/officeart/2005/8/layout/orgChart1"/>
    <dgm:cxn modelId="{55F0B9AC-E064-418D-8FED-FB8736E8A5B7}" type="presParOf" srcId="{EC79AEA5-62A6-4874-9EE9-5DC40FF2E5E4}" destId="{9161886F-0517-4E8B-83EA-130F51B2941D}" srcOrd="0" destOrd="0" presId="urn:microsoft.com/office/officeart/2005/8/layout/orgChart1"/>
    <dgm:cxn modelId="{11B38D27-D17F-4530-AED5-B4D929AF0602}" type="presParOf" srcId="{EC79AEA5-62A6-4874-9EE9-5DC40FF2E5E4}" destId="{17535891-601E-4A5B-B7DB-43B70DCBF060}" srcOrd="1" destOrd="0" presId="urn:microsoft.com/office/officeart/2005/8/layout/orgChart1"/>
    <dgm:cxn modelId="{94331696-E66B-4342-872A-D88DAFFAF281}" type="presParOf" srcId="{19F1990C-DFBF-450E-A64B-1631A14786A8}" destId="{17DDAB54-BE73-49C6-BBE8-7FA80D6676E7}" srcOrd="1" destOrd="0" presId="urn:microsoft.com/office/officeart/2005/8/layout/orgChart1"/>
    <dgm:cxn modelId="{1063228A-5AB1-49F4-BFA0-587730B9302C}" type="presParOf" srcId="{19F1990C-DFBF-450E-A64B-1631A14786A8}" destId="{A54E3428-6B1C-4927-B53E-84486C39E09F}"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A2DEACA-16DC-4540-A0D4-ED2AFA19C5A4}" type="doc">
      <dgm:prSet loTypeId="urn:microsoft.com/office/officeart/2005/8/layout/venn3" loCatId="" qsTypeId="urn:microsoft.com/office/officeart/2005/8/quickstyle/simple1" qsCatId="simple" csTypeId="urn:microsoft.com/office/officeart/2005/8/colors/accent1_2" csCatId="accent1" phldr="1"/>
      <dgm:spPr/>
      <dgm:t>
        <a:bodyPr/>
        <a:lstStyle/>
        <a:p>
          <a:endParaRPr lang="en-US"/>
        </a:p>
      </dgm:t>
    </dgm:pt>
    <dgm:pt modelId="{70597C81-EEC0-3D41-AB85-56AFD1C6CCDF}">
      <dgm:prSet phldrT="[Text]" custT="1"/>
      <dgm:spPr>
        <a:solidFill>
          <a:schemeClr val="accent1">
            <a:alpha val="50000"/>
          </a:schemeClr>
        </a:solidFill>
        <a:ln>
          <a:noFill/>
        </a:ln>
      </dgm:spPr>
      <dgm:t>
        <a:bodyPr lIns="457200" tIns="457200" rIns="457200" bIns="457200"/>
        <a:lstStyle/>
        <a:p>
          <a:r>
            <a:rPr lang="en-US" sz="2000" dirty="0">
              <a:latin typeface="Arial" panose="020B0604020202020204" pitchFamily="34" charset="0"/>
            </a:rPr>
            <a:t>Title</a:t>
          </a:r>
        </a:p>
      </dgm:t>
    </dgm:pt>
    <dgm:pt modelId="{D4152C1A-C37E-084F-ACB0-7C76564EF98B}" type="parTrans" cxnId="{DEF54F7E-8CE9-5646-A15B-AD6CA2ED73DE}">
      <dgm:prSet/>
      <dgm:spPr/>
      <dgm:t>
        <a:bodyPr/>
        <a:lstStyle/>
        <a:p>
          <a:endParaRPr lang="en-US"/>
        </a:p>
      </dgm:t>
    </dgm:pt>
    <dgm:pt modelId="{7B84D3CB-2561-014F-B69C-765E4281FD92}" type="sibTrans" cxnId="{DEF54F7E-8CE9-5646-A15B-AD6CA2ED73DE}">
      <dgm:prSet/>
      <dgm:spPr/>
      <dgm:t>
        <a:bodyPr/>
        <a:lstStyle/>
        <a:p>
          <a:endParaRPr lang="en-US"/>
        </a:p>
      </dgm:t>
    </dgm:pt>
    <dgm:pt modelId="{AB80D2E9-5334-3D4D-B615-B2D8A1C81E5A}">
      <dgm:prSet phldrT="[Text]" custT="1"/>
      <dgm:spPr>
        <a:solidFill>
          <a:schemeClr val="accent3">
            <a:alpha val="50000"/>
          </a:schemeClr>
        </a:solidFill>
        <a:ln>
          <a:noFill/>
        </a:ln>
      </dgm:spPr>
      <dgm:t>
        <a:bodyPr lIns="457200" tIns="457200" rIns="457200" bIns="457200"/>
        <a:lstStyle/>
        <a:p>
          <a:r>
            <a:rPr lang="en-US" sz="2000" dirty="0">
              <a:latin typeface="Arial" panose="020B0604020202020204" pitchFamily="34" charset="0"/>
            </a:rPr>
            <a:t>Title</a:t>
          </a:r>
        </a:p>
      </dgm:t>
    </dgm:pt>
    <dgm:pt modelId="{7C2E9338-0F76-D744-8DB7-9B92FE7B0AEE}" type="parTrans" cxnId="{F3E0E8CD-C3BD-534E-ADA0-3A0BF2168025}">
      <dgm:prSet/>
      <dgm:spPr/>
      <dgm:t>
        <a:bodyPr/>
        <a:lstStyle/>
        <a:p>
          <a:endParaRPr lang="en-US"/>
        </a:p>
      </dgm:t>
    </dgm:pt>
    <dgm:pt modelId="{0E5EBE5D-65E5-7241-8113-C0D75513B011}" type="sibTrans" cxnId="{F3E0E8CD-C3BD-534E-ADA0-3A0BF2168025}">
      <dgm:prSet/>
      <dgm:spPr/>
      <dgm:t>
        <a:bodyPr/>
        <a:lstStyle/>
        <a:p>
          <a:endParaRPr lang="en-US"/>
        </a:p>
      </dgm:t>
    </dgm:pt>
    <dgm:pt modelId="{2182130C-38E6-794E-985D-535EC6BF553C}" type="pres">
      <dgm:prSet presAssocID="{3A2DEACA-16DC-4540-A0D4-ED2AFA19C5A4}" presName="Name0" presStyleCnt="0">
        <dgm:presLayoutVars>
          <dgm:dir/>
          <dgm:resizeHandles val="exact"/>
        </dgm:presLayoutVars>
      </dgm:prSet>
      <dgm:spPr/>
    </dgm:pt>
    <dgm:pt modelId="{F274A51E-4348-0D45-BB99-FA63FEACF1B6}" type="pres">
      <dgm:prSet presAssocID="{70597C81-EEC0-3D41-AB85-56AFD1C6CCDF}" presName="Name5" presStyleLbl="vennNode1" presStyleIdx="0" presStyleCnt="2">
        <dgm:presLayoutVars>
          <dgm:bulletEnabled val="1"/>
        </dgm:presLayoutVars>
      </dgm:prSet>
      <dgm:spPr/>
    </dgm:pt>
    <dgm:pt modelId="{01D91AF4-94F0-8340-BF51-2E315D97959A}" type="pres">
      <dgm:prSet presAssocID="{7B84D3CB-2561-014F-B69C-765E4281FD92}" presName="space" presStyleCnt="0"/>
      <dgm:spPr/>
    </dgm:pt>
    <dgm:pt modelId="{AC136D05-8A4A-0C40-93D1-25BBA3A53BD5}" type="pres">
      <dgm:prSet presAssocID="{AB80D2E9-5334-3D4D-B615-B2D8A1C81E5A}" presName="Name5" presStyleLbl="vennNode1" presStyleIdx="1" presStyleCnt="2">
        <dgm:presLayoutVars>
          <dgm:bulletEnabled val="1"/>
        </dgm:presLayoutVars>
      </dgm:prSet>
      <dgm:spPr/>
    </dgm:pt>
  </dgm:ptLst>
  <dgm:cxnLst>
    <dgm:cxn modelId="{908E8112-5C31-EB44-A1D7-5B0563BC1BC5}" type="presOf" srcId="{70597C81-EEC0-3D41-AB85-56AFD1C6CCDF}" destId="{F274A51E-4348-0D45-BB99-FA63FEACF1B6}" srcOrd="0" destOrd="0" presId="urn:microsoft.com/office/officeart/2005/8/layout/venn3"/>
    <dgm:cxn modelId="{8FD6F112-4A22-9D4C-9879-DDC3A0E22F58}" type="presOf" srcId="{3A2DEACA-16DC-4540-A0D4-ED2AFA19C5A4}" destId="{2182130C-38E6-794E-985D-535EC6BF553C}" srcOrd="0" destOrd="0" presId="urn:microsoft.com/office/officeart/2005/8/layout/venn3"/>
    <dgm:cxn modelId="{FDAC7B2D-84A4-B548-9974-32CA19E668AD}" type="presOf" srcId="{AB80D2E9-5334-3D4D-B615-B2D8A1C81E5A}" destId="{AC136D05-8A4A-0C40-93D1-25BBA3A53BD5}" srcOrd="0" destOrd="0" presId="urn:microsoft.com/office/officeart/2005/8/layout/venn3"/>
    <dgm:cxn modelId="{DEF54F7E-8CE9-5646-A15B-AD6CA2ED73DE}" srcId="{3A2DEACA-16DC-4540-A0D4-ED2AFA19C5A4}" destId="{70597C81-EEC0-3D41-AB85-56AFD1C6CCDF}" srcOrd="0" destOrd="0" parTransId="{D4152C1A-C37E-084F-ACB0-7C76564EF98B}" sibTransId="{7B84D3CB-2561-014F-B69C-765E4281FD92}"/>
    <dgm:cxn modelId="{F3E0E8CD-C3BD-534E-ADA0-3A0BF2168025}" srcId="{3A2DEACA-16DC-4540-A0D4-ED2AFA19C5A4}" destId="{AB80D2E9-5334-3D4D-B615-B2D8A1C81E5A}" srcOrd="1" destOrd="0" parTransId="{7C2E9338-0F76-D744-8DB7-9B92FE7B0AEE}" sibTransId="{0E5EBE5D-65E5-7241-8113-C0D75513B011}"/>
    <dgm:cxn modelId="{72AED7A1-2764-5046-8F35-26C7BFD6D75A}" type="presParOf" srcId="{2182130C-38E6-794E-985D-535EC6BF553C}" destId="{F274A51E-4348-0D45-BB99-FA63FEACF1B6}" srcOrd="0" destOrd="0" presId="urn:microsoft.com/office/officeart/2005/8/layout/venn3"/>
    <dgm:cxn modelId="{3049B4D9-D2F9-2B47-B742-65782D1C2E29}" type="presParOf" srcId="{2182130C-38E6-794E-985D-535EC6BF553C}" destId="{01D91AF4-94F0-8340-BF51-2E315D97959A}" srcOrd="1" destOrd="0" presId="urn:microsoft.com/office/officeart/2005/8/layout/venn3"/>
    <dgm:cxn modelId="{5A0B5844-92EF-F845-95D5-AF2239C110C3}" type="presParOf" srcId="{2182130C-38E6-794E-985D-535EC6BF553C}" destId="{AC136D05-8A4A-0C40-93D1-25BBA3A53BD5}" srcOrd="2"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2DEACA-16DC-4540-A0D4-ED2AFA19C5A4}" type="doc">
      <dgm:prSet loTypeId="urn:microsoft.com/office/officeart/2005/8/layout/venn3" loCatId="" qsTypeId="urn:microsoft.com/office/officeart/2005/8/quickstyle/simple1" qsCatId="simple" csTypeId="urn:microsoft.com/office/officeart/2005/8/colors/accent1_2" csCatId="accent1" phldr="1"/>
      <dgm:spPr/>
      <dgm:t>
        <a:bodyPr/>
        <a:lstStyle/>
        <a:p>
          <a:endParaRPr lang="en-US"/>
        </a:p>
      </dgm:t>
    </dgm:pt>
    <dgm:pt modelId="{70597C81-EEC0-3D41-AB85-56AFD1C6CCDF}">
      <dgm:prSet phldrT="[Text]" custT="1"/>
      <dgm:spPr>
        <a:solidFill>
          <a:schemeClr val="accent1">
            <a:alpha val="50000"/>
          </a:schemeClr>
        </a:solidFill>
        <a:ln>
          <a:noFill/>
        </a:ln>
      </dgm:spPr>
      <dgm:t>
        <a:bodyPr lIns="274320" tIns="274320" rIns="274320" bIns="274320"/>
        <a:lstStyle/>
        <a:p>
          <a:r>
            <a:rPr lang="en-US" sz="2000" dirty="0">
              <a:latin typeface="Arial" panose="020B0604020202020204" pitchFamily="34" charset="0"/>
            </a:rPr>
            <a:t>Title</a:t>
          </a:r>
        </a:p>
      </dgm:t>
    </dgm:pt>
    <dgm:pt modelId="{D4152C1A-C37E-084F-ACB0-7C76564EF98B}" type="parTrans" cxnId="{DEF54F7E-8CE9-5646-A15B-AD6CA2ED73DE}">
      <dgm:prSet/>
      <dgm:spPr/>
      <dgm:t>
        <a:bodyPr/>
        <a:lstStyle/>
        <a:p>
          <a:endParaRPr lang="en-US"/>
        </a:p>
      </dgm:t>
    </dgm:pt>
    <dgm:pt modelId="{7B84D3CB-2561-014F-B69C-765E4281FD92}" type="sibTrans" cxnId="{DEF54F7E-8CE9-5646-A15B-AD6CA2ED73DE}">
      <dgm:prSet/>
      <dgm:spPr/>
      <dgm:t>
        <a:bodyPr/>
        <a:lstStyle/>
        <a:p>
          <a:endParaRPr lang="en-US"/>
        </a:p>
      </dgm:t>
    </dgm:pt>
    <dgm:pt modelId="{AB80D2E9-5334-3D4D-B615-B2D8A1C81E5A}">
      <dgm:prSet phldrT="[Text]" custT="1"/>
      <dgm:spPr>
        <a:solidFill>
          <a:schemeClr val="accent3">
            <a:alpha val="50000"/>
          </a:schemeClr>
        </a:solidFill>
        <a:ln>
          <a:noFill/>
        </a:ln>
      </dgm:spPr>
      <dgm:t>
        <a:bodyPr lIns="274320" tIns="274320" rIns="274320" bIns="274320"/>
        <a:lstStyle/>
        <a:p>
          <a:r>
            <a:rPr lang="en-US" sz="2000" dirty="0">
              <a:latin typeface="Arial" panose="020B0604020202020204" pitchFamily="34" charset="0"/>
            </a:rPr>
            <a:t>Title</a:t>
          </a:r>
        </a:p>
      </dgm:t>
    </dgm:pt>
    <dgm:pt modelId="{7C2E9338-0F76-D744-8DB7-9B92FE7B0AEE}" type="parTrans" cxnId="{F3E0E8CD-C3BD-534E-ADA0-3A0BF2168025}">
      <dgm:prSet/>
      <dgm:spPr/>
      <dgm:t>
        <a:bodyPr/>
        <a:lstStyle/>
        <a:p>
          <a:endParaRPr lang="en-US"/>
        </a:p>
      </dgm:t>
    </dgm:pt>
    <dgm:pt modelId="{0E5EBE5D-65E5-7241-8113-C0D75513B011}" type="sibTrans" cxnId="{F3E0E8CD-C3BD-534E-ADA0-3A0BF2168025}">
      <dgm:prSet/>
      <dgm:spPr/>
      <dgm:t>
        <a:bodyPr/>
        <a:lstStyle/>
        <a:p>
          <a:endParaRPr lang="en-US"/>
        </a:p>
      </dgm:t>
    </dgm:pt>
    <dgm:pt modelId="{9D6E2DC1-1271-F549-A8A5-CF81F5BC5FD9}">
      <dgm:prSet phldrT="[Text]" custT="1"/>
      <dgm:spPr>
        <a:solidFill>
          <a:schemeClr val="accent5">
            <a:alpha val="50000"/>
          </a:schemeClr>
        </a:solidFill>
        <a:ln>
          <a:noFill/>
        </a:ln>
      </dgm:spPr>
      <dgm:t>
        <a:bodyPr lIns="274320" tIns="274320" rIns="274320" bIns="274320"/>
        <a:lstStyle/>
        <a:p>
          <a:r>
            <a:rPr lang="en-US" sz="2000" dirty="0">
              <a:latin typeface="Arial" panose="020B0604020202020204" pitchFamily="34" charset="0"/>
            </a:rPr>
            <a:t>Title</a:t>
          </a:r>
        </a:p>
      </dgm:t>
    </dgm:pt>
    <dgm:pt modelId="{246EFD10-157F-374D-8B20-82BE108A00D7}" type="parTrans" cxnId="{854B9CB6-B2ED-6445-B8A1-5B98B371DCF9}">
      <dgm:prSet/>
      <dgm:spPr/>
      <dgm:t>
        <a:bodyPr/>
        <a:lstStyle/>
        <a:p>
          <a:endParaRPr lang="en-US"/>
        </a:p>
      </dgm:t>
    </dgm:pt>
    <dgm:pt modelId="{CABE8568-5E80-EC42-957B-283736E75AAC}" type="sibTrans" cxnId="{854B9CB6-B2ED-6445-B8A1-5B98B371DCF9}">
      <dgm:prSet/>
      <dgm:spPr/>
      <dgm:t>
        <a:bodyPr/>
        <a:lstStyle/>
        <a:p>
          <a:endParaRPr lang="en-US"/>
        </a:p>
      </dgm:t>
    </dgm:pt>
    <dgm:pt modelId="{758BBF82-BD9C-D24B-B672-D4FC3E6E9299}">
      <dgm:prSet phldrT="[Text]" custT="1"/>
      <dgm:spPr>
        <a:solidFill>
          <a:schemeClr val="accent6">
            <a:alpha val="50000"/>
          </a:schemeClr>
        </a:solidFill>
        <a:ln>
          <a:noFill/>
        </a:ln>
      </dgm:spPr>
      <dgm:t>
        <a:bodyPr lIns="274320" tIns="274320" rIns="274320" bIns="274320"/>
        <a:lstStyle/>
        <a:p>
          <a:r>
            <a:rPr lang="en-US" sz="2000" dirty="0">
              <a:latin typeface="Arial" panose="020B0604020202020204" pitchFamily="34" charset="0"/>
            </a:rPr>
            <a:t>Title</a:t>
          </a:r>
        </a:p>
      </dgm:t>
    </dgm:pt>
    <dgm:pt modelId="{68278D4D-E311-CE41-BED0-B603E6D5A1AB}" type="parTrans" cxnId="{C11738DD-6018-3E4D-AC47-0F5D36C772C7}">
      <dgm:prSet/>
      <dgm:spPr/>
      <dgm:t>
        <a:bodyPr/>
        <a:lstStyle/>
        <a:p>
          <a:endParaRPr lang="en-US"/>
        </a:p>
      </dgm:t>
    </dgm:pt>
    <dgm:pt modelId="{B3B8F8A3-DF01-9742-A0F9-6A2B39A4FECB}" type="sibTrans" cxnId="{C11738DD-6018-3E4D-AC47-0F5D36C772C7}">
      <dgm:prSet/>
      <dgm:spPr/>
      <dgm:t>
        <a:bodyPr/>
        <a:lstStyle/>
        <a:p>
          <a:endParaRPr lang="en-US"/>
        </a:p>
      </dgm:t>
    </dgm:pt>
    <dgm:pt modelId="{2182130C-38E6-794E-985D-535EC6BF553C}" type="pres">
      <dgm:prSet presAssocID="{3A2DEACA-16DC-4540-A0D4-ED2AFA19C5A4}" presName="Name0" presStyleCnt="0">
        <dgm:presLayoutVars>
          <dgm:dir/>
          <dgm:resizeHandles val="exact"/>
        </dgm:presLayoutVars>
      </dgm:prSet>
      <dgm:spPr/>
    </dgm:pt>
    <dgm:pt modelId="{F274A51E-4348-0D45-BB99-FA63FEACF1B6}" type="pres">
      <dgm:prSet presAssocID="{70597C81-EEC0-3D41-AB85-56AFD1C6CCDF}" presName="Name5" presStyleLbl="vennNode1" presStyleIdx="0" presStyleCnt="4">
        <dgm:presLayoutVars>
          <dgm:bulletEnabled val="1"/>
        </dgm:presLayoutVars>
      </dgm:prSet>
      <dgm:spPr/>
    </dgm:pt>
    <dgm:pt modelId="{01D91AF4-94F0-8340-BF51-2E315D97959A}" type="pres">
      <dgm:prSet presAssocID="{7B84D3CB-2561-014F-B69C-765E4281FD92}" presName="space" presStyleCnt="0"/>
      <dgm:spPr/>
    </dgm:pt>
    <dgm:pt modelId="{AC136D05-8A4A-0C40-93D1-25BBA3A53BD5}" type="pres">
      <dgm:prSet presAssocID="{AB80D2E9-5334-3D4D-B615-B2D8A1C81E5A}" presName="Name5" presStyleLbl="vennNode1" presStyleIdx="1" presStyleCnt="4">
        <dgm:presLayoutVars>
          <dgm:bulletEnabled val="1"/>
        </dgm:presLayoutVars>
      </dgm:prSet>
      <dgm:spPr/>
    </dgm:pt>
    <dgm:pt modelId="{81A5244B-FDF6-0241-8517-A1889449D488}" type="pres">
      <dgm:prSet presAssocID="{0E5EBE5D-65E5-7241-8113-C0D75513B011}" presName="space" presStyleCnt="0"/>
      <dgm:spPr/>
    </dgm:pt>
    <dgm:pt modelId="{2134C5F6-0996-FE44-9828-3A125EC2856A}" type="pres">
      <dgm:prSet presAssocID="{9D6E2DC1-1271-F549-A8A5-CF81F5BC5FD9}" presName="Name5" presStyleLbl="vennNode1" presStyleIdx="2" presStyleCnt="4">
        <dgm:presLayoutVars>
          <dgm:bulletEnabled val="1"/>
        </dgm:presLayoutVars>
      </dgm:prSet>
      <dgm:spPr/>
    </dgm:pt>
    <dgm:pt modelId="{0B446CE5-D5A5-004B-991D-03BAE028A107}" type="pres">
      <dgm:prSet presAssocID="{CABE8568-5E80-EC42-957B-283736E75AAC}" presName="space" presStyleCnt="0"/>
      <dgm:spPr/>
    </dgm:pt>
    <dgm:pt modelId="{3AE8F5D8-0B54-E344-BBDC-92AB761FCE28}" type="pres">
      <dgm:prSet presAssocID="{758BBF82-BD9C-D24B-B672-D4FC3E6E9299}" presName="Name5" presStyleLbl="vennNode1" presStyleIdx="3" presStyleCnt="4">
        <dgm:presLayoutVars>
          <dgm:bulletEnabled val="1"/>
        </dgm:presLayoutVars>
      </dgm:prSet>
      <dgm:spPr/>
    </dgm:pt>
  </dgm:ptLst>
  <dgm:cxnLst>
    <dgm:cxn modelId="{908E8112-5C31-EB44-A1D7-5B0563BC1BC5}" type="presOf" srcId="{70597C81-EEC0-3D41-AB85-56AFD1C6CCDF}" destId="{F274A51E-4348-0D45-BB99-FA63FEACF1B6}" srcOrd="0" destOrd="0" presId="urn:microsoft.com/office/officeart/2005/8/layout/venn3"/>
    <dgm:cxn modelId="{8FD6F112-4A22-9D4C-9879-DDC3A0E22F58}" type="presOf" srcId="{3A2DEACA-16DC-4540-A0D4-ED2AFA19C5A4}" destId="{2182130C-38E6-794E-985D-535EC6BF553C}" srcOrd="0" destOrd="0" presId="urn:microsoft.com/office/officeart/2005/8/layout/venn3"/>
    <dgm:cxn modelId="{FDAC7B2D-84A4-B548-9974-32CA19E668AD}" type="presOf" srcId="{AB80D2E9-5334-3D4D-B615-B2D8A1C81E5A}" destId="{AC136D05-8A4A-0C40-93D1-25BBA3A53BD5}" srcOrd="0" destOrd="0" presId="urn:microsoft.com/office/officeart/2005/8/layout/venn3"/>
    <dgm:cxn modelId="{DEF54F7E-8CE9-5646-A15B-AD6CA2ED73DE}" srcId="{3A2DEACA-16DC-4540-A0D4-ED2AFA19C5A4}" destId="{70597C81-EEC0-3D41-AB85-56AFD1C6CCDF}" srcOrd="0" destOrd="0" parTransId="{D4152C1A-C37E-084F-ACB0-7C76564EF98B}" sibTransId="{7B84D3CB-2561-014F-B69C-765E4281FD92}"/>
    <dgm:cxn modelId="{8992047F-9FBB-914A-9092-48A5D2C597AF}" type="presOf" srcId="{758BBF82-BD9C-D24B-B672-D4FC3E6E9299}" destId="{3AE8F5D8-0B54-E344-BBDC-92AB761FCE28}" srcOrd="0" destOrd="0" presId="urn:microsoft.com/office/officeart/2005/8/layout/venn3"/>
    <dgm:cxn modelId="{854B9CB6-B2ED-6445-B8A1-5B98B371DCF9}" srcId="{3A2DEACA-16DC-4540-A0D4-ED2AFA19C5A4}" destId="{9D6E2DC1-1271-F549-A8A5-CF81F5BC5FD9}" srcOrd="2" destOrd="0" parTransId="{246EFD10-157F-374D-8B20-82BE108A00D7}" sibTransId="{CABE8568-5E80-EC42-957B-283736E75AAC}"/>
    <dgm:cxn modelId="{F3E0E8CD-C3BD-534E-ADA0-3A0BF2168025}" srcId="{3A2DEACA-16DC-4540-A0D4-ED2AFA19C5A4}" destId="{AB80D2E9-5334-3D4D-B615-B2D8A1C81E5A}" srcOrd="1" destOrd="0" parTransId="{7C2E9338-0F76-D744-8DB7-9B92FE7B0AEE}" sibTransId="{0E5EBE5D-65E5-7241-8113-C0D75513B011}"/>
    <dgm:cxn modelId="{C11738DD-6018-3E4D-AC47-0F5D36C772C7}" srcId="{3A2DEACA-16DC-4540-A0D4-ED2AFA19C5A4}" destId="{758BBF82-BD9C-D24B-B672-D4FC3E6E9299}" srcOrd="3" destOrd="0" parTransId="{68278D4D-E311-CE41-BED0-B603E6D5A1AB}" sibTransId="{B3B8F8A3-DF01-9742-A0F9-6A2B39A4FECB}"/>
    <dgm:cxn modelId="{9E1B01F7-9430-AD4E-A94F-02E7006BDA69}" type="presOf" srcId="{9D6E2DC1-1271-F549-A8A5-CF81F5BC5FD9}" destId="{2134C5F6-0996-FE44-9828-3A125EC2856A}" srcOrd="0" destOrd="0" presId="urn:microsoft.com/office/officeart/2005/8/layout/venn3"/>
    <dgm:cxn modelId="{72AED7A1-2764-5046-8F35-26C7BFD6D75A}" type="presParOf" srcId="{2182130C-38E6-794E-985D-535EC6BF553C}" destId="{F274A51E-4348-0D45-BB99-FA63FEACF1B6}" srcOrd="0" destOrd="0" presId="urn:microsoft.com/office/officeart/2005/8/layout/venn3"/>
    <dgm:cxn modelId="{3049B4D9-D2F9-2B47-B742-65782D1C2E29}" type="presParOf" srcId="{2182130C-38E6-794E-985D-535EC6BF553C}" destId="{01D91AF4-94F0-8340-BF51-2E315D97959A}" srcOrd="1" destOrd="0" presId="urn:microsoft.com/office/officeart/2005/8/layout/venn3"/>
    <dgm:cxn modelId="{5A0B5844-92EF-F845-95D5-AF2239C110C3}" type="presParOf" srcId="{2182130C-38E6-794E-985D-535EC6BF553C}" destId="{AC136D05-8A4A-0C40-93D1-25BBA3A53BD5}" srcOrd="2" destOrd="0" presId="urn:microsoft.com/office/officeart/2005/8/layout/venn3"/>
    <dgm:cxn modelId="{FD610879-5B99-0947-B171-571BE2F5C09E}" type="presParOf" srcId="{2182130C-38E6-794E-985D-535EC6BF553C}" destId="{81A5244B-FDF6-0241-8517-A1889449D488}" srcOrd="3" destOrd="0" presId="urn:microsoft.com/office/officeart/2005/8/layout/venn3"/>
    <dgm:cxn modelId="{8CA1E1F5-8AF6-7E49-AF88-03BB89C40FD6}" type="presParOf" srcId="{2182130C-38E6-794E-985D-535EC6BF553C}" destId="{2134C5F6-0996-FE44-9828-3A125EC2856A}" srcOrd="4" destOrd="0" presId="urn:microsoft.com/office/officeart/2005/8/layout/venn3"/>
    <dgm:cxn modelId="{C7C734BE-CF33-334F-B89E-8ED742F9E713}" type="presParOf" srcId="{2182130C-38E6-794E-985D-535EC6BF553C}" destId="{0B446CE5-D5A5-004B-991D-03BAE028A107}" srcOrd="5" destOrd="0" presId="urn:microsoft.com/office/officeart/2005/8/layout/venn3"/>
    <dgm:cxn modelId="{3B33315D-F224-174B-BADF-3ED1B8DC61E9}" type="presParOf" srcId="{2182130C-38E6-794E-985D-535EC6BF553C}" destId="{3AE8F5D8-0B54-E344-BBDC-92AB761FCE28}" srcOrd="6"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FF9F1-1A12-4CAC-8420-03B8658EAD99}">
      <dsp:nvSpPr>
        <dsp:cNvPr id="0" name=""/>
        <dsp:cNvSpPr/>
      </dsp:nvSpPr>
      <dsp:spPr>
        <a:xfrm>
          <a:off x="5354211" y="833611"/>
          <a:ext cx="175050" cy="766888"/>
        </a:xfrm>
        <a:custGeom>
          <a:avLst/>
          <a:gdLst/>
          <a:ahLst/>
          <a:cxnLst/>
          <a:rect l="0" t="0" r="0" b="0"/>
          <a:pathLst>
            <a:path>
              <a:moveTo>
                <a:pt x="175050" y="0"/>
              </a:moveTo>
              <a:lnTo>
                <a:pt x="175050" y="766888"/>
              </a:lnTo>
              <a:lnTo>
                <a:pt x="0" y="7668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777C42-2347-B845-8831-5B663F05F513}">
      <dsp:nvSpPr>
        <dsp:cNvPr id="0" name=""/>
        <dsp:cNvSpPr/>
      </dsp:nvSpPr>
      <dsp:spPr>
        <a:xfrm>
          <a:off x="5529262" y="833611"/>
          <a:ext cx="4034498" cy="1533776"/>
        </a:xfrm>
        <a:custGeom>
          <a:avLst/>
          <a:gdLst/>
          <a:ahLst/>
          <a:cxnLst/>
          <a:rect l="0" t="0" r="0" b="0"/>
          <a:pathLst>
            <a:path>
              <a:moveTo>
                <a:pt x="0" y="0"/>
              </a:moveTo>
              <a:lnTo>
                <a:pt x="0" y="1358725"/>
              </a:lnTo>
              <a:lnTo>
                <a:pt x="4034498" y="1358725"/>
              </a:lnTo>
              <a:lnTo>
                <a:pt x="4034498" y="15337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F1B894-D609-44BB-BC3A-9BC9EE0A2466}">
      <dsp:nvSpPr>
        <dsp:cNvPr id="0" name=""/>
        <dsp:cNvSpPr/>
      </dsp:nvSpPr>
      <dsp:spPr>
        <a:xfrm>
          <a:off x="6879652" y="3200962"/>
          <a:ext cx="250072" cy="766888"/>
        </a:xfrm>
        <a:custGeom>
          <a:avLst/>
          <a:gdLst/>
          <a:ahLst/>
          <a:cxnLst/>
          <a:rect l="0" t="0" r="0" b="0"/>
          <a:pathLst>
            <a:path>
              <a:moveTo>
                <a:pt x="0" y="0"/>
              </a:moveTo>
              <a:lnTo>
                <a:pt x="0" y="766888"/>
              </a:lnTo>
              <a:lnTo>
                <a:pt x="250072" y="7668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4059A5-06B2-4677-AD0D-6687C6F94112}">
      <dsp:nvSpPr>
        <dsp:cNvPr id="0" name=""/>
        <dsp:cNvSpPr/>
      </dsp:nvSpPr>
      <dsp:spPr>
        <a:xfrm>
          <a:off x="5529262" y="833611"/>
          <a:ext cx="2017249" cy="1533776"/>
        </a:xfrm>
        <a:custGeom>
          <a:avLst/>
          <a:gdLst/>
          <a:ahLst/>
          <a:cxnLst/>
          <a:rect l="0" t="0" r="0" b="0"/>
          <a:pathLst>
            <a:path>
              <a:moveTo>
                <a:pt x="0" y="0"/>
              </a:moveTo>
              <a:lnTo>
                <a:pt x="0" y="1358725"/>
              </a:lnTo>
              <a:lnTo>
                <a:pt x="2017249" y="1358725"/>
              </a:lnTo>
              <a:lnTo>
                <a:pt x="2017249" y="15337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930E1E-1571-4B6F-B60D-65F3F3488735}">
      <dsp:nvSpPr>
        <dsp:cNvPr id="0" name=""/>
        <dsp:cNvSpPr/>
      </dsp:nvSpPr>
      <dsp:spPr>
        <a:xfrm>
          <a:off x="4862403" y="3200962"/>
          <a:ext cx="250072" cy="766888"/>
        </a:xfrm>
        <a:custGeom>
          <a:avLst/>
          <a:gdLst/>
          <a:ahLst/>
          <a:cxnLst/>
          <a:rect l="0" t="0" r="0" b="0"/>
          <a:pathLst>
            <a:path>
              <a:moveTo>
                <a:pt x="0" y="0"/>
              </a:moveTo>
              <a:lnTo>
                <a:pt x="0" y="766888"/>
              </a:lnTo>
              <a:lnTo>
                <a:pt x="250072" y="7668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1AE672-989F-47C2-B9B0-515CF1C03096}">
      <dsp:nvSpPr>
        <dsp:cNvPr id="0" name=""/>
        <dsp:cNvSpPr/>
      </dsp:nvSpPr>
      <dsp:spPr>
        <a:xfrm>
          <a:off x="5483542" y="833611"/>
          <a:ext cx="91440" cy="1533776"/>
        </a:xfrm>
        <a:custGeom>
          <a:avLst/>
          <a:gdLst/>
          <a:ahLst/>
          <a:cxnLst/>
          <a:rect l="0" t="0" r="0" b="0"/>
          <a:pathLst>
            <a:path>
              <a:moveTo>
                <a:pt x="45720" y="0"/>
              </a:moveTo>
              <a:lnTo>
                <a:pt x="45720" y="15337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9A57A0-0D69-48CF-865F-0707C24F7C78}">
      <dsp:nvSpPr>
        <dsp:cNvPr id="0" name=""/>
        <dsp:cNvSpPr/>
      </dsp:nvSpPr>
      <dsp:spPr>
        <a:xfrm>
          <a:off x="2845153" y="3200962"/>
          <a:ext cx="250072" cy="766888"/>
        </a:xfrm>
        <a:custGeom>
          <a:avLst/>
          <a:gdLst/>
          <a:ahLst/>
          <a:cxnLst/>
          <a:rect l="0" t="0" r="0" b="0"/>
          <a:pathLst>
            <a:path>
              <a:moveTo>
                <a:pt x="0" y="0"/>
              </a:moveTo>
              <a:lnTo>
                <a:pt x="0" y="766888"/>
              </a:lnTo>
              <a:lnTo>
                <a:pt x="250072" y="7668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216E69-0D74-4D8A-A874-581FD2C17E7B}">
      <dsp:nvSpPr>
        <dsp:cNvPr id="0" name=""/>
        <dsp:cNvSpPr/>
      </dsp:nvSpPr>
      <dsp:spPr>
        <a:xfrm>
          <a:off x="3512013" y="833611"/>
          <a:ext cx="2017249" cy="1533776"/>
        </a:xfrm>
        <a:custGeom>
          <a:avLst/>
          <a:gdLst/>
          <a:ahLst/>
          <a:cxnLst/>
          <a:rect l="0" t="0" r="0" b="0"/>
          <a:pathLst>
            <a:path>
              <a:moveTo>
                <a:pt x="2017249" y="0"/>
              </a:moveTo>
              <a:lnTo>
                <a:pt x="2017249" y="1358725"/>
              </a:lnTo>
              <a:lnTo>
                <a:pt x="0" y="1358725"/>
              </a:lnTo>
              <a:lnTo>
                <a:pt x="0" y="15337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9EA82A-479C-4682-A85C-15A369AC8762}">
      <dsp:nvSpPr>
        <dsp:cNvPr id="0" name=""/>
        <dsp:cNvSpPr/>
      </dsp:nvSpPr>
      <dsp:spPr>
        <a:xfrm>
          <a:off x="827904" y="3200962"/>
          <a:ext cx="250072" cy="766888"/>
        </a:xfrm>
        <a:custGeom>
          <a:avLst/>
          <a:gdLst/>
          <a:ahLst/>
          <a:cxnLst/>
          <a:rect l="0" t="0" r="0" b="0"/>
          <a:pathLst>
            <a:path>
              <a:moveTo>
                <a:pt x="0" y="0"/>
              </a:moveTo>
              <a:lnTo>
                <a:pt x="0" y="766888"/>
              </a:lnTo>
              <a:lnTo>
                <a:pt x="250072" y="7668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2CC87E-FCBA-4ADC-9109-661617C159A8}">
      <dsp:nvSpPr>
        <dsp:cNvPr id="0" name=""/>
        <dsp:cNvSpPr/>
      </dsp:nvSpPr>
      <dsp:spPr>
        <a:xfrm>
          <a:off x="1494763" y="833611"/>
          <a:ext cx="4034498" cy="1533776"/>
        </a:xfrm>
        <a:custGeom>
          <a:avLst/>
          <a:gdLst/>
          <a:ahLst/>
          <a:cxnLst/>
          <a:rect l="0" t="0" r="0" b="0"/>
          <a:pathLst>
            <a:path>
              <a:moveTo>
                <a:pt x="4034498" y="0"/>
              </a:moveTo>
              <a:lnTo>
                <a:pt x="4034498" y="1358725"/>
              </a:lnTo>
              <a:lnTo>
                <a:pt x="0" y="1358725"/>
              </a:lnTo>
              <a:lnTo>
                <a:pt x="0" y="15337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492C3B-2B69-4DA9-8A38-6041C78803AC}">
      <dsp:nvSpPr>
        <dsp:cNvPr id="0" name=""/>
        <dsp:cNvSpPr/>
      </dsp:nvSpPr>
      <dsp:spPr>
        <a:xfrm>
          <a:off x="4695688" y="37"/>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4695688" y="37"/>
        <a:ext cx="1667148" cy="833574"/>
      </dsp:txXfrm>
    </dsp:sp>
    <dsp:sp modelId="{CFADB858-C0EF-4F79-B94F-10094B44BE8B}">
      <dsp:nvSpPr>
        <dsp:cNvPr id="0" name=""/>
        <dsp:cNvSpPr/>
      </dsp:nvSpPr>
      <dsp:spPr>
        <a:xfrm>
          <a:off x="661189" y="2367388"/>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661189" y="2367388"/>
        <a:ext cx="1667148" cy="833574"/>
      </dsp:txXfrm>
    </dsp:sp>
    <dsp:sp modelId="{14217210-739B-4DA5-BD32-3E69983F8271}">
      <dsp:nvSpPr>
        <dsp:cNvPr id="0" name=""/>
        <dsp:cNvSpPr/>
      </dsp:nvSpPr>
      <dsp:spPr>
        <a:xfrm>
          <a:off x="1077976" y="3551063"/>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1077976" y="3551063"/>
        <a:ext cx="1667148" cy="833574"/>
      </dsp:txXfrm>
    </dsp:sp>
    <dsp:sp modelId="{7F204A8F-ABD4-49D0-ADB1-3E1A97E8AAA2}">
      <dsp:nvSpPr>
        <dsp:cNvPr id="0" name=""/>
        <dsp:cNvSpPr/>
      </dsp:nvSpPr>
      <dsp:spPr>
        <a:xfrm>
          <a:off x="2678439" y="2367388"/>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2678439" y="2367388"/>
        <a:ext cx="1667148" cy="833574"/>
      </dsp:txXfrm>
    </dsp:sp>
    <dsp:sp modelId="{B763EBB6-F7B6-4F7D-BD5D-53415F31A960}">
      <dsp:nvSpPr>
        <dsp:cNvPr id="0" name=""/>
        <dsp:cNvSpPr/>
      </dsp:nvSpPr>
      <dsp:spPr>
        <a:xfrm>
          <a:off x="3095226" y="3551063"/>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3095226" y="3551063"/>
        <a:ext cx="1667148" cy="833574"/>
      </dsp:txXfrm>
    </dsp:sp>
    <dsp:sp modelId="{694D3405-C6F8-4C6C-8B97-4AE4A00EFCED}">
      <dsp:nvSpPr>
        <dsp:cNvPr id="0" name=""/>
        <dsp:cNvSpPr/>
      </dsp:nvSpPr>
      <dsp:spPr>
        <a:xfrm>
          <a:off x="4695688" y="2367388"/>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4695688" y="2367388"/>
        <a:ext cx="1667148" cy="833574"/>
      </dsp:txXfrm>
    </dsp:sp>
    <dsp:sp modelId="{17EA5636-EC7C-4DA5-91A4-196AD0E101CD}">
      <dsp:nvSpPr>
        <dsp:cNvPr id="0" name=""/>
        <dsp:cNvSpPr/>
      </dsp:nvSpPr>
      <dsp:spPr>
        <a:xfrm>
          <a:off x="5112475" y="3551063"/>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5112475" y="3551063"/>
        <a:ext cx="1667148" cy="833574"/>
      </dsp:txXfrm>
    </dsp:sp>
    <dsp:sp modelId="{702D938B-97F2-4AC0-AE73-05EB5D168CB6}">
      <dsp:nvSpPr>
        <dsp:cNvPr id="0" name=""/>
        <dsp:cNvSpPr/>
      </dsp:nvSpPr>
      <dsp:spPr>
        <a:xfrm>
          <a:off x="6712937" y="2367388"/>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6712937" y="2367388"/>
        <a:ext cx="1667148" cy="833574"/>
      </dsp:txXfrm>
    </dsp:sp>
    <dsp:sp modelId="{5438A9BD-D7E0-486C-AA5C-436AB3FC5681}">
      <dsp:nvSpPr>
        <dsp:cNvPr id="0" name=""/>
        <dsp:cNvSpPr/>
      </dsp:nvSpPr>
      <dsp:spPr>
        <a:xfrm>
          <a:off x="7129724" y="3551063"/>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7129724" y="3551063"/>
        <a:ext cx="1667148" cy="833574"/>
      </dsp:txXfrm>
    </dsp:sp>
    <dsp:sp modelId="{DF72963B-6128-E341-B88A-F09F96B62497}">
      <dsp:nvSpPr>
        <dsp:cNvPr id="0" name=""/>
        <dsp:cNvSpPr/>
      </dsp:nvSpPr>
      <dsp:spPr>
        <a:xfrm>
          <a:off x="8730187" y="2367388"/>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p>
      </dsp:txBody>
      <dsp:txXfrm>
        <a:off x="8730187" y="2367388"/>
        <a:ext cx="1667148" cy="833574"/>
      </dsp:txXfrm>
    </dsp:sp>
    <dsp:sp modelId="{9161886F-0517-4E8B-83EA-130F51B2941D}">
      <dsp:nvSpPr>
        <dsp:cNvPr id="0" name=""/>
        <dsp:cNvSpPr/>
      </dsp:nvSpPr>
      <dsp:spPr>
        <a:xfrm>
          <a:off x="3687063" y="1183712"/>
          <a:ext cx="1667148" cy="83357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Name</a:t>
          </a:r>
          <a:br>
            <a:rPr lang="en-US" sz="1600" kern="1200"/>
          </a:br>
          <a:r>
            <a:rPr lang="en-US" sz="1600" kern="1200"/>
            <a:t>Title</a:t>
          </a:r>
          <a:endParaRPr lang="en-US" sz="1600" kern="1200" dirty="0"/>
        </a:p>
      </dsp:txBody>
      <dsp:txXfrm>
        <a:off x="3687063" y="1183712"/>
        <a:ext cx="1667148" cy="8335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4A51E-4348-0D45-BB99-FA63FEACF1B6}">
      <dsp:nvSpPr>
        <dsp:cNvPr id="0" name=""/>
        <dsp:cNvSpPr/>
      </dsp:nvSpPr>
      <dsp:spPr>
        <a:xfrm>
          <a:off x="1430681" y="1795"/>
          <a:ext cx="4546040" cy="4546040"/>
        </a:xfrm>
        <a:prstGeom prst="ellipse">
          <a:avLst/>
        </a:prstGeom>
        <a:solidFill>
          <a:schemeClr val="accent1">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57200" tIns="457200" rIns="457200" bIns="457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2096433" y="667547"/>
        <a:ext cx="3214536" cy="3214536"/>
      </dsp:txXfrm>
    </dsp:sp>
    <dsp:sp modelId="{AC136D05-8A4A-0C40-93D1-25BBA3A53BD5}">
      <dsp:nvSpPr>
        <dsp:cNvPr id="0" name=""/>
        <dsp:cNvSpPr/>
      </dsp:nvSpPr>
      <dsp:spPr>
        <a:xfrm>
          <a:off x="5067514" y="1795"/>
          <a:ext cx="4546040" cy="4546040"/>
        </a:xfrm>
        <a:prstGeom prst="ellipse">
          <a:avLst/>
        </a:prstGeom>
        <a:solidFill>
          <a:schemeClr val="accent3">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57200" tIns="457200" rIns="457200" bIns="457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5733266" y="667547"/>
        <a:ext cx="3214536" cy="32145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4A51E-4348-0D45-BB99-FA63FEACF1B6}">
      <dsp:nvSpPr>
        <dsp:cNvPr id="0" name=""/>
        <dsp:cNvSpPr/>
      </dsp:nvSpPr>
      <dsp:spPr>
        <a:xfrm>
          <a:off x="584566" y="56"/>
          <a:ext cx="2825491" cy="2825491"/>
        </a:xfrm>
        <a:prstGeom prst="ellipse">
          <a:avLst/>
        </a:prstGeom>
        <a:solidFill>
          <a:schemeClr val="accent1">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74320" tIns="274320" rIns="274320" bIns="27432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998350" y="413840"/>
        <a:ext cx="1997923" cy="1997923"/>
      </dsp:txXfrm>
    </dsp:sp>
    <dsp:sp modelId="{AC136D05-8A4A-0C40-93D1-25BBA3A53BD5}">
      <dsp:nvSpPr>
        <dsp:cNvPr id="0" name=""/>
        <dsp:cNvSpPr/>
      </dsp:nvSpPr>
      <dsp:spPr>
        <a:xfrm>
          <a:off x="2844959" y="56"/>
          <a:ext cx="2825491" cy="2825491"/>
        </a:xfrm>
        <a:prstGeom prst="ellipse">
          <a:avLst/>
        </a:prstGeom>
        <a:solidFill>
          <a:schemeClr val="accent3">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74320" tIns="274320" rIns="274320" bIns="27432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3258743" y="413840"/>
        <a:ext cx="1997923" cy="1997923"/>
      </dsp:txXfrm>
    </dsp:sp>
    <dsp:sp modelId="{2134C5F6-0996-FE44-9828-3A125EC2856A}">
      <dsp:nvSpPr>
        <dsp:cNvPr id="0" name=""/>
        <dsp:cNvSpPr/>
      </dsp:nvSpPr>
      <dsp:spPr>
        <a:xfrm>
          <a:off x="5105352" y="56"/>
          <a:ext cx="2825491" cy="2825491"/>
        </a:xfrm>
        <a:prstGeom prst="ellipse">
          <a:avLst/>
        </a:prstGeom>
        <a:solidFill>
          <a:schemeClr val="accent5">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74320" tIns="274320" rIns="274320" bIns="27432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5519136" y="413840"/>
        <a:ext cx="1997923" cy="1997923"/>
      </dsp:txXfrm>
    </dsp:sp>
    <dsp:sp modelId="{3AE8F5D8-0B54-E344-BBDC-92AB761FCE28}">
      <dsp:nvSpPr>
        <dsp:cNvPr id="0" name=""/>
        <dsp:cNvSpPr/>
      </dsp:nvSpPr>
      <dsp:spPr>
        <a:xfrm>
          <a:off x="7365746" y="56"/>
          <a:ext cx="2825491" cy="2825491"/>
        </a:xfrm>
        <a:prstGeom prst="ellipse">
          <a:avLst/>
        </a:prstGeom>
        <a:solidFill>
          <a:schemeClr val="accent6">
            <a:alpha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74320" tIns="274320" rIns="274320" bIns="27432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rPr>
            <a:t>Title</a:t>
          </a:r>
        </a:p>
      </dsp:txBody>
      <dsp:txXfrm>
        <a:off x="7779530" y="413840"/>
        <a:ext cx="1997923" cy="199792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947A7E-4D58-FA33-BAC6-249F2CC721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8CCA2EF-87C3-6570-B428-8D10F02D74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A1144B-1DD7-4F77-BD90-965F0F76814A}" type="datetimeFigureOut">
              <a:rPr lang="en-US" smtClean="0"/>
              <a:t>4/2/2025</a:t>
            </a:fld>
            <a:endParaRPr lang="en-US"/>
          </a:p>
        </p:txBody>
      </p:sp>
      <p:sp>
        <p:nvSpPr>
          <p:cNvPr id="4" name="Footer Placeholder 3">
            <a:extLst>
              <a:ext uri="{FF2B5EF4-FFF2-40B4-BE49-F238E27FC236}">
                <a16:creationId xmlns:a16="http://schemas.microsoft.com/office/drawing/2014/main" id="{64864C5E-A732-38E2-D090-EAAEAC2C58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7A49C4-4B69-7B38-F601-3923366282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2D4415-A79A-4533-B2C0-C6E71C1A0068}" type="slidenum">
              <a:rPr lang="en-US" smtClean="0"/>
              <a:t>‹#›</a:t>
            </a:fld>
            <a:endParaRPr lang="en-US"/>
          </a:p>
        </p:txBody>
      </p:sp>
    </p:spTree>
    <p:extLst>
      <p:ext uri="{BB962C8B-B14F-4D97-AF65-F5344CB8AC3E}">
        <p14:creationId xmlns:p14="http://schemas.microsoft.com/office/powerpoint/2010/main" val="4189932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D61616-3DA3-994F-80EC-32FBB966F9E6}" type="datetimeFigureOut">
              <a:t>4/2/2025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A6E08-C14D-DD4B-990D-9D6D9753DD03}" type="slidenum">
              <a:t>‹#›</a:t>
            </a:fld>
            <a:endParaRPr lang="en-US" dirty="0"/>
          </a:p>
        </p:txBody>
      </p:sp>
    </p:spTree>
    <p:extLst>
      <p:ext uri="{BB962C8B-B14F-4D97-AF65-F5344CB8AC3E}">
        <p14:creationId xmlns:p14="http://schemas.microsoft.com/office/powerpoint/2010/main" val="3845485471"/>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4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6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8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5647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5724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6126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26e6732390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226e6732390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2A6E08-C14D-DD4B-990D-9D6D9753DD03}" type="slidenum">
              <a:rPr lang="en-US"/>
              <a:t>5</a:t>
            </a:fld>
            <a:endParaRPr lang="en-US"/>
          </a:p>
        </p:txBody>
      </p:sp>
    </p:spTree>
    <p:extLst>
      <p:ext uri="{BB962C8B-B14F-4D97-AF65-F5344CB8AC3E}">
        <p14:creationId xmlns:p14="http://schemas.microsoft.com/office/powerpoint/2010/main" val="3122948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t>
            </a:r>
            <a:r>
              <a:rPr lang="en-US" b="1" dirty="0"/>
              <a:t>Insert</a:t>
            </a:r>
            <a:r>
              <a:rPr lang="en-US" dirty="0"/>
              <a:t> tab, select the </a:t>
            </a:r>
            <a:r>
              <a:rPr lang="en-US" b="1" dirty="0"/>
              <a:t>Header &amp; Footer </a:t>
            </a:r>
            <a:r>
              <a:rPr lang="en-US" b="0" dirty="0"/>
              <a:t>button or from the </a:t>
            </a:r>
            <a:r>
              <a:rPr lang="en-US" b="1" dirty="0"/>
              <a:t>Insert</a:t>
            </a:r>
            <a:r>
              <a:rPr lang="en-US" b="0" dirty="0"/>
              <a:t> menu, choose </a:t>
            </a:r>
            <a:r>
              <a:rPr lang="en-US" b="1" dirty="0"/>
              <a:t>Header and Footer… </a:t>
            </a:r>
            <a:r>
              <a:rPr lang="en-US" b="0" dirty="0"/>
              <a:t>to open the </a:t>
            </a:r>
            <a:r>
              <a:rPr lang="en-US" dirty="0"/>
              <a:t>dialog box</a:t>
            </a:r>
          </a:p>
          <a:p>
            <a:r>
              <a:rPr lang="en-US" dirty="0"/>
              <a:t>Check the boxes for </a:t>
            </a:r>
            <a:r>
              <a:rPr lang="en-US" b="1" dirty="0"/>
              <a:t>Slide number </a:t>
            </a:r>
            <a:r>
              <a:rPr lang="en-US" dirty="0"/>
              <a:t>and </a:t>
            </a:r>
            <a:r>
              <a:rPr lang="en-US" b="1" dirty="0"/>
              <a:t>Footer</a:t>
            </a:r>
          </a:p>
          <a:p>
            <a:r>
              <a:rPr lang="en-US" dirty="0"/>
              <a:t>Edit Footer text to include the appropriate confidential classification</a:t>
            </a:r>
          </a:p>
          <a:p>
            <a:r>
              <a:rPr lang="en-US" dirty="0"/>
              <a:t>Click </a:t>
            </a:r>
            <a:r>
              <a:rPr lang="en-US" b="1" dirty="0"/>
              <a:t>Apply to All</a:t>
            </a:r>
          </a:p>
          <a:p>
            <a:r>
              <a:rPr lang="en-US" dirty="0"/>
              <a:t>Note: If the presentations do not need to an information protection policy notice, uncheck the box for </a:t>
            </a:r>
            <a:r>
              <a:rPr lang="en-US" b="1" dirty="0"/>
              <a:t>Footer</a:t>
            </a:r>
            <a:r>
              <a:rPr lang="en-US" dirty="0"/>
              <a:t> and click </a:t>
            </a:r>
            <a:r>
              <a:rPr lang="en-US" b="1" dirty="0"/>
              <a:t>Apply to All</a:t>
            </a:r>
          </a:p>
        </p:txBody>
      </p:sp>
      <p:sp>
        <p:nvSpPr>
          <p:cNvPr id="4" name="Slide Number Placeholder 3"/>
          <p:cNvSpPr>
            <a:spLocks noGrp="1"/>
          </p:cNvSpPr>
          <p:nvPr>
            <p:ph type="sldNum" sz="quarter" idx="5"/>
          </p:nvPr>
        </p:nvSpPr>
        <p:spPr/>
        <p:txBody>
          <a:bodyPr/>
          <a:lstStyle/>
          <a:p>
            <a:fld id="{3F2A6E08-C14D-DD4B-990D-9D6D9753DD03}" type="slidenum">
              <a:t>6</a:t>
            </a:fld>
            <a:endParaRPr lang="en-US"/>
          </a:p>
        </p:txBody>
      </p:sp>
    </p:spTree>
    <p:extLst>
      <p:ext uri="{BB962C8B-B14F-4D97-AF65-F5344CB8AC3E}">
        <p14:creationId xmlns:p14="http://schemas.microsoft.com/office/powerpoint/2010/main" val="140572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39718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13119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6818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8673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63141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1606425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16FEE-46D8-507C-C4E9-67B9738B3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BD3A6-3520-E4E3-71A5-8299E71A80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D336D3-40DE-EF22-E912-6E578F3BAA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51421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8509-82A9-1066-DB1B-71B8D7947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8B07E-E70A-A6F8-A857-4B68C7F7BF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719DE2-F3FF-B3E3-B54D-86B5AB1751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4100541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B6ED-4A2D-FC83-11CE-A92263ABB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C812B-DADA-F29A-555C-F97D3DDCB0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AA88BC7-38E4-32B8-EB59-CEAC010247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1732677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0841D-BB7A-25C8-54FE-BB86CA82A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F34F7-BCFB-432A-2897-17889DAA6C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053E1A4-01F7-CE2A-E8E9-C41659208B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69151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2D431-B0D7-DE2F-AB25-A5C287D63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56D9D-46F2-C502-8D7A-F174FD3CD8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7E3F323-8828-60D3-5CE7-9A3BF80C77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dirty="0"/>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1178647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a:t>
            </a:r>
            <a:r>
              <a:rPr lang="en-US" b="1" dirty="0"/>
              <a:t>Team Introduction and Profile </a:t>
            </a:r>
            <a:r>
              <a:rPr lang="en-US" b="0" dirty="0"/>
              <a:t>slide</a:t>
            </a:r>
            <a:r>
              <a:rPr lang="en-US" b="1" dirty="0"/>
              <a:t> </a:t>
            </a:r>
            <a:r>
              <a:rPr lang="en-US" baseline="0" dirty="0"/>
              <a:t>ideal for including a picture with the speaker’s or team member’s name and title.</a:t>
            </a:r>
          </a:p>
          <a:p>
            <a:endParaRPr lang="en-US"/>
          </a:p>
          <a:p>
            <a:r>
              <a:rPr lang="en-US"/>
              <a:t>Type member’s names and title in the placeholder text box, use </a:t>
            </a:r>
            <a:r>
              <a:rPr lang="en-US" b="1" dirty="0"/>
              <a:t>Indent More </a:t>
            </a:r>
            <a:r>
              <a:rPr lang="en-US" b="0" dirty="0"/>
              <a:t>button from the </a:t>
            </a:r>
            <a:r>
              <a:rPr lang="en-US" b="1" dirty="0"/>
              <a:t>Ribbon</a:t>
            </a:r>
            <a:r>
              <a:rPr lang="en-US" b="0" dirty="0"/>
              <a:t> to conveniently set it in the pre-formatted style.</a:t>
            </a: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p:txBody>
      </p:sp>
      <p:sp>
        <p:nvSpPr>
          <p:cNvPr id="4" name="Slide Number Placeholder 3"/>
          <p:cNvSpPr>
            <a:spLocks noGrp="1"/>
          </p:cNvSpPr>
          <p:nvPr>
            <p:ph type="sldNum" sz="quarter" idx="5"/>
          </p:nvPr>
        </p:nvSpPr>
        <p:spPr/>
        <p:txBody>
          <a:bodyPr/>
          <a:lstStyle/>
          <a:p>
            <a:fld id="{3F2A6E08-C14D-DD4B-990D-9D6D9753DD03}" type="slidenum">
              <a:t>19</a:t>
            </a:fld>
            <a:endParaRPr lang="en-US"/>
          </a:p>
        </p:txBody>
      </p:sp>
    </p:spTree>
    <p:extLst>
      <p:ext uri="{BB962C8B-B14F-4D97-AF65-F5344CB8AC3E}">
        <p14:creationId xmlns:p14="http://schemas.microsoft.com/office/powerpoint/2010/main" val="3793637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2060"/>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F2A6E08-C14D-DD4B-990D-9D6D9753DD03}" type="slidenum">
              <a:t>20</a:t>
            </a:fld>
            <a:endParaRPr lang="en-US"/>
          </a:p>
        </p:txBody>
      </p:sp>
    </p:spTree>
    <p:extLst>
      <p:ext uri="{BB962C8B-B14F-4D97-AF65-F5344CB8AC3E}">
        <p14:creationId xmlns:p14="http://schemas.microsoft.com/office/powerpoint/2010/main" val="191533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2A6E08-C14D-DD4B-990D-9D6D9753DD03}" type="slidenum">
              <a:rPr lang="en-US"/>
              <a:t>21</a:t>
            </a:fld>
            <a:endParaRPr lang="en-US"/>
          </a:p>
        </p:txBody>
      </p:sp>
    </p:spTree>
    <p:extLst>
      <p:ext uri="{BB962C8B-B14F-4D97-AF65-F5344CB8AC3E}">
        <p14:creationId xmlns:p14="http://schemas.microsoft.com/office/powerpoint/2010/main" val="947059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2A6E08-C14D-DD4B-990D-9D6D9753DD03}" type="slidenum">
              <a:rPr lang="en-US"/>
              <a:t>24</a:t>
            </a:fld>
            <a:endParaRPr lang="en-US"/>
          </a:p>
        </p:txBody>
      </p:sp>
    </p:spTree>
    <p:extLst>
      <p:ext uri="{BB962C8B-B14F-4D97-AF65-F5344CB8AC3E}">
        <p14:creationId xmlns:p14="http://schemas.microsoft.com/office/powerpoint/2010/main" val="600211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
        <p:nvSpPr>
          <p:cNvPr id="4" name="Slide Number Placeholder 3"/>
          <p:cNvSpPr>
            <a:spLocks noGrp="1"/>
          </p:cNvSpPr>
          <p:nvPr>
            <p:ph type="sldNum" sz="quarter" idx="5"/>
          </p:nvPr>
        </p:nvSpPr>
        <p:spPr/>
        <p:txBody>
          <a:bodyPr/>
          <a:lstStyle/>
          <a:p>
            <a:fld id="{3F2A6E08-C14D-DD4B-990D-9D6D9753DD03}" type="slidenum">
              <a:t>41</a:t>
            </a:fld>
            <a:endParaRPr lang="en-US"/>
          </a:p>
        </p:txBody>
      </p:sp>
    </p:spTree>
    <p:extLst>
      <p:ext uri="{BB962C8B-B14F-4D97-AF65-F5344CB8AC3E}">
        <p14:creationId xmlns:p14="http://schemas.microsoft.com/office/powerpoint/2010/main" val="413274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
        <p:nvSpPr>
          <p:cNvPr id="4" name="Slide Number Placeholder 3"/>
          <p:cNvSpPr>
            <a:spLocks noGrp="1"/>
          </p:cNvSpPr>
          <p:nvPr>
            <p:ph type="sldNum" sz="quarter" idx="5"/>
          </p:nvPr>
        </p:nvSpPr>
        <p:spPr/>
        <p:txBody>
          <a:bodyPr/>
          <a:lstStyle/>
          <a:p>
            <a:fld id="{3F2A6E08-C14D-DD4B-990D-9D6D9753DD03}" type="slidenum">
              <a:rPr lang="en-US"/>
              <a:t>42</a:t>
            </a:fld>
            <a:endParaRPr lang="en-US"/>
          </a:p>
        </p:txBody>
      </p:sp>
    </p:spTree>
    <p:extLst>
      <p:ext uri="{BB962C8B-B14F-4D97-AF65-F5344CB8AC3E}">
        <p14:creationId xmlns:p14="http://schemas.microsoft.com/office/powerpoint/2010/main" val="1882593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
        <p:nvSpPr>
          <p:cNvPr id="4" name="Slide Number Placeholder 3"/>
          <p:cNvSpPr>
            <a:spLocks noGrp="1"/>
          </p:cNvSpPr>
          <p:nvPr>
            <p:ph type="sldNum" sz="quarter" idx="5"/>
          </p:nvPr>
        </p:nvSpPr>
        <p:spPr/>
        <p:txBody>
          <a:bodyPr/>
          <a:lstStyle/>
          <a:p>
            <a:fld id="{3F2A6E08-C14D-DD4B-990D-9D6D9753DD03}" type="slidenum">
              <a:rPr lang="en-US"/>
              <a:t>43</a:t>
            </a:fld>
            <a:endParaRPr lang="en-US"/>
          </a:p>
        </p:txBody>
      </p:sp>
    </p:spTree>
    <p:extLst>
      <p:ext uri="{BB962C8B-B14F-4D97-AF65-F5344CB8AC3E}">
        <p14:creationId xmlns:p14="http://schemas.microsoft.com/office/powerpoint/2010/main" val="1061166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
        <p:nvSpPr>
          <p:cNvPr id="4" name="Slide Number Placeholder 3"/>
          <p:cNvSpPr>
            <a:spLocks noGrp="1"/>
          </p:cNvSpPr>
          <p:nvPr>
            <p:ph type="sldNum" sz="quarter" idx="5"/>
          </p:nvPr>
        </p:nvSpPr>
        <p:spPr/>
        <p:txBody>
          <a:bodyPr/>
          <a:lstStyle/>
          <a:p>
            <a:fld id="{3F2A6E08-C14D-DD4B-990D-9D6D9753DD03}" type="slidenum">
              <a:rPr lang="en-US"/>
              <a:t>44</a:t>
            </a:fld>
            <a:endParaRPr lang="en-US"/>
          </a:p>
        </p:txBody>
      </p:sp>
    </p:spTree>
    <p:extLst>
      <p:ext uri="{BB962C8B-B14F-4D97-AF65-F5344CB8AC3E}">
        <p14:creationId xmlns:p14="http://schemas.microsoft.com/office/powerpoint/2010/main" val="3475577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
        <p:nvSpPr>
          <p:cNvPr id="4" name="Slide Number Placeholder 3"/>
          <p:cNvSpPr>
            <a:spLocks noGrp="1"/>
          </p:cNvSpPr>
          <p:nvPr>
            <p:ph type="sldNum" sz="quarter" idx="5"/>
          </p:nvPr>
        </p:nvSpPr>
        <p:spPr/>
        <p:txBody>
          <a:bodyPr/>
          <a:lstStyle/>
          <a:p>
            <a:fld id="{3F2A6E08-C14D-DD4B-990D-9D6D9753DD03}" type="slidenum">
              <a:rPr lang="en-US"/>
              <a:t>45</a:t>
            </a:fld>
            <a:endParaRPr lang="en-US"/>
          </a:p>
        </p:txBody>
      </p:sp>
    </p:spTree>
    <p:extLst>
      <p:ext uri="{BB962C8B-B14F-4D97-AF65-F5344CB8AC3E}">
        <p14:creationId xmlns:p14="http://schemas.microsoft.com/office/powerpoint/2010/main" val="4244641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picture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picture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Send the picture to back to ensure the slide number and copyright information is not covered.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footer text (copyright and slide number) to black as needed.</a:t>
            </a:r>
          </a:p>
        </p:txBody>
      </p:sp>
    </p:spTree>
    <p:extLst>
      <p:ext uri="{BB962C8B-B14F-4D97-AF65-F5344CB8AC3E}">
        <p14:creationId xmlns:p14="http://schemas.microsoft.com/office/powerpoint/2010/main" val="1550713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change the background color of the right half: (this applies to all the custom slide background and text color change)</a:t>
            </a:r>
          </a:p>
          <a:p>
            <a:br>
              <a:rPr lang="en-US"/>
            </a:br>
            <a:r>
              <a:rPr lang="en-US"/>
              <a:t>Right- or Ctrl-click anywhere on this slide and select </a:t>
            </a:r>
            <a:r>
              <a:rPr lang="en-US" b="1"/>
              <a:t>Format Backgrounds… </a:t>
            </a:r>
            <a:r>
              <a:rPr lang="en-US"/>
              <a:t>and set the color fill to one of the theme colors. </a:t>
            </a:r>
            <a:br>
              <a:rPr lang="en-US"/>
            </a:br>
            <a:r>
              <a:rPr lang="en-US"/>
              <a:t>Adjust text color as needed to ensure legibility.</a:t>
            </a:r>
          </a:p>
          <a:p>
            <a:endParaRPr lang="en-US"/>
          </a:p>
          <a:p>
            <a:r>
              <a:rPr lang="en-US"/>
              <a:t>To change the the slide back to the preformatted color:</a:t>
            </a:r>
            <a:br>
              <a:rPr lang="en-US"/>
            </a:br>
            <a:r>
              <a:rPr lang="en-US"/>
              <a:t>For text, click on </a:t>
            </a:r>
            <a:r>
              <a:rPr lang="en-US" b="1"/>
              <a:t>Reset</a:t>
            </a:r>
            <a:r>
              <a:rPr lang="en-US"/>
              <a:t> button on the </a:t>
            </a:r>
            <a:r>
              <a:rPr lang="en-US" b="1"/>
              <a:t>Home</a:t>
            </a:r>
            <a:r>
              <a:rPr lang="en-US"/>
              <a:t> tab</a:t>
            </a:r>
          </a:p>
          <a:p>
            <a:r>
              <a:rPr lang="en-US"/>
              <a:t>For background, select </a:t>
            </a:r>
            <a:r>
              <a:rPr lang="en-US" b="1"/>
              <a:t>Automatic</a:t>
            </a:r>
            <a:r>
              <a:rPr lang="en-US"/>
              <a:t> in the </a:t>
            </a:r>
            <a:r>
              <a:rPr lang="en-US" b="1"/>
              <a:t>Color</a:t>
            </a:r>
            <a:r>
              <a:rPr lang="en-US"/>
              <a:t> options on the</a:t>
            </a:r>
            <a:r>
              <a:rPr lang="en-US" b="0" i="0" u="none" strike="noStrike">
                <a:solidFill>
                  <a:srgbClr val="363636"/>
                </a:solidFill>
                <a:effectLst/>
                <a:latin typeface="Arial" panose="020B0604020202020204" pitchFamily="34" charset="0"/>
              </a:rPr>
              <a:t> </a:t>
            </a:r>
            <a:r>
              <a:rPr lang="en-US" b="1" i="0" u="none" strike="noStrike">
                <a:solidFill>
                  <a:srgbClr val="1E1E1E"/>
                </a:solidFill>
                <a:effectLst/>
                <a:latin typeface="Arial" panose="020B0604020202020204" pitchFamily="34" charset="0"/>
              </a:rPr>
              <a:t>Format Background</a:t>
            </a:r>
            <a:r>
              <a:rPr lang="en-US" b="0" i="0" u="none" strike="noStrike">
                <a:solidFill>
                  <a:srgbClr val="1E1E1E"/>
                </a:solidFill>
                <a:effectLst/>
                <a:latin typeface="Arial" panose="020B0604020202020204" pitchFamily="34" charset="0"/>
              </a:rPr>
              <a:t> pane.</a:t>
            </a:r>
          </a:p>
        </p:txBody>
      </p:sp>
      <p:sp>
        <p:nvSpPr>
          <p:cNvPr id="4" name="Slide Number Placeholder 3"/>
          <p:cNvSpPr>
            <a:spLocks noGrp="1"/>
          </p:cNvSpPr>
          <p:nvPr>
            <p:ph type="sldNum" sz="quarter" idx="5"/>
          </p:nvPr>
        </p:nvSpPr>
        <p:spPr/>
        <p:txBody>
          <a:bodyPr/>
          <a:lstStyle/>
          <a:p>
            <a:fld id="{3F2A6E08-C14D-DD4B-990D-9D6D9753DD03}" type="slidenum">
              <a:t>47</a:t>
            </a:fld>
            <a:endParaRPr lang="en-US"/>
          </a:p>
        </p:txBody>
      </p:sp>
    </p:spTree>
    <p:extLst>
      <p:ext uri="{BB962C8B-B14F-4D97-AF65-F5344CB8AC3E}">
        <p14:creationId xmlns:p14="http://schemas.microsoft.com/office/powerpoint/2010/main" val="3041871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a:extLst>
            <a:ext uri="{FF2B5EF4-FFF2-40B4-BE49-F238E27FC236}">
              <a16:creationId xmlns:a16="http://schemas.microsoft.com/office/drawing/2014/main" id="{A59AD66A-45E9-7E95-18E8-8919BE6972E8}"/>
            </a:ext>
          </a:extLst>
        </p:cNvPr>
        <p:cNvGrpSpPr/>
        <p:nvPr/>
      </p:nvGrpSpPr>
      <p:grpSpPr>
        <a:xfrm>
          <a:off x="0" y="0"/>
          <a:ext cx="0" cy="0"/>
          <a:chOff x="0" y="0"/>
          <a:chExt cx="0" cy="0"/>
        </a:xfrm>
      </p:grpSpPr>
      <p:sp>
        <p:nvSpPr>
          <p:cNvPr id="1135" name="Google Shape;1135;g22936a8881b_1_1090:notes">
            <a:extLst>
              <a:ext uri="{FF2B5EF4-FFF2-40B4-BE49-F238E27FC236}">
                <a16:creationId xmlns:a16="http://schemas.microsoft.com/office/drawing/2014/main" id="{15BFDE33-7AB6-8C8B-210A-B5CF4C45F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22936a8881b_1_1090:notes">
            <a:extLst>
              <a:ext uri="{FF2B5EF4-FFF2-40B4-BE49-F238E27FC236}">
                <a16:creationId xmlns:a16="http://schemas.microsoft.com/office/drawing/2014/main" id="{E0207B1E-ED35-F5A7-8586-8531954FCB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over Color Background 01</a:t>
            </a:r>
          </a:p>
          <a:p>
            <a:endParaRPr lang="en-US" dirty="0"/>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74823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over Color Background 02</a:t>
            </a:r>
          </a:p>
          <a:p>
            <a:endParaRPr lang="en-US" dirty="0"/>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a:p>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49</a:t>
            </a:fld>
            <a:endParaRPr lang="en-US"/>
          </a:p>
        </p:txBody>
      </p:sp>
    </p:spTree>
    <p:extLst>
      <p:ext uri="{BB962C8B-B14F-4D97-AF65-F5344CB8AC3E}">
        <p14:creationId xmlns:p14="http://schemas.microsoft.com/office/powerpoint/2010/main" val="19861028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latin typeface="Arial" panose="020B0604020202020204" pitchFamily="34" charset="0"/>
              </a:rPr>
              <a:t>Big Statement over Color Background 03</a:t>
            </a:r>
          </a:p>
          <a:p>
            <a:endParaRPr lang="en-US" dirty="0">
              <a:solidFill>
                <a:schemeClr val="bg1"/>
              </a:solidFill>
              <a:latin typeface="Arial" panose="020B0604020202020204" pitchFamily="34" charset="0"/>
            </a:endParaRPr>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a:p>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50</a:t>
            </a:fld>
            <a:endParaRPr lang="en-US"/>
          </a:p>
        </p:txBody>
      </p:sp>
    </p:spTree>
    <p:extLst>
      <p:ext uri="{BB962C8B-B14F-4D97-AF65-F5344CB8AC3E}">
        <p14:creationId xmlns:p14="http://schemas.microsoft.com/office/powerpoint/2010/main" val="42735100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latin typeface="Arial" panose="020B0604020202020204" pitchFamily="34" charset="0"/>
              </a:rPr>
              <a:t>Big Statement over Color Background 04</a:t>
            </a:r>
          </a:p>
          <a:p>
            <a:endParaRPr lang="en-US" dirty="0"/>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a:p>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51</a:t>
            </a:fld>
            <a:endParaRPr lang="en-US"/>
          </a:p>
        </p:txBody>
      </p:sp>
    </p:spTree>
    <p:extLst>
      <p:ext uri="{BB962C8B-B14F-4D97-AF65-F5344CB8AC3E}">
        <p14:creationId xmlns:p14="http://schemas.microsoft.com/office/powerpoint/2010/main" val="39197136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latin typeface="Arial" panose="020B0604020202020204" pitchFamily="34" charset="0"/>
              </a:rPr>
              <a:t>Big Statement over Color Background 05</a:t>
            </a:r>
            <a:endParaRPr lang="en-US" dirty="0"/>
          </a:p>
          <a:p>
            <a:endParaRPr lang="en-US" dirty="0"/>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p:txBody>
      </p:sp>
      <p:sp>
        <p:nvSpPr>
          <p:cNvPr id="4" name="Slide Number Placeholder 3"/>
          <p:cNvSpPr>
            <a:spLocks noGrp="1"/>
          </p:cNvSpPr>
          <p:nvPr>
            <p:ph type="sldNum" sz="quarter" idx="5"/>
          </p:nvPr>
        </p:nvSpPr>
        <p:spPr/>
        <p:txBody>
          <a:bodyPr/>
          <a:lstStyle/>
          <a:p>
            <a:fld id="{3F2A6E08-C14D-DD4B-990D-9D6D9753DD03}" type="slidenum">
              <a:rPr lang="en-US"/>
              <a:t>52</a:t>
            </a:fld>
            <a:endParaRPr lang="en-US"/>
          </a:p>
        </p:txBody>
      </p:sp>
    </p:spTree>
    <p:extLst>
      <p:ext uri="{BB962C8B-B14F-4D97-AF65-F5344CB8AC3E}">
        <p14:creationId xmlns:p14="http://schemas.microsoft.com/office/powerpoint/2010/main" val="4287345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latin typeface="Arial" panose="020B0604020202020204" pitchFamily="34" charset="0"/>
              </a:rPr>
              <a:t>Big Statement over Color Background 06</a:t>
            </a:r>
            <a:endParaRPr lang="en-US" dirty="0"/>
          </a:p>
          <a:p>
            <a:endParaRPr lang="en-US" dirty="0"/>
          </a:p>
          <a:p>
            <a:r>
              <a:rPr lang="en-US" dirty="0"/>
              <a:t>To change the background color of the right half: (this applies to all the custom slide background and text color change)</a:t>
            </a:r>
          </a:p>
          <a:p>
            <a:br>
              <a:rPr lang="en-US" dirty="0"/>
            </a:br>
            <a:r>
              <a:rPr lang="en-US" dirty="0"/>
              <a:t>Right- or Ctrl-click anywhere on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r>
              <a:rPr lang="en-US" dirty="0"/>
              <a:t>To change the </a:t>
            </a:r>
            <a:r>
              <a:rPr lang="en-US" dirty="0" err="1"/>
              <a:t>the</a:t>
            </a:r>
            <a:r>
              <a:rPr lang="en-US" dirty="0"/>
              <a:t> slide back to the preformatted color:</a:t>
            </a:r>
            <a:br>
              <a:rPr lang="en-US" dirty="0"/>
            </a:br>
            <a:r>
              <a:rPr lang="en-US" dirty="0"/>
              <a:t>For text, click on </a:t>
            </a:r>
            <a:r>
              <a:rPr lang="en-US" b="1" dirty="0"/>
              <a:t>Reset</a:t>
            </a:r>
            <a:r>
              <a:rPr lang="en-US" dirty="0"/>
              <a:t> button on the </a:t>
            </a:r>
            <a:r>
              <a:rPr lang="en-US" b="1" dirty="0"/>
              <a:t>Home</a:t>
            </a:r>
            <a:r>
              <a:rPr lang="en-US" dirty="0"/>
              <a:t> tab</a:t>
            </a:r>
          </a:p>
          <a:p>
            <a:r>
              <a:rPr lang="en-US" dirty="0"/>
              <a:t>For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p:txBody>
      </p:sp>
      <p:sp>
        <p:nvSpPr>
          <p:cNvPr id="4" name="Slide Number Placeholder 3"/>
          <p:cNvSpPr>
            <a:spLocks noGrp="1"/>
          </p:cNvSpPr>
          <p:nvPr>
            <p:ph type="sldNum" sz="quarter" idx="5"/>
          </p:nvPr>
        </p:nvSpPr>
        <p:spPr/>
        <p:txBody>
          <a:bodyPr/>
          <a:lstStyle/>
          <a:p>
            <a:fld id="{3F2A6E08-C14D-DD4B-990D-9D6D9753DD03}" type="slidenum">
              <a:rPr lang="en-US"/>
              <a:t>53</a:t>
            </a:fld>
            <a:endParaRPr lang="en-US"/>
          </a:p>
        </p:txBody>
      </p:sp>
    </p:spTree>
    <p:extLst>
      <p:ext uri="{BB962C8B-B14F-4D97-AF65-F5344CB8AC3E}">
        <p14:creationId xmlns:p14="http://schemas.microsoft.com/office/powerpoint/2010/main" val="2695603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over Graphic Background 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Big Statement Over Graphic slide, </a:t>
            </a:r>
            <a:r>
              <a:rPr lang="en-US" baseline="0" dirty="0"/>
              <a:t>ideal for including a graphic or photographic backgound with a brief statement.</a:t>
            </a: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To replace the picture: (this applies to all slides in this template that contain replaceable</a:t>
            </a:r>
            <a:r>
              <a:rPr lang="en-US" baseline="0" dirty="0"/>
              <a:t> </a:t>
            </a:r>
            <a:r>
              <a:rPr lang="en-US" dirty="0"/>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Right-click or Ctrl-click on this sample background graphic and select </a:t>
            </a:r>
            <a:r>
              <a:rPr lang="en-US" b="1" dirty="0"/>
              <a:t>Change Picture </a:t>
            </a:r>
            <a:r>
              <a:rPr lang="en-US" dirty="0"/>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also </a:t>
            </a:r>
            <a:r>
              <a:rPr lang="en-US" b="0" dirty="0"/>
              <a:t>select the sample graphic and press </a:t>
            </a:r>
            <a:r>
              <a:rPr lang="en-US" b="1" dirty="0"/>
              <a:t>Delete</a:t>
            </a:r>
            <a:r>
              <a:rPr lang="en-US" b="0" dirty="0"/>
              <a:t>. </a:t>
            </a:r>
            <a:r>
              <a:rPr lang="en-US" dirty="0"/>
              <a:t>Click the icon inside the shape to open the </a:t>
            </a:r>
            <a:r>
              <a:rPr lang="en-US" b="1" dirty="0"/>
              <a:t>Insert Picture </a:t>
            </a:r>
            <a:r>
              <a:rPr lang="en-US" dirty="0"/>
              <a:t>dialog box. Navigate to the location where the picture is stored, select desired picture and click on the Insert button to fit the image proportionally within the shape.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make sure the statement text box is not covered by the graphic, do one of the following: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Right-click or Ctrl-click on the picture and select </a:t>
            </a:r>
            <a:r>
              <a:rPr lang="en-US" b="1" dirty="0"/>
              <a:t>Send to Back</a:t>
            </a:r>
            <a:r>
              <a:rPr lang="en-US" dirty="0"/>
              <a:t>.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On the </a:t>
            </a:r>
            <a:r>
              <a:rPr lang="en-US" b="1" dirty="0"/>
              <a:t>Home</a:t>
            </a:r>
            <a:r>
              <a:rPr lang="en-US" dirty="0"/>
              <a:t> tab, click </a:t>
            </a:r>
            <a:r>
              <a:rPr lang="en-US" b="1" dirty="0"/>
              <a:t>Arrange</a:t>
            </a:r>
            <a:r>
              <a:rPr lang="en-US" dirty="0"/>
              <a:t> and select </a:t>
            </a:r>
            <a:r>
              <a:rPr lang="en-US" b="1" dirty="0"/>
              <a:t>Send to Back </a:t>
            </a:r>
            <a:r>
              <a:rPr lang="en-US" dirty="0"/>
              <a:t>from the </a:t>
            </a:r>
            <a:r>
              <a:rPr lang="en-US" b="1" dirty="0"/>
              <a:t>Order Objects </a:t>
            </a:r>
            <a:r>
              <a:rPr lang="en-US" dirty="0"/>
              <a:t>options.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Click on </a:t>
            </a:r>
            <a:r>
              <a:rPr lang="en-US" b="1" dirty="0"/>
              <a:t>Arrange</a:t>
            </a:r>
            <a:r>
              <a:rPr lang="en-US" dirty="0"/>
              <a:t> on the </a:t>
            </a:r>
            <a:r>
              <a:rPr lang="en-US" b="1" dirty="0"/>
              <a:t>Home</a:t>
            </a:r>
            <a:r>
              <a:rPr lang="en-US" dirty="0"/>
              <a:t> tab, and select </a:t>
            </a:r>
            <a:r>
              <a:rPr lang="en-US" b="1" dirty="0"/>
              <a:t>Seletion Pane </a:t>
            </a:r>
            <a:r>
              <a:rPr lang="en-US" dirty="0"/>
              <a:t>to display a list of all your objects. This makes it easier to select objects, change their order or change their visibility.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Copy the logo in the footer from slide 5 of the </a:t>
            </a:r>
            <a:r>
              <a:rPr lang="en-US" i="1" dirty="0"/>
              <a:t>About the Template </a:t>
            </a:r>
            <a:r>
              <a:rPr lang="en-US" dirty="0"/>
              <a:t>section and paste in place. Change the logo color to white or black as needed in the </a:t>
            </a:r>
            <a:r>
              <a:rPr lang="en-US" b="1" dirty="0"/>
              <a:t>Graphics Fill </a:t>
            </a:r>
            <a:r>
              <a:rPr lang="en-US" dirty="0"/>
              <a:t>under </a:t>
            </a:r>
            <a:r>
              <a:rPr lang="en-US" b="1" dirty="0"/>
              <a:t>Graphics Format </a:t>
            </a:r>
            <a:r>
              <a:rPr lang="en-US" dirty="0"/>
              <a:t>tab.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54</a:t>
            </a:fld>
            <a:endParaRPr lang="en-US"/>
          </a:p>
        </p:txBody>
      </p:sp>
    </p:spTree>
    <p:extLst>
      <p:ext uri="{BB962C8B-B14F-4D97-AF65-F5344CB8AC3E}">
        <p14:creationId xmlns:p14="http://schemas.microsoft.com/office/powerpoint/2010/main" val="16935567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over Graphic Background 02</a:t>
            </a:r>
          </a:p>
          <a:p>
            <a:endParaRPr lang="en-US" dirty="0"/>
          </a:p>
          <a:p>
            <a:r>
              <a:rPr lang="en-US" dirty="0"/>
              <a:t>To change the background colors: (this applies to all the custom slide background and text color change)</a:t>
            </a:r>
          </a:p>
          <a:p>
            <a:br>
              <a:rPr lang="en-US" dirty="0"/>
            </a:br>
            <a:r>
              <a:rPr lang="en-US" dirty="0"/>
              <a:t>Left side: Right- or Ctrl-click on the left side this slide and select </a:t>
            </a:r>
            <a:r>
              <a:rPr lang="en-US" b="1" dirty="0"/>
              <a:t>Format Backgrounds… </a:t>
            </a:r>
            <a:r>
              <a:rPr lang="en-US" dirty="0"/>
              <a:t>and set the color fill to one of the theme colors. </a:t>
            </a:r>
            <a:br>
              <a:rPr lang="en-US" dirty="0"/>
            </a:br>
            <a:r>
              <a:rPr lang="en-US" dirty="0"/>
              <a:t>Adjust text color as needed to ensure legibility.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 side: Select the light blue shape on right side of the slide, change color fill to a different brand color that pairs well with the left side background color. Refer to the </a:t>
            </a:r>
            <a:r>
              <a:rPr lang="en-US" i="1" dirty="0"/>
              <a:t>Color</a:t>
            </a:r>
            <a:r>
              <a:rPr lang="en-US" dirty="0"/>
              <a:t> section in the </a:t>
            </a:r>
            <a:r>
              <a:rPr lang="en-US" i="1" dirty="0"/>
              <a:t>Visual Identity Guidelines </a:t>
            </a:r>
            <a:r>
              <a:rPr lang="en-US" dirty="0"/>
              <a:t>for color Dos and Don’ts. Adjust text color as needed to ensure legibility.</a:t>
            </a:r>
            <a:br>
              <a:rPr lang="en-US" dirty="0"/>
            </a:br>
            <a:r>
              <a:rPr lang="en-US" dirty="0"/>
              <a:t>(”Shape color” and the Insert SmartArt icon will not be visible in the final presentation but can be distractive while working on the slide. Type a few spaces inside the shape to eliminate the distraction.)</a:t>
            </a:r>
          </a:p>
          <a:p>
            <a:endParaRPr lang="en-US" dirty="0"/>
          </a:p>
          <a:p>
            <a:r>
              <a:rPr lang="en-US" dirty="0"/>
              <a:t>To change the </a:t>
            </a:r>
            <a:r>
              <a:rPr lang="en-US" dirty="0" err="1"/>
              <a:t>the</a:t>
            </a:r>
            <a:r>
              <a:rPr lang="en-US" dirty="0"/>
              <a:t> slide colors back to the preformatted color:</a:t>
            </a:r>
            <a:br>
              <a:rPr lang="en-US" dirty="0"/>
            </a:br>
            <a:r>
              <a:rPr lang="en-US" dirty="0"/>
              <a:t>For left background, select </a:t>
            </a:r>
            <a:r>
              <a:rPr lang="en-US" b="1" dirty="0"/>
              <a:t>Automatic</a:t>
            </a:r>
            <a:r>
              <a:rPr lang="en-US" dirty="0"/>
              <a:t> in the </a:t>
            </a:r>
            <a:r>
              <a:rPr lang="en-US" b="1" dirty="0"/>
              <a:t>Color</a:t>
            </a:r>
            <a:r>
              <a:rPr lang="en-US" dirty="0"/>
              <a:t> options on the</a:t>
            </a:r>
            <a:r>
              <a:rPr lang="en-US" b="0" i="0" u="none" strike="noStrike" dirty="0">
                <a:solidFill>
                  <a:srgbClr val="363636"/>
                </a:solidFill>
                <a:effectLst/>
                <a:latin typeface="Arial" panose="020B0604020202020204" pitchFamily="34" charset="0"/>
              </a:rPr>
              <a:t> </a:t>
            </a:r>
            <a:r>
              <a:rPr lang="en-US" b="1" i="0" u="none" strike="noStrike" dirty="0">
                <a:solidFill>
                  <a:srgbClr val="1E1E1E"/>
                </a:solidFill>
                <a:effectLst/>
                <a:latin typeface="Arial" panose="020B0604020202020204" pitchFamily="34" charset="0"/>
              </a:rPr>
              <a:t>Format Background</a:t>
            </a:r>
            <a:r>
              <a:rPr lang="en-US" b="0" i="0" u="none" strike="noStrike" dirty="0">
                <a:solidFill>
                  <a:srgbClr val="1E1E1E"/>
                </a:solidFill>
                <a:effectLst/>
                <a:latin typeface="Arial" panose="020B0604020202020204" pitchFamily="34" charset="0"/>
              </a:rPr>
              <a:t> pane.</a:t>
            </a:r>
          </a:p>
          <a:p>
            <a:r>
              <a:rPr lang="en-US" dirty="0"/>
              <a:t>For right background, delete the shape of new color to reset.</a:t>
            </a:r>
          </a:p>
          <a:p>
            <a:r>
              <a:rPr lang="en-US" dirty="0"/>
              <a:t>For text, click on </a:t>
            </a:r>
            <a:r>
              <a:rPr lang="en-US" b="1" dirty="0"/>
              <a:t>Reset</a:t>
            </a:r>
            <a:r>
              <a:rPr lang="en-US" dirty="0"/>
              <a:t> button on the </a:t>
            </a:r>
            <a:r>
              <a:rPr lang="en-US" b="1" dirty="0"/>
              <a:t>Home</a:t>
            </a:r>
            <a:r>
              <a:rPr lang="en-US" dirty="0"/>
              <a:t> tab.</a:t>
            </a:r>
          </a:p>
          <a:p>
            <a:endParaRPr lang="en-US" b="0" i="0" u="none" strike="noStrike" dirty="0">
              <a:solidFill>
                <a:srgbClr val="1E1E1E"/>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F2A6E08-C14D-DD4B-990D-9D6D9753DD03}" type="slidenum">
              <a:rPr lang="en-US"/>
              <a:t>55</a:t>
            </a:fld>
            <a:endParaRPr lang="en-US"/>
          </a:p>
        </p:txBody>
      </p:sp>
    </p:spTree>
    <p:extLst>
      <p:ext uri="{BB962C8B-B14F-4D97-AF65-F5344CB8AC3E}">
        <p14:creationId xmlns:p14="http://schemas.microsoft.com/office/powerpoint/2010/main" val="16770275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Contents or From… and To…</a:t>
            </a:r>
          </a:p>
        </p:txBody>
      </p:sp>
      <p:sp>
        <p:nvSpPr>
          <p:cNvPr id="4" name="Slide Number Placeholder 3"/>
          <p:cNvSpPr>
            <a:spLocks noGrp="1"/>
          </p:cNvSpPr>
          <p:nvPr>
            <p:ph type="sldNum" sz="quarter" idx="5"/>
          </p:nvPr>
        </p:nvSpPr>
        <p:spPr/>
        <p:txBody>
          <a:bodyPr/>
          <a:lstStyle/>
          <a:p>
            <a:fld id="{3F2A6E08-C14D-DD4B-990D-9D6D9753DD03}" type="slidenum">
              <a:rPr lang="en-US"/>
              <a:t>56</a:t>
            </a:fld>
            <a:endParaRPr lang="en-US"/>
          </a:p>
        </p:txBody>
      </p:sp>
    </p:spTree>
    <p:extLst>
      <p:ext uri="{BB962C8B-B14F-4D97-AF65-F5344CB8AC3E}">
        <p14:creationId xmlns:p14="http://schemas.microsoft.com/office/powerpoint/2010/main" val="22177449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with Half-Slide Photo 01</a:t>
            </a:r>
          </a:p>
        </p:txBody>
      </p:sp>
      <p:sp>
        <p:nvSpPr>
          <p:cNvPr id="4" name="Slide Number Placeholder 3"/>
          <p:cNvSpPr>
            <a:spLocks noGrp="1"/>
          </p:cNvSpPr>
          <p:nvPr>
            <p:ph type="sldNum" sz="quarter" idx="5"/>
          </p:nvPr>
        </p:nvSpPr>
        <p:spPr/>
        <p:txBody>
          <a:bodyPr/>
          <a:lstStyle/>
          <a:p>
            <a:fld id="{3F2A6E08-C14D-DD4B-990D-9D6D9753DD03}" type="slidenum">
              <a:rPr lang="en-US"/>
              <a:t>57</a:t>
            </a:fld>
            <a:endParaRPr lang="en-US"/>
          </a:p>
        </p:txBody>
      </p:sp>
    </p:spTree>
    <p:extLst>
      <p:ext uri="{BB962C8B-B14F-4D97-AF65-F5344CB8AC3E}">
        <p14:creationId xmlns:p14="http://schemas.microsoft.com/office/powerpoint/2010/main" val="5289378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rPr>
              <a:t>Big Statement with Half-Slide Photo 02</a:t>
            </a:r>
          </a:p>
        </p:txBody>
      </p:sp>
      <p:sp>
        <p:nvSpPr>
          <p:cNvPr id="4" name="Slide Number Placeholder 3"/>
          <p:cNvSpPr>
            <a:spLocks noGrp="1"/>
          </p:cNvSpPr>
          <p:nvPr>
            <p:ph type="sldNum" sz="quarter" idx="5"/>
          </p:nvPr>
        </p:nvSpPr>
        <p:spPr/>
        <p:txBody>
          <a:bodyPr/>
          <a:lstStyle/>
          <a:p>
            <a:fld id="{3F2A6E08-C14D-DD4B-990D-9D6D9753DD03}" type="slidenum">
              <a:rPr lang="en-US"/>
              <a:t>58</a:t>
            </a:fld>
            <a:endParaRPr lang="en-US"/>
          </a:p>
        </p:txBody>
      </p:sp>
    </p:spTree>
    <p:extLst>
      <p:ext uri="{BB962C8B-B14F-4D97-AF65-F5344CB8AC3E}">
        <p14:creationId xmlns:p14="http://schemas.microsoft.com/office/powerpoint/2010/main" val="3834759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Statement with Half &amp; Half Text Layout 01</a:t>
            </a:r>
          </a:p>
        </p:txBody>
      </p:sp>
      <p:sp>
        <p:nvSpPr>
          <p:cNvPr id="4" name="Slide Number Placeholder 3"/>
          <p:cNvSpPr>
            <a:spLocks noGrp="1"/>
          </p:cNvSpPr>
          <p:nvPr>
            <p:ph type="sldNum" sz="quarter" idx="5"/>
          </p:nvPr>
        </p:nvSpPr>
        <p:spPr/>
        <p:txBody>
          <a:bodyPr/>
          <a:lstStyle/>
          <a:p>
            <a:fld id="{3F2A6E08-C14D-DD4B-990D-9D6D9753DD03}" type="slidenum">
              <a:rPr lang="en-US"/>
              <a:t>59</a:t>
            </a:fld>
            <a:endParaRPr lang="en-US"/>
          </a:p>
        </p:txBody>
      </p:sp>
    </p:spTree>
    <p:extLst>
      <p:ext uri="{BB962C8B-B14F-4D97-AF65-F5344CB8AC3E}">
        <p14:creationId xmlns:p14="http://schemas.microsoft.com/office/powerpoint/2010/main" val="20517884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Big Statement with Half &amp; Half Text Layout 02</a:t>
            </a:r>
          </a:p>
        </p:txBody>
      </p:sp>
      <p:sp>
        <p:nvSpPr>
          <p:cNvPr id="4" name="Slide Number Placeholder 3"/>
          <p:cNvSpPr>
            <a:spLocks noGrp="1"/>
          </p:cNvSpPr>
          <p:nvPr>
            <p:ph type="sldNum" sz="quarter" idx="5"/>
          </p:nvPr>
        </p:nvSpPr>
        <p:spPr/>
        <p:txBody>
          <a:bodyPr/>
          <a:lstStyle/>
          <a:p>
            <a:fld id="{3F2A6E08-C14D-DD4B-990D-9D6D9753DD03}" type="slidenum">
              <a:rPr lang="en-US"/>
              <a:t>60</a:t>
            </a:fld>
            <a:endParaRPr lang="en-US"/>
          </a:p>
        </p:txBody>
      </p:sp>
    </p:spTree>
    <p:extLst>
      <p:ext uri="{BB962C8B-B14F-4D97-AF65-F5344CB8AC3E}">
        <p14:creationId xmlns:p14="http://schemas.microsoft.com/office/powerpoint/2010/main" val="20399940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and Picture with White Background</a:t>
            </a:r>
          </a:p>
        </p:txBody>
      </p:sp>
      <p:sp>
        <p:nvSpPr>
          <p:cNvPr id="4" name="Slide Number Placeholder 3"/>
          <p:cNvSpPr>
            <a:spLocks noGrp="1"/>
          </p:cNvSpPr>
          <p:nvPr>
            <p:ph type="sldNum" sz="quarter" idx="5"/>
          </p:nvPr>
        </p:nvSpPr>
        <p:spPr/>
        <p:txBody>
          <a:bodyPr/>
          <a:lstStyle/>
          <a:p>
            <a:fld id="{3F2A6E08-C14D-DD4B-990D-9D6D9753DD03}" type="slidenum">
              <a:rPr lang="en-US"/>
              <a:t>61</a:t>
            </a:fld>
            <a:endParaRPr lang="en-US"/>
          </a:p>
        </p:txBody>
      </p:sp>
    </p:spTree>
    <p:extLst>
      <p:ext uri="{BB962C8B-B14F-4D97-AF65-F5344CB8AC3E}">
        <p14:creationId xmlns:p14="http://schemas.microsoft.com/office/powerpoint/2010/main" val="5735956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with Picture</a:t>
            </a:r>
          </a:p>
        </p:txBody>
      </p:sp>
      <p:sp>
        <p:nvSpPr>
          <p:cNvPr id="4" name="Slide Number Placeholder 3"/>
          <p:cNvSpPr>
            <a:spLocks noGrp="1"/>
          </p:cNvSpPr>
          <p:nvPr>
            <p:ph type="sldNum" sz="quarter" idx="5"/>
          </p:nvPr>
        </p:nvSpPr>
        <p:spPr/>
        <p:txBody>
          <a:bodyPr/>
          <a:lstStyle/>
          <a:p>
            <a:fld id="{3F2A6E08-C14D-DD4B-990D-9D6D9753DD03}" type="slidenum">
              <a:rPr lang="en-US"/>
              <a:t>62</a:t>
            </a:fld>
            <a:endParaRPr lang="en-US"/>
          </a:p>
        </p:txBody>
      </p:sp>
    </p:spTree>
    <p:extLst>
      <p:ext uri="{BB962C8B-B14F-4D97-AF65-F5344CB8AC3E}">
        <p14:creationId xmlns:p14="http://schemas.microsoft.com/office/powerpoint/2010/main" val="12704524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Pattern Border</a:t>
            </a:r>
          </a:p>
        </p:txBody>
      </p:sp>
      <p:sp>
        <p:nvSpPr>
          <p:cNvPr id="4" name="Slide Number Placeholder 3"/>
          <p:cNvSpPr>
            <a:spLocks noGrp="1"/>
          </p:cNvSpPr>
          <p:nvPr>
            <p:ph type="sldNum" sz="quarter" idx="5"/>
          </p:nvPr>
        </p:nvSpPr>
        <p:spPr/>
        <p:txBody>
          <a:bodyPr/>
          <a:lstStyle/>
          <a:p>
            <a:fld id="{3F2A6E08-C14D-DD4B-990D-9D6D9753DD03}" type="slidenum">
              <a:rPr lang="en-US"/>
              <a:t>63</a:t>
            </a:fld>
            <a:endParaRPr lang="en-US"/>
          </a:p>
        </p:txBody>
      </p:sp>
    </p:spTree>
    <p:extLst>
      <p:ext uri="{BB962C8B-B14F-4D97-AF65-F5344CB8AC3E}">
        <p14:creationId xmlns:p14="http://schemas.microsoft.com/office/powerpoint/2010/main" val="1772451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Half Page Picture</a:t>
            </a:r>
          </a:p>
        </p:txBody>
      </p:sp>
      <p:sp>
        <p:nvSpPr>
          <p:cNvPr id="4" name="Slide Number Placeholder 3"/>
          <p:cNvSpPr>
            <a:spLocks noGrp="1"/>
          </p:cNvSpPr>
          <p:nvPr>
            <p:ph type="sldNum" sz="quarter" idx="5"/>
          </p:nvPr>
        </p:nvSpPr>
        <p:spPr/>
        <p:txBody>
          <a:bodyPr/>
          <a:lstStyle/>
          <a:p>
            <a:fld id="{3F2A6E08-C14D-DD4B-990D-9D6D9753DD03}" type="slidenum">
              <a:rPr lang="en-US"/>
              <a:t>64</a:t>
            </a:fld>
            <a:endParaRPr lang="en-US"/>
          </a:p>
        </p:txBody>
      </p:sp>
    </p:spTree>
    <p:extLst>
      <p:ext uri="{BB962C8B-B14F-4D97-AF65-F5344CB8AC3E}">
        <p14:creationId xmlns:p14="http://schemas.microsoft.com/office/powerpoint/2010/main" val="3737951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Title over Dark Background</a:t>
            </a:r>
          </a:p>
        </p:txBody>
      </p:sp>
      <p:sp>
        <p:nvSpPr>
          <p:cNvPr id="4" name="Slide Number Placeholder 3"/>
          <p:cNvSpPr>
            <a:spLocks noGrp="1"/>
          </p:cNvSpPr>
          <p:nvPr>
            <p:ph type="sldNum" sz="quarter" idx="5"/>
          </p:nvPr>
        </p:nvSpPr>
        <p:spPr/>
        <p:txBody>
          <a:bodyPr/>
          <a:lstStyle/>
          <a:p>
            <a:fld id="{3F2A6E08-C14D-DD4B-990D-9D6D9753DD03}" type="slidenum">
              <a:rPr lang="en-US"/>
              <a:t>65</a:t>
            </a:fld>
            <a:endParaRPr lang="en-US"/>
          </a:p>
        </p:txBody>
      </p:sp>
    </p:spTree>
    <p:extLst>
      <p:ext uri="{BB962C8B-B14F-4D97-AF65-F5344CB8AC3E}">
        <p14:creationId xmlns:p14="http://schemas.microsoft.com/office/powerpoint/2010/main" val="7440107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Title over Light Background</a:t>
            </a:r>
          </a:p>
        </p:txBody>
      </p:sp>
      <p:sp>
        <p:nvSpPr>
          <p:cNvPr id="4" name="Slide Number Placeholder 3"/>
          <p:cNvSpPr>
            <a:spLocks noGrp="1"/>
          </p:cNvSpPr>
          <p:nvPr>
            <p:ph type="sldNum" sz="quarter" idx="5"/>
          </p:nvPr>
        </p:nvSpPr>
        <p:spPr/>
        <p:txBody>
          <a:bodyPr/>
          <a:lstStyle/>
          <a:p>
            <a:fld id="{3F2A6E08-C14D-DD4B-990D-9D6D9753DD03}" type="slidenum">
              <a:rPr lang="en-US"/>
              <a:t>66</a:t>
            </a:fld>
            <a:endParaRPr lang="en-US"/>
          </a:p>
        </p:txBody>
      </p:sp>
    </p:spTree>
    <p:extLst>
      <p:ext uri="{BB962C8B-B14F-4D97-AF65-F5344CB8AC3E}">
        <p14:creationId xmlns:p14="http://schemas.microsoft.com/office/powerpoint/2010/main" val="3771507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Two Copy Content</a:t>
            </a:r>
          </a:p>
        </p:txBody>
      </p:sp>
      <p:sp>
        <p:nvSpPr>
          <p:cNvPr id="4" name="Slide Number Placeholder 3"/>
          <p:cNvSpPr>
            <a:spLocks noGrp="1"/>
          </p:cNvSpPr>
          <p:nvPr>
            <p:ph type="sldNum" sz="quarter" idx="5"/>
          </p:nvPr>
        </p:nvSpPr>
        <p:spPr/>
        <p:txBody>
          <a:bodyPr/>
          <a:lstStyle/>
          <a:p>
            <a:fld id="{3F2A6E08-C14D-DD4B-990D-9D6D9753DD03}" type="slidenum">
              <a:rPr lang="en-US"/>
              <a:t>67</a:t>
            </a:fld>
            <a:endParaRPr lang="en-US"/>
          </a:p>
        </p:txBody>
      </p:sp>
    </p:spTree>
    <p:extLst>
      <p:ext uri="{BB962C8B-B14F-4D97-AF65-F5344CB8AC3E}">
        <p14:creationId xmlns:p14="http://schemas.microsoft.com/office/powerpoint/2010/main" val="10226587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Two Copy Content</a:t>
            </a:r>
          </a:p>
        </p:txBody>
      </p:sp>
      <p:sp>
        <p:nvSpPr>
          <p:cNvPr id="4" name="Slide Number Placeholder 3"/>
          <p:cNvSpPr>
            <a:spLocks noGrp="1"/>
          </p:cNvSpPr>
          <p:nvPr>
            <p:ph type="sldNum" sz="quarter" idx="5"/>
          </p:nvPr>
        </p:nvSpPr>
        <p:spPr/>
        <p:txBody>
          <a:bodyPr/>
          <a:lstStyle/>
          <a:p>
            <a:fld id="{3F2A6E08-C14D-DD4B-990D-9D6D9753DD03}" type="slidenum">
              <a:rPr lang="en-US"/>
              <a:t>68</a:t>
            </a:fld>
            <a:endParaRPr lang="en-US"/>
          </a:p>
        </p:txBody>
      </p:sp>
    </p:spTree>
    <p:extLst>
      <p:ext uri="{BB962C8B-B14F-4D97-AF65-F5344CB8AC3E}">
        <p14:creationId xmlns:p14="http://schemas.microsoft.com/office/powerpoint/2010/main" val="1647237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 with Two Copy Content</a:t>
            </a:r>
          </a:p>
        </p:txBody>
      </p:sp>
      <p:sp>
        <p:nvSpPr>
          <p:cNvPr id="4" name="Slide Number Placeholder 3"/>
          <p:cNvSpPr>
            <a:spLocks noGrp="1"/>
          </p:cNvSpPr>
          <p:nvPr>
            <p:ph type="sldNum" sz="quarter" idx="5"/>
          </p:nvPr>
        </p:nvSpPr>
        <p:spPr/>
        <p:txBody>
          <a:bodyPr/>
          <a:lstStyle/>
          <a:p>
            <a:fld id="{3F2A6E08-C14D-DD4B-990D-9D6D9753DD03}" type="slidenum">
              <a:rPr lang="en-US"/>
              <a:t>69</a:t>
            </a:fld>
            <a:endParaRPr lang="en-US"/>
          </a:p>
        </p:txBody>
      </p:sp>
    </p:spTree>
    <p:extLst>
      <p:ext uri="{BB962C8B-B14F-4D97-AF65-F5344CB8AC3E}">
        <p14:creationId xmlns:p14="http://schemas.microsoft.com/office/powerpoint/2010/main" val="33003481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and Picture 01</a:t>
            </a:r>
          </a:p>
        </p:txBody>
      </p:sp>
      <p:sp>
        <p:nvSpPr>
          <p:cNvPr id="4" name="Slide Number Placeholder 3"/>
          <p:cNvSpPr>
            <a:spLocks noGrp="1"/>
          </p:cNvSpPr>
          <p:nvPr>
            <p:ph type="sldNum" sz="quarter" idx="5"/>
          </p:nvPr>
        </p:nvSpPr>
        <p:spPr/>
        <p:txBody>
          <a:bodyPr/>
          <a:lstStyle/>
          <a:p>
            <a:fld id="{3F2A6E08-C14D-DD4B-990D-9D6D9753DD03}" type="slidenum">
              <a:rPr lang="en-US"/>
              <a:t>70</a:t>
            </a:fld>
            <a:endParaRPr lang="en-US"/>
          </a:p>
        </p:txBody>
      </p:sp>
    </p:spTree>
    <p:extLst>
      <p:ext uri="{BB962C8B-B14F-4D97-AF65-F5344CB8AC3E}">
        <p14:creationId xmlns:p14="http://schemas.microsoft.com/office/powerpoint/2010/main" val="40051625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and Picture 02</a:t>
            </a:r>
          </a:p>
        </p:txBody>
      </p:sp>
      <p:sp>
        <p:nvSpPr>
          <p:cNvPr id="4" name="Slide Number Placeholder 3"/>
          <p:cNvSpPr>
            <a:spLocks noGrp="1"/>
          </p:cNvSpPr>
          <p:nvPr>
            <p:ph type="sldNum" sz="quarter" idx="5"/>
          </p:nvPr>
        </p:nvSpPr>
        <p:spPr/>
        <p:txBody>
          <a:bodyPr/>
          <a:lstStyle/>
          <a:p>
            <a:fld id="{3F2A6E08-C14D-DD4B-990D-9D6D9753DD03}" type="slidenum">
              <a:rPr lang="en-US"/>
              <a:t>71</a:t>
            </a:fld>
            <a:endParaRPr lang="en-US"/>
          </a:p>
        </p:txBody>
      </p:sp>
    </p:spTree>
    <p:extLst>
      <p:ext uri="{BB962C8B-B14F-4D97-AF65-F5344CB8AC3E}">
        <p14:creationId xmlns:p14="http://schemas.microsoft.com/office/powerpoint/2010/main" val="15820946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rPr>
              <a:t>Five Column Project Roadmap with Picture</a:t>
            </a:r>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72</a:t>
            </a:fld>
            <a:endParaRPr lang="en-US"/>
          </a:p>
        </p:txBody>
      </p:sp>
    </p:spTree>
    <p:extLst>
      <p:ext uri="{BB962C8B-B14F-4D97-AF65-F5344CB8AC3E}">
        <p14:creationId xmlns:p14="http://schemas.microsoft.com/office/powerpoint/2010/main" val="24816010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rPr>
              <a:t>Timeline with One-Third Page Picture</a:t>
            </a:r>
            <a:endParaRPr lang="en-US" dirty="0"/>
          </a:p>
        </p:txBody>
      </p:sp>
      <p:sp>
        <p:nvSpPr>
          <p:cNvPr id="4" name="Slide Number Placeholder 3"/>
          <p:cNvSpPr>
            <a:spLocks noGrp="1"/>
          </p:cNvSpPr>
          <p:nvPr>
            <p:ph type="sldNum" sz="quarter" idx="5"/>
          </p:nvPr>
        </p:nvSpPr>
        <p:spPr/>
        <p:txBody>
          <a:bodyPr/>
          <a:lstStyle/>
          <a:p>
            <a:fld id="{3F2A6E08-C14D-DD4B-990D-9D6D9753DD03}" type="slidenum">
              <a:rPr lang="en-US"/>
              <a:t>73</a:t>
            </a:fld>
            <a:endParaRPr lang="en-US"/>
          </a:p>
        </p:txBody>
      </p:sp>
    </p:spTree>
    <p:extLst>
      <p:ext uri="{BB962C8B-B14F-4D97-AF65-F5344CB8AC3E}">
        <p14:creationId xmlns:p14="http://schemas.microsoft.com/office/powerpoint/2010/main" val="28942228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74</a:t>
            </a:fld>
            <a:endParaRPr lang="en-US"/>
          </a:p>
        </p:txBody>
      </p:sp>
    </p:spTree>
    <p:extLst>
      <p:ext uri="{BB962C8B-B14F-4D97-AF65-F5344CB8AC3E}">
        <p14:creationId xmlns:p14="http://schemas.microsoft.com/office/powerpoint/2010/main" val="21521929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75</a:t>
            </a:fld>
            <a:endParaRPr lang="en-US"/>
          </a:p>
        </p:txBody>
      </p:sp>
    </p:spTree>
    <p:extLst>
      <p:ext uri="{BB962C8B-B14F-4D97-AF65-F5344CB8AC3E}">
        <p14:creationId xmlns:p14="http://schemas.microsoft.com/office/powerpoint/2010/main" val="13703088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76</a:t>
            </a:fld>
            <a:endParaRPr lang="en-US"/>
          </a:p>
        </p:txBody>
      </p:sp>
    </p:spTree>
    <p:extLst>
      <p:ext uri="{BB962C8B-B14F-4D97-AF65-F5344CB8AC3E}">
        <p14:creationId xmlns:p14="http://schemas.microsoft.com/office/powerpoint/2010/main" val="24975026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77</a:t>
            </a:fld>
            <a:endParaRPr lang="en-US"/>
          </a:p>
        </p:txBody>
      </p:sp>
    </p:spTree>
    <p:extLst>
      <p:ext uri="{BB962C8B-B14F-4D97-AF65-F5344CB8AC3E}">
        <p14:creationId xmlns:p14="http://schemas.microsoft.com/office/powerpoint/2010/main" val="27720039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78</a:t>
            </a:fld>
            <a:endParaRPr lang="en-US"/>
          </a:p>
        </p:txBody>
      </p:sp>
    </p:spTree>
    <p:extLst>
      <p:ext uri="{BB962C8B-B14F-4D97-AF65-F5344CB8AC3E}">
        <p14:creationId xmlns:p14="http://schemas.microsoft.com/office/powerpoint/2010/main" val="7344101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Content with Two-Thirds Picture at Bottom</a:t>
            </a:r>
          </a:p>
        </p:txBody>
      </p:sp>
      <p:sp>
        <p:nvSpPr>
          <p:cNvPr id="4" name="Slide Number Placeholder 3"/>
          <p:cNvSpPr>
            <a:spLocks noGrp="1"/>
          </p:cNvSpPr>
          <p:nvPr>
            <p:ph type="sldNum" sz="quarter" idx="5"/>
          </p:nvPr>
        </p:nvSpPr>
        <p:spPr/>
        <p:txBody>
          <a:bodyPr/>
          <a:lstStyle/>
          <a:p>
            <a:fld id="{3F2A6E08-C14D-DD4B-990D-9D6D9753DD03}" type="slidenum">
              <a:rPr lang="en-US"/>
              <a:t>79</a:t>
            </a:fld>
            <a:endParaRPr lang="en-US"/>
          </a:p>
        </p:txBody>
      </p:sp>
    </p:spTree>
    <p:extLst>
      <p:ext uri="{BB962C8B-B14F-4D97-AF65-F5344CB8AC3E}">
        <p14:creationId xmlns:p14="http://schemas.microsoft.com/office/powerpoint/2010/main" val="672407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Manifesto</a:t>
            </a:r>
          </a:p>
        </p:txBody>
      </p:sp>
      <p:sp>
        <p:nvSpPr>
          <p:cNvPr id="4" name="Slide Number Placeholder 3"/>
          <p:cNvSpPr>
            <a:spLocks noGrp="1"/>
          </p:cNvSpPr>
          <p:nvPr>
            <p:ph type="sldNum" sz="quarter" idx="5"/>
          </p:nvPr>
        </p:nvSpPr>
        <p:spPr/>
        <p:txBody>
          <a:bodyPr/>
          <a:lstStyle/>
          <a:p>
            <a:fld id="{3F2A6E08-C14D-DD4B-990D-9D6D9753DD03}" type="slidenum">
              <a:rPr lang="en-US"/>
              <a:t>80</a:t>
            </a:fld>
            <a:endParaRPr lang="en-US"/>
          </a:p>
        </p:txBody>
      </p:sp>
    </p:spTree>
    <p:extLst>
      <p:ext uri="{BB962C8B-B14F-4D97-AF65-F5344CB8AC3E}">
        <p14:creationId xmlns:p14="http://schemas.microsoft.com/office/powerpoint/2010/main" val="27262326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Number with Header and Copy</a:t>
            </a:r>
          </a:p>
        </p:txBody>
      </p:sp>
      <p:sp>
        <p:nvSpPr>
          <p:cNvPr id="4" name="Slide Number Placeholder 3"/>
          <p:cNvSpPr>
            <a:spLocks noGrp="1"/>
          </p:cNvSpPr>
          <p:nvPr>
            <p:ph type="sldNum" sz="quarter" idx="5"/>
          </p:nvPr>
        </p:nvSpPr>
        <p:spPr/>
        <p:txBody>
          <a:bodyPr/>
          <a:lstStyle/>
          <a:p>
            <a:fld id="{3F2A6E08-C14D-DD4B-990D-9D6D9753DD03}" type="slidenum">
              <a:rPr lang="en-US"/>
              <a:t>81</a:t>
            </a:fld>
            <a:endParaRPr lang="en-US"/>
          </a:p>
        </p:txBody>
      </p:sp>
    </p:spTree>
    <p:extLst>
      <p:ext uri="{BB962C8B-B14F-4D97-AF65-F5344CB8AC3E}">
        <p14:creationId xmlns:p14="http://schemas.microsoft.com/office/powerpoint/2010/main" val="27088602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Number and Title</a:t>
            </a:r>
          </a:p>
        </p:txBody>
      </p:sp>
      <p:sp>
        <p:nvSpPr>
          <p:cNvPr id="4" name="Slide Number Placeholder 3"/>
          <p:cNvSpPr>
            <a:spLocks noGrp="1"/>
          </p:cNvSpPr>
          <p:nvPr>
            <p:ph type="sldNum" sz="quarter" idx="5"/>
          </p:nvPr>
        </p:nvSpPr>
        <p:spPr/>
        <p:txBody>
          <a:bodyPr/>
          <a:lstStyle/>
          <a:p>
            <a:fld id="{3F2A6E08-C14D-DD4B-990D-9D6D9753DD03}" type="slidenum">
              <a:rPr lang="en-US"/>
              <a:t>82</a:t>
            </a:fld>
            <a:endParaRPr lang="en-US"/>
          </a:p>
        </p:txBody>
      </p:sp>
    </p:spTree>
    <p:extLst>
      <p:ext uri="{BB962C8B-B14F-4D97-AF65-F5344CB8AC3E}">
        <p14:creationId xmlns:p14="http://schemas.microsoft.com/office/powerpoint/2010/main" val="7195175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and Copy</a:t>
            </a:r>
          </a:p>
        </p:txBody>
      </p:sp>
      <p:sp>
        <p:nvSpPr>
          <p:cNvPr id="4" name="Slide Number Placeholder 3"/>
          <p:cNvSpPr>
            <a:spLocks noGrp="1"/>
          </p:cNvSpPr>
          <p:nvPr>
            <p:ph type="sldNum" sz="quarter" idx="5"/>
          </p:nvPr>
        </p:nvSpPr>
        <p:spPr/>
        <p:txBody>
          <a:bodyPr/>
          <a:lstStyle/>
          <a:p>
            <a:fld id="{3F2A6E08-C14D-DD4B-990D-9D6D9753DD03}" type="slidenum">
              <a:rPr lang="en-US"/>
              <a:t>83</a:t>
            </a:fld>
            <a:endParaRPr lang="en-US"/>
          </a:p>
        </p:txBody>
      </p:sp>
    </p:spTree>
    <p:extLst>
      <p:ext uri="{BB962C8B-B14F-4D97-AF65-F5344CB8AC3E}">
        <p14:creationId xmlns:p14="http://schemas.microsoft.com/office/powerpoint/2010/main" val="12989985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674136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7">
          <a:extLst>
            <a:ext uri="{FF2B5EF4-FFF2-40B4-BE49-F238E27FC236}">
              <a16:creationId xmlns:a16="http://schemas.microsoft.com/office/drawing/2014/main" id="{3A95D6DA-BDE0-BC24-003A-41AA2B25A4F4}"/>
            </a:ext>
          </a:extLst>
        </p:cNvPr>
        <p:cNvGrpSpPr/>
        <p:nvPr/>
      </p:nvGrpSpPr>
      <p:grpSpPr>
        <a:xfrm>
          <a:off x="0" y="0"/>
          <a:ext cx="0" cy="0"/>
          <a:chOff x="0" y="0"/>
          <a:chExt cx="0" cy="0"/>
        </a:xfrm>
      </p:grpSpPr>
      <p:sp>
        <p:nvSpPr>
          <p:cNvPr id="2038" name="Google Shape;2038;g24f181831d6_0_108:notes">
            <a:extLst>
              <a:ext uri="{FF2B5EF4-FFF2-40B4-BE49-F238E27FC236}">
                <a16:creationId xmlns:a16="http://schemas.microsoft.com/office/drawing/2014/main" id="{7124E3F1-CD1D-F5A5-B880-ABD4AA0BF0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9" name="Google Shape;2039;g24f181831d6_0_108:notes">
            <a:extLst>
              <a:ext uri="{FF2B5EF4-FFF2-40B4-BE49-F238E27FC236}">
                <a16:creationId xmlns:a16="http://schemas.microsoft.com/office/drawing/2014/main" id="{8EFDCE9F-B6A5-3B2B-3B5C-6F8C6C0A1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05680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7">
          <a:extLst>
            <a:ext uri="{FF2B5EF4-FFF2-40B4-BE49-F238E27FC236}">
              <a16:creationId xmlns:a16="http://schemas.microsoft.com/office/drawing/2014/main" id="{9ADC7033-0EF5-99AB-3B4F-0211FEAA6451}"/>
            </a:ext>
          </a:extLst>
        </p:cNvPr>
        <p:cNvGrpSpPr/>
        <p:nvPr/>
      </p:nvGrpSpPr>
      <p:grpSpPr>
        <a:xfrm>
          <a:off x="0" y="0"/>
          <a:ext cx="0" cy="0"/>
          <a:chOff x="0" y="0"/>
          <a:chExt cx="0" cy="0"/>
        </a:xfrm>
      </p:grpSpPr>
      <p:sp>
        <p:nvSpPr>
          <p:cNvPr id="2038" name="Google Shape;2038;g24f181831d6_0_108:notes">
            <a:extLst>
              <a:ext uri="{FF2B5EF4-FFF2-40B4-BE49-F238E27FC236}">
                <a16:creationId xmlns:a16="http://schemas.microsoft.com/office/drawing/2014/main" id="{FE919B8F-B4B5-C85B-7D1C-CE19CDA025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9" name="Google Shape;2039;g24f181831d6_0_108:notes">
            <a:extLst>
              <a:ext uri="{FF2B5EF4-FFF2-40B4-BE49-F238E27FC236}">
                <a16:creationId xmlns:a16="http://schemas.microsoft.com/office/drawing/2014/main" id="{2D218BA7-6B30-D33E-1E74-44D2EC18B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18071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7">
          <a:extLst>
            <a:ext uri="{FF2B5EF4-FFF2-40B4-BE49-F238E27FC236}">
              <a16:creationId xmlns:a16="http://schemas.microsoft.com/office/drawing/2014/main" id="{6749708C-3517-5E38-E266-F4FDD4BABDBE}"/>
            </a:ext>
          </a:extLst>
        </p:cNvPr>
        <p:cNvGrpSpPr/>
        <p:nvPr/>
      </p:nvGrpSpPr>
      <p:grpSpPr>
        <a:xfrm>
          <a:off x="0" y="0"/>
          <a:ext cx="0" cy="0"/>
          <a:chOff x="0" y="0"/>
          <a:chExt cx="0" cy="0"/>
        </a:xfrm>
      </p:grpSpPr>
      <p:sp>
        <p:nvSpPr>
          <p:cNvPr id="2038" name="Google Shape;2038;g24f181831d6_0_108:notes">
            <a:extLst>
              <a:ext uri="{FF2B5EF4-FFF2-40B4-BE49-F238E27FC236}">
                <a16:creationId xmlns:a16="http://schemas.microsoft.com/office/drawing/2014/main" id="{24C697F6-40E3-BA0B-DE45-59C8044768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9" name="Google Shape;2039;g24f181831d6_0_108:notes">
            <a:extLst>
              <a:ext uri="{FF2B5EF4-FFF2-40B4-BE49-F238E27FC236}">
                <a16:creationId xmlns:a16="http://schemas.microsoft.com/office/drawing/2014/main" id="{AC8DCD2C-F037-D5E8-16C9-9D28BB666D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09581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01 with Dark Background">
    <p:bg>
      <p:bgPr>
        <a:solidFill>
          <a:schemeClr val="accent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mn-lt"/>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dirty="0"/>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lvl1pPr>
              <a:defRPr b="1" i="0">
                <a:latin typeface="Arial Black" panose="020B0604020202020204" pitchFamily="34" charset="0"/>
              </a:defRPr>
            </a:lvl1p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2F5B57B7-9306-7774-CF39-85FA919DEC8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7408" y="5949697"/>
            <a:ext cx="1027460" cy="561113"/>
          </a:xfrm>
          <a:prstGeom prst="rect">
            <a:avLst/>
          </a:prstGeom>
        </p:spPr>
      </p:pic>
    </p:spTree>
    <p:extLst>
      <p:ext uri="{BB962C8B-B14F-4D97-AF65-F5344CB8AC3E}">
        <p14:creationId xmlns:p14="http://schemas.microsoft.com/office/powerpoint/2010/main" val="397707710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01 with Light Background">
    <p:bg>
      <p:bgPr>
        <a:solidFill>
          <a:schemeClr val="bg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Arial"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dirty="0"/>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dirty="0"/>
          </a:p>
        </p:txBody>
      </p:sp>
      <p:pic>
        <p:nvPicPr>
          <p:cNvPr id="4" name="Graphic 3" descr="Lilly Logo">
            <a:extLst>
              <a:ext uri="{FF2B5EF4-FFF2-40B4-BE49-F238E27FC236}">
                <a16:creationId xmlns:a16="http://schemas.microsoft.com/office/drawing/2014/main" id="{2F5B57B7-9306-7774-CF39-85FA919DEC8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7408" y="5949697"/>
            <a:ext cx="1027460" cy="561113"/>
          </a:xfrm>
          <a:prstGeom prst="rect">
            <a:avLst/>
          </a:prstGeom>
        </p:spPr>
      </p:pic>
    </p:spTree>
    <p:extLst>
      <p:ext uri="{BB962C8B-B14F-4D97-AF65-F5344CB8AC3E}">
        <p14:creationId xmlns:p14="http://schemas.microsoft.com/office/powerpoint/2010/main" val="125215847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01 with Light Background">
    <p:bg>
      <p:bgPr>
        <a:solidFill>
          <a:schemeClr val="bg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Arial"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dirty="0"/>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dirty="0"/>
          </a:p>
        </p:txBody>
      </p:sp>
      <p:sp>
        <p:nvSpPr>
          <p:cNvPr id="2" name="Neutral rose" descr="Rectangle base to backdrop logo and monogram assets">
            <a:extLst>
              <a:ext uri="{FF2B5EF4-FFF2-40B4-BE49-F238E27FC236}">
                <a16:creationId xmlns:a16="http://schemas.microsoft.com/office/drawing/2014/main" id="{73BE5D9F-2821-F71F-6EEE-B31FAF804FF9}"/>
              </a:ext>
            </a:extLst>
          </p:cNvPr>
          <p:cNvSpPr/>
          <p:nvPr userDrawn="1"/>
        </p:nvSpPr>
        <p:spPr>
          <a:xfrm>
            <a:off x="5486400" y="0"/>
            <a:ext cx="1219200" cy="1031844"/>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8" name="Graphic 7" descr="Lilly Monogram">
            <a:extLst>
              <a:ext uri="{FF2B5EF4-FFF2-40B4-BE49-F238E27FC236}">
                <a16:creationId xmlns:a16="http://schemas.microsoft.com/office/drawing/2014/main" id="{844C9DA7-79EA-C7F4-8CD5-50034E20B1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85104" y="219728"/>
            <a:ext cx="621791" cy="474714"/>
          </a:xfrm>
          <a:prstGeom prst="rect">
            <a:avLst/>
          </a:prstGeom>
        </p:spPr>
      </p:pic>
    </p:spTree>
    <p:extLst>
      <p:ext uri="{BB962C8B-B14F-4D97-AF65-F5344CB8AC3E}">
        <p14:creationId xmlns:p14="http://schemas.microsoft.com/office/powerpoint/2010/main" val="42750568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02 with Dark Background">
    <p:bg>
      <p:bgPr>
        <a:solidFill>
          <a:schemeClr val="accent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p:nvPr>
        </p:nvSpPr>
        <p:spPr>
          <a:xfrm>
            <a:off x="3310040" y="5608321"/>
            <a:ext cx="5572317" cy="402167"/>
          </a:xfrm>
          <a:prstGeom prst="rect">
            <a:avLst/>
          </a:prstGeom>
        </p:spPr>
        <p:txBody>
          <a:bodyPr lIns="0" tIns="0" rIns="0" bIns="0">
            <a:noAutofit/>
          </a:bodyPr>
          <a:lstStyle>
            <a:lvl1pPr marL="0" indent="0" algn="ctr">
              <a:lnSpc>
                <a:spcPts val="1600"/>
              </a:lnSpc>
              <a:buFontTx/>
              <a:buNone/>
              <a:defRPr sz="1600" b="1" i="0">
                <a:solidFill>
                  <a:schemeClr val="tx1"/>
                </a:solidFill>
                <a:latin typeface="Arial Black"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dirty="0"/>
              <a:t>Click to edit Master text styles</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41572" y="2548129"/>
            <a:ext cx="11109253" cy="1837183"/>
          </a:xfrm>
        </p:spPr>
        <p:txBody>
          <a:bodyPr wrap="square" lIns="0" tIns="0" rIns="0" bIns="0">
            <a:noAutofit/>
          </a:bodyPr>
          <a:lstStyle>
            <a:lvl1pPr algn="ctr">
              <a:lnSpc>
                <a:spcPts val="6480"/>
              </a:lnSpc>
              <a:defRPr sz="7200" b="1" i="0">
                <a:solidFill>
                  <a:schemeClr val="tx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3562529" y="6237863"/>
            <a:ext cx="5067339" cy="115552"/>
          </a:xfrm>
        </p:spPr>
        <p:txBody>
          <a:bodyPr/>
          <a:lstStyle>
            <a:lvl1pPr algn="ctr">
              <a:defRPr sz="1067" b="1" i="0">
                <a:latin typeface="Arial Black" panose="020B0604020202020204" pitchFamily="34" charset="0"/>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dirty="0"/>
          </a:p>
        </p:txBody>
      </p:sp>
      <p:pic>
        <p:nvPicPr>
          <p:cNvPr id="8" name="Graphic 7" descr="Lilly Logo">
            <a:extLst>
              <a:ext uri="{FF2B5EF4-FFF2-40B4-BE49-F238E27FC236}">
                <a16:creationId xmlns:a16="http://schemas.microsoft.com/office/drawing/2014/main" id="{15AACC26-79D4-FD98-8E90-375939F8618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587323" y="534737"/>
            <a:ext cx="1027460" cy="561113"/>
          </a:xfrm>
          <a:prstGeom prst="rect">
            <a:avLst/>
          </a:prstGeom>
        </p:spPr>
      </p:pic>
    </p:spTree>
    <p:extLst>
      <p:ext uri="{BB962C8B-B14F-4D97-AF65-F5344CB8AC3E}">
        <p14:creationId xmlns:p14="http://schemas.microsoft.com/office/powerpoint/2010/main" val="414556802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02 with light Background">
    <p:bg>
      <p:bgRef idx="1001">
        <a:schemeClr val="bg2"/>
      </p:bgRef>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p:nvPr>
        </p:nvSpPr>
        <p:spPr>
          <a:xfrm>
            <a:off x="3310040" y="5608321"/>
            <a:ext cx="5572317" cy="402167"/>
          </a:xfrm>
          <a:prstGeom prst="rect">
            <a:avLst/>
          </a:prstGeom>
        </p:spPr>
        <p:txBody>
          <a:bodyPr lIns="0" tIns="0" rIns="0" bIns="0">
            <a:noAutofit/>
          </a:bodyPr>
          <a:lstStyle>
            <a:lvl1pPr marL="0" indent="0" algn="ctr">
              <a:lnSpc>
                <a:spcPts val="1600"/>
              </a:lnSpc>
              <a:buFontTx/>
              <a:buNone/>
              <a:defRPr sz="1600" b="1" i="0">
                <a:solidFill>
                  <a:schemeClr val="tx1"/>
                </a:solidFill>
                <a:latin typeface="Arial Black"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dirty="0"/>
              <a:t>Click to edit Master text styles</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41572" y="2548129"/>
            <a:ext cx="11109253" cy="1837183"/>
          </a:xfrm>
        </p:spPr>
        <p:txBody>
          <a:bodyPr wrap="square" lIns="0" tIns="0" rIns="0" bIns="0">
            <a:noAutofit/>
          </a:bodyPr>
          <a:lstStyle>
            <a:lvl1pPr algn="ctr">
              <a:lnSpc>
                <a:spcPts val="6480"/>
              </a:lnSpc>
              <a:defRPr sz="7200" b="1" i="0">
                <a:solidFill>
                  <a:schemeClr val="tx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3562529" y="6237863"/>
            <a:ext cx="5067339" cy="115552"/>
          </a:xfrm>
        </p:spPr>
        <p:txBody>
          <a:bodyPr/>
          <a:lstStyle>
            <a:lvl1pPr algn="ctr">
              <a:defRPr sz="1067" b="1" i="0">
                <a:latin typeface="Arial Black" panose="020B0604020202020204" pitchFamily="34" charset="0"/>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dirty="0"/>
          </a:p>
        </p:txBody>
      </p:sp>
      <p:pic>
        <p:nvPicPr>
          <p:cNvPr id="8" name="Graphic 7" descr="Lilly Logo">
            <a:extLst>
              <a:ext uri="{FF2B5EF4-FFF2-40B4-BE49-F238E27FC236}">
                <a16:creationId xmlns:a16="http://schemas.microsoft.com/office/drawing/2014/main" id="{15AACC26-79D4-FD98-8E90-375939F8618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587323" y="534737"/>
            <a:ext cx="1027460" cy="561113"/>
          </a:xfrm>
          <a:prstGeom prst="rect">
            <a:avLst/>
          </a:prstGeom>
        </p:spPr>
      </p:pic>
    </p:spTree>
    <p:extLst>
      <p:ext uri="{BB962C8B-B14F-4D97-AF65-F5344CB8AC3E}">
        <p14:creationId xmlns:p14="http://schemas.microsoft.com/office/powerpoint/2010/main" val="322448758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AA75-89FF-4880-1444-0CB25C07D307}"/>
              </a:ext>
            </a:extLst>
          </p:cNvPr>
          <p:cNvSpPr>
            <a:spLocks noGrp="1"/>
          </p:cNvSpPr>
          <p:nvPr>
            <p:ph type="title"/>
          </p:nvPr>
        </p:nvSpPr>
        <p:spPr>
          <a:xfrm>
            <a:off x="609600" y="1219200"/>
            <a:ext cx="5680400" cy="763600"/>
          </a:xfrm>
        </p:spPr>
        <p:txBody>
          <a:bodyPr>
            <a:noAutofit/>
          </a:bodyPr>
          <a:lstStyle>
            <a:lvl1pPr>
              <a:lnSpc>
                <a:spcPct val="80000"/>
              </a:lnSpc>
              <a:spcAft>
                <a:spcPts val="1600"/>
              </a:spcAft>
              <a:defRPr sz="5333" spc="0" baseline="0">
                <a:solidFill>
                  <a:schemeClr val="tx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68BA49CC-F254-2457-279C-1AC8C85CDA72}"/>
              </a:ext>
            </a:extLst>
          </p:cNvPr>
          <p:cNvSpPr>
            <a:spLocks noGrp="1"/>
          </p:cNvSpPr>
          <p:nvPr>
            <p:ph type="sldNum" idx="10"/>
          </p:nvPr>
        </p:nvSpPr>
        <p:spPr/>
        <p:txBody>
          <a:bodyPr/>
          <a:lstStyle/>
          <a:p>
            <a:fld id="{00000000-1234-1234-1234-123412341234}" type="slidenum">
              <a:rPr lang="en" smtClean="0"/>
              <a:pPr/>
              <a:t>‹#›</a:t>
            </a:fld>
            <a:endParaRPr lang="en" dirty="0"/>
          </a:p>
        </p:txBody>
      </p:sp>
      <p:sp>
        <p:nvSpPr>
          <p:cNvPr id="4" name="Footer Placeholder 3">
            <a:extLst>
              <a:ext uri="{FF2B5EF4-FFF2-40B4-BE49-F238E27FC236}">
                <a16:creationId xmlns:a16="http://schemas.microsoft.com/office/drawing/2014/main" id="{283D864B-0F78-FC18-DB4A-F5BE77E189BE}"/>
              </a:ext>
            </a:extLst>
          </p:cNvPr>
          <p:cNvSpPr>
            <a:spLocks noGrp="1"/>
          </p:cNvSpPr>
          <p:nvPr>
            <p:ph type="ftr" sz="quarter" idx="11"/>
          </p:nvPr>
        </p:nvSpPr>
        <p:spPr/>
        <p:txBody>
          <a:bodyPr/>
          <a:lstStyle/>
          <a:p>
            <a:r>
              <a:rPr lang="en-US" dirty="0"/>
              <a:t>Company Confidential  © 2025 Eli Lilly and Company</a:t>
            </a:r>
          </a:p>
        </p:txBody>
      </p:sp>
      <p:sp>
        <p:nvSpPr>
          <p:cNvPr id="8" name="Picture Placeholder 7">
            <a:extLst>
              <a:ext uri="{FF2B5EF4-FFF2-40B4-BE49-F238E27FC236}">
                <a16:creationId xmlns:a16="http://schemas.microsoft.com/office/drawing/2014/main" id="{A23542CD-E9B6-525B-81FD-C083ED3D2B63}"/>
              </a:ext>
            </a:extLst>
          </p:cNvPr>
          <p:cNvSpPr>
            <a:spLocks noGrp="1"/>
          </p:cNvSpPr>
          <p:nvPr>
            <p:ph type="pic" sz="quarter" idx="12"/>
          </p:nvPr>
        </p:nvSpPr>
        <p:spPr>
          <a:xfrm>
            <a:off x="609600" y="2429933"/>
            <a:ext cx="5486400" cy="3230880"/>
          </a:xfrm>
          <a:prstGeom prst="rect">
            <a:avLst/>
          </a:prstGeom>
        </p:spPr>
        <p:txBody>
          <a:bodyPr anchor="ctr">
            <a:noAutofit/>
          </a:bodyPr>
          <a:lstStyle>
            <a:lvl1pPr marL="152396" indent="0" algn="ctr">
              <a:buNone/>
              <a:defRPr>
                <a:solidFill>
                  <a:schemeClr val="tx1"/>
                </a:solidFill>
              </a:defRPr>
            </a:lvl1pPr>
          </a:lstStyle>
          <a:p>
            <a:r>
              <a:rPr lang="en-US" dirty="0"/>
              <a:t>Click icon to add picture</a:t>
            </a:r>
          </a:p>
        </p:txBody>
      </p:sp>
      <p:sp>
        <p:nvSpPr>
          <p:cNvPr id="13" name="Text Placeholder 12">
            <a:extLst>
              <a:ext uri="{FF2B5EF4-FFF2-40B4-BE49-F238E27FC236}">
                <a16:creationId xmlns:a16="http://schemas.microsoft.com/office/drawing/2014/main" id="{275D15F5-263B-243A-3A4D-0F41BA4F12A8}"/>
              </a:ext>
            </a:extLst>
          </p:cNvPr>
          <p:cNvSpPr>
            <a:spLocks noGrp="1"/>
          </p:cNvSpPr>
          <p:nvPr>
            <p:ph type="body" sz="quarter" idx="13"/>
          </p:nvPr>
        </p:nvSpPr>
        <p:spPr>
          <a:xfrm>
            <a:off x="7013448" y="1109472"/>
            <a:ext cx="4632801" cy="4741333"/>
          </a:xfrm>
        </p:spPr>
        <p:txBody>
          <a:bodyPr>
            <a:noAutofit/>
          </a:bodyPr>
          <a:lstStyle>
            <a:lvl1pPr marL="0" indent="0">
              <a:lnSpc>
                <a:spcPct val="200000"/>
              </a:lnSpc>
              <a:spcBef>
                <a:spcPts val="0"/>
              </a:spcBef>
              <a:buNone/>
              <a:defRPr sz="2133">
                <a:latin typeface="Arial" panose="020B0604020202020204" pitchFamily="34" charset="0"/>
              </a:defRPr>
            </a:lvl1pPr>
            <a:lvl2pPr marL="0" indent="0">
              <a:lnSpc>
                <a:spcPct val="200000"/>
              </a:lnSpc>
              <a:buNone/>
              <a:defRPr sz="2133">
                <a:latin typeface="Arial" panose="020B0604020202020204" pitchFamily="34" charset="0"/>
              </a:defRPr>
            </a:lvl2pPr>
            <a:lvl3pPr marL="0" indent="0">
              <a:lnSpc>
                <a:spcPct val="200000"/>
              </a:lnSpc>
              <a:buNone/>
              <a:defRPr sz="2133">
                <a:latin typeface="Arial" panose="020B0604020202020204" pitchFamily="34" charset="0"/>
              </a:defRPr>
            </a:lvl3pPr>
            <a:lvl4pPr marL="0" indent="0">
              <a:lnSpc>
                <a:spcPct val="200000"/>
              </a:lnSpc>
              <a:buNone/>
              <a:defRPr sz="2133">
                <a:latin typeface="Arial" panose="020B0604020202020204" pitchFamily="34" charset="0"/>
              </a:defRPr>
            </a:lvl4pPr>
            <a:lvl5pPr marL="0" indent="0">
              <a:lnSpc>
                <a:spcPct val="200000"/>
              </a:lnSpc>
              <a:buNone/>
              <a:defRPr sz="2133">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90923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Introdctio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41D5AE-DD0C-F8FF-F750-27056E249C43}"/>
              </a:ext>
            </a:extLst>
          </p:cNvPr>
          <p:cNvSpPr>
            <a:spLocks noGrp="1"/>
          </p:cNvSpPr>
          <p:nvPr>
            <p:ph type="ftr" sz="quarter" idx="10"/>
          </p:nvPr>
        </p:nvSpPr>
        <p:spPr>
          <a:xfrm>
            <a:off x="9192767" y="6510528"/>
            <a:ext cx="2438400" cy="121920"/>
          </a:xfrm>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E3C9E43E-B35D-AFF1-B16A-3C2FBBC36723}"/>
              </a:ext>
            </a:extLst>
          </p:cNvPr>
          <p:cNvSpPr>
            <a:spLocks noGrp="1"/>
          </p:cNvSpPr>
          <p:nvPr>
            <p:ph type="sldNum" sz="quarter" idx="11"/>
          </p:nvPr>
        </p:nvSpPr>
        <p:spPr>
          <a:xfrm>
            <a:off x="11667743" y="6510528"/>
            <a:ext cx="304800" cy="121920"/>
          </a:xfrm>
        </p:spPr>
        <p:txBody>
          <a:bodyPr/>
          <a:lstStyle/>
          <a:p>
            <a:fld id="{48135D20-C3A1-FF4C-B4DB-BE449A9B144D}" type="slidenum">
              <a:t>‹#›</a:t>
            </a:fld>
            <a:endParaRPr lang="en-US"/>
          </a:p>
        </p:txBody>
      </p:sp>
      <p:sp>
        <p:nvSpPr>
          <p:cNvPr id="5" name="Title 1">
            <a:extLst>
              <a:ext uri="{FF2B5EF4-FFF2-40B4-BE49-F238E27FC236}">
                <a16:creationId xmlns:a16="http://schemas.microsoft.com/office/drawing/2014/main" id="{6F78D970-A7DD-6304-1A75-F67BC1405445}"/>
              </a:ext>
            </a:extLst>
          </p:cNvPr>
          <p:cNvSpPr>
            <a:spLocks noGrp="1"/>
          </p:cNvSpPr>
          <p:nvPr>
            <p:ph type="title"/>
          </p:nvPr>
        </p:nvSpPr>
        <p:spPr>
          <a:xfrm>
            <a:off x="566927" y="1092708"/>
            <a:ext cx="11058144" cy="768096"/>
          </a:xfrm>
        </p:spPr>
        <p:txBody>
          <a:bodyPr>
            <a:noAutofit/>
          </a:bodyPr>
          <a:lstStyle>
            <a:lvl1pPr algn="ctr">
              <a:defRPr sz="6400"/>
            </a:lvl1pPr>
          </a:lstStyle>
          <a:p>
            <a:r>
              <a:rPr lang="en-US"/>
              <a:t>Click to edit Master title style</a:t>
            </a:r>
          </a:p>
        </p:txBody>
      </p:sp>
      <p:sp>
        <p:nvSpPr>
          <p:cNvPr id="6" name="Picture Placeholder 11">
            <a:extLst>
              <a:ext uri="{FF2B5EF4-FFF2-40B4-BE49-F238E27FC236}">
                <a16:creationId xmlns:a16="http://schemas.microsoft.com/office/drawing/2014/main" id="{534C21E9-C803-15CA-B8DD-2070EB3366C3}"/>
              </a:ext>
            </a:extLst>
          </p:cNvPr>
          <p:cNvSpPr>
            <a:spLocks noGrp="1" noChangeAspect="1"/>
          </p:cNvSpPr>
          <p:nvPr>
            <p:ph type="pic" sz="quarter" idx="12"/>
          </p:nvPr>
        </p:nvSpPr>
        <p:spPr>
          <a:xfrm>
            <a:off x="1523999"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8" name="Picture Placeholder 11">
            <a:extLst>
              <a:ext uri="{FF2B5EF4-FFF2-40B4-BE49-F238E27FC236}">
                <a16:creationId xmlns:a16="http://schemas.microsoft.com/office/drawing/2014/main" id="{0346815C-9A66-06BB-C177-AD9043991E15}"/>
              </a:ext>
            </a:extLst>
          </p:cNvPr>
          <p:cNvSpPr>
            <a:spLocks noGrp="1" noChangeAspect="1"/>
          </p:cNvSpPr>
          <p:nvPr>
            <p:ph type="pic" sz="quarter" idx="13"/>
          </p:nvPr>
        </p:nvSpPr>
        <p:spPr>
          <a:xfrm>
            <a:off x="5280944"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9" name="Picture Placeholder 11">
            <a:extLst>
              <a:ext uri="{FF2B5EF4-FFF2-40B4-BE49-F238E27FC236}">
                <a16:creationId xmlns:a16="http://schemas.microsoft.com/office/drawing/2014/main" id="{1C1F1F94-F136-FC22-A32C-6B23C36F4E0D}"/>
              </a:ext>
            </a:extLst>
          </p:cNvPr>
          <p:cNvSpPr>
            <a:spLocks noGrp="1" noChangeAspect="1"/>
          </p:cNvSpPr>
          <p:nvPr>
            <p:ph type="pic" sz="quarter" idx="14"/>
          </p:nvPr>
        </p:nvSpPr>
        <p:spPr>
          <a:xfrm>
            <a:off x="9037889"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11" name="Text Placeholder 10">
            <a:extLst>
              <a:ext uri="{FF2B5EF4-FFF2-40B4-BE49-F238E27FC236}">
                <a16:creationId xmlns:a16="http://schemas.microsoft.com/office/drawing/2014/main" id="{B1501167-374E-560B-3DA9-CB7E48DFC579}"/>
              </a:ext>
            </a:extLst>
          </p:cNvPr>
          <p:cNvSpPr>
            <a:spLocks noGrp="1"/>
          </p:cNvSpPr>
          <p:nvPr>
            <p:ph type="body" sz="quarter" idx="15" hasCustomPrompt="1"/>
          </p:nvPr>
        </p:nvSpPr>
        <p:spPr>
          <a:xfrm>
            <a:off x="1193480" y="4997197"/>
            <a:ext cx="230695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dirty="0"/>
              <a:t>Name &amp; Title (next line)</a:t>
            </a:r>
          </a:p>
          <a:p>
            <a:pPr lvl="1"/>
            <a:r>
              <a:rPr lang="en-US" dirty="0"/>
              <a:t>Title</a:t>
            </a:r>
          </a:p>
        </p:txBody>
      </p:sp>
      <p:sp>
        <p:nvSpPr>
          <p:cNvPr id="12" name="Text Placeholder 10">
            <a:extLst>
              <a:ext uri="{FF2B5EF4-FFF2-40B4-BE49-F238E27FC236}">
                <a16:creationId xmlns:a16="http://schemas.microsoft.com/office/drawing/2014/main" id="{7C75CEF8-125C-4D53-2487-C93F50F3E927}"/>
              </a:ext>
            </a:extLst>
          </p:cNvPr>
          <p:cNvSpPr>
            <a:spLocks noGrp="1"/>
          </p:cNvSpPr>
          <p:nvPr>
            <p:ph type="body" sz="quarter" idx="16" hasCustomPrompt="1"/>
          </p:nvPr>
        </p:nvSpPr>
        <p:spPr>
          <a:xfrm>
            <a:off x="4952428" y="4997197"/>
            <a:ext cx="230428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a:t>Name &amp; Title (next line)</a:t>
            </a:r>
          </a:p>
          <a:p>
            <a:pPr lvl="1"/>
            <a:r>
              <a:rPr lang="en-US"/>
              <a:t>Title</a:t>
            </a:r>
          </a:p>
        </p:txBody>
      </p:sp>
      <p:sp>
        <p:nvSpPr>
          <p:cNvPr id="13" name="Text Placeholder 10">
            <a:extLst>
              <a:ext uri="{FF2B5EF4-FFF2-40B4-BE49-F238E27FC236}">
                <a16:creationId xmlns:a16="http://schemas.microsoft.com/office/drawing/2014/main" id="{AA59D486-EE59-023D-5961-0DE54C6C2365}"/>
              </a:ext>
            </a:extLst>
          </p:cNvPr>
          <p:cNvSpPr>
            <a:spLocks noGrp="1"/>
          </p:cNvSpPr>
          <p:nvPr>
            <p:ph type="body" sz="quarter" idx="17" hasCustomPrompt="1"/>
          </p:nvPr>
        </p:nvSpPr>
        <p:spPr>
          <a:xfrm>
            <a:off x="8708705" y="4997197"/>
            <a:ext cx="230428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a:t>Name &amp; Title (next line)</a:t>
            </a:r>
          </a:p>
          <a:p>
            <a:pPr lvl="1"/>
            <a:r>
              <a:rPr lang="en-US"/>
              <a:t>Title</a:t>
            </a:r>
          </a:p>
        </p:txBody>
      </p:sp>
    </p:spTree>
    <p:extLst>
      <p:ext uri="{BB962C8B-B14F-4D97-AF65-F5344CB8AC3E}">
        <p14:creationId xmlns:p14="http://schemas.microsoft.com/office/powerpoint/2010/main" val="2967006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457200"/>
            <a:ext cx="11058144" cy="914400"/>
          </a:xfrm>
        </p:spPr>
        <p:txBody>
          <a:bodyPr>
            <a:noAutofit/>
          </a:bodyPr>
          <a:lstStyle>
            <a:lvl1pPr>
              <a:lnSpc>
                <a:spcPct val="80000"/>
              </a:lnSpc>
              <a:defRPr sz="4000" spc="0" baseline="0"/>
            </a:lvl1pPr>
          </a:lstStyle>
          <a:p>
            <a:r>
              <a:rPr lang="en-US" dirty="0"/>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0" y="1828800"/>
            <a:ext cx="11058145" cy="4383932"/>
          </a:xfrm>
        </p:spPr>
        <p:txBody>
          <a:bodyPr>
            <a:noAutofit/>
          </a:bodyPr>
          <a:lstStyle>
            <a:lvl1pPr>
              <a:lnSpc>
                <a:spcPts val="2400"/>
              </a:lnSpc>
              <a:spcBef>
                <a:spcPts val="1200"/>
              </a:spcBef>
              <a:defRPr sz="2400"/>
            </a:lvl1pPr>
            <a:lvl2pPr marL="182880">
              <a:lnSpc>
                <a:spcPts val="2000"/>
              </a:lnSpc>
              <a:spcBef>
                <a:spcPts val="1000"/>
              </a:spcBef>
              <a:buSzPct val="87000"/>
              <a:defRPr sz="2000"/>
            </a:lvl2pPr>
            <a:lvl3pPr>
              <a:spcBef>
                <a:spcPts val="1000"/>
              </a:spcBef>
              <a:buSzPct val="87000"/>
              <a:defRPr sz="1600"/>
            </a:lvl3pPr>
            <a:lvl4pPr>
              <a:spcBef>
                <a:spcPts val="1000"/>
              </a:spcBef>
              <a:buSzPct val="87000"/>
              <a:defRPr sz="1400"/>
            </a:lvl4pPr>
            <a:lvl5pPr>
              <a:spcBef>
                <a:spcPts val="1000"/>
              </a:spcBef>
              <a:buSzPct val="870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450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457200"/>
            <a:ext cx="11058144" cy="914400"/>
          </a:xfrm>
        </p:spPr>
        <p:txBody>
          <a:bodyPr>
            <a:noAutofit/>
          </a:bodyPr>
          <a:lstStyle>
            <a:lvl1pPr>
              <a:lnSpc>
                <a:spcPct val="80000"/>
              </a:lnSpc>
              <a:defRPr sz="4000" spc="0" baseline="0"/>
            </a:lvl1pPr>
          </a:lstStyle>
          <a:p>
            <a:r>
              <a:rPr lang="en-US" dirty="0"/>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Tree>
    <p:extLst>
      <p:ext uri="{BB962C8B-B14F-4D97-AF65-F5344CB8AC3E}">
        <p14:creationId xmlns:p14="http://schemas.microsoft.com/office/powerpoint/2010/main" val="401533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val="3111371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head and Long Copy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513966"/>
            <a:ext cx="6297754" cy="505941"/>
          </a:xfrm>
        </p:spPr>
        <p:txBody>
          <a:bodyPr>
            <a:noAutofit/>
          </a:bodyPr>
          <a:lstStyle>
            <a:lvl1pPr>
              <a:lnSpc>
                <a:spcPct val="114000"/>
              </a:lnSpc>
              <a:spcAft>
                <a:spcPts val="1600"/>
              </a:spcAft>
              <a:defRPr sz="1050" b="1" i="0" cap="all" spc="0" baseline="0">
                <a:solidFill>
                  <a:schemeClr val="accent1"/>
                </a:solidFill>
                <a:latin typeface="Arial Black" panose="020B0604020202020204"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1" y="1097264"/>
            <a:ext cx="4736592" cy="4965192"/>
          </a:xfrm>
        </p:spPr>
        <p:txBody>
          <a:bodyPr>
            <a:noAutofit/>
          </a:bodyPr>
          <a:lstStyle>
            <a:lvl1pPr>
              <a:lnSpc>
                <a:spcPts val="1600"/>
              </a:lnSpc>
              <a:spcBef>
                <a:spcPts val="1600"/>
              </a:spcBef>
              <a:defRPr sz="1350"/>
            </a:lvl1pPr>
            <a:lvl2pPr marL="182880">
              <a:lnSpc>
                <a:spcPts val="2000"/>
              </a:lnSpc>
              <a:spcBef>
                <a:spcPts val="1000"/>
              </a:spcBef>
              <a:buSzPct val="87000"/>
              <a:defRPr sz="1350"/>
            </a:lvl2pPr>
            <a:lvl3pPr>
              <a:spcBef>
                <a:spcPts val="1000"/>
              </a:spcBef>
              <a:buSzPct val="87000"/>
              <a:defRPr sz="1350"/>
            </a:lvl3pPr>
            <a:lvl4pPr>
              <a:spcBef>
                <a:spcPts val="1000"/>
              </a:spcBef>
              <a:buSzPct val="87000"/>
              <a:defRPr sz="1350"/>
            </a:lvl4pPr>
            <a:lvl5pPr>
              <a:spcBef>
                <a:spcPts val="1000"/>
              </a:spcBef>
              <a:buSzPct val="87000"/>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5">
            <a:extLst>
              <a:ext uri="{FF2B5EF4-FFF2-40B4-BE49-F238E27FC236}">
                <a16:creationId xmlns:a16="http://schemas.microsoft.com/office/drawing/2014/main" id="{5BC2DEE0-CC83-F3AE-49D7-5475D1ADAFD5}"/>
              </a:ext>
            </a:extLst>
          </p:cNvPr>
          <p:cNvSpPr>
            <a:spLocks noGrp="1"/>
          </p:cNvSpPr>
          <p:nvPr>
            <p:ph sz="quarter" idx="13"/>
          </p:nvPr>
        </p:nvSpPr>
        <p:spPr>
          <a:xfrm>
            <a:off x="6099048" y="1097264"/>
            <a:ext cx="4736592" cy="4965192"/>
          </a:xfrm>
        </p:spPr>
        <p:txBody>
          <a:bodyPr>
            <a:noAutofit/>
          </a:bodyPr>
          <a:lstStyle>
            <a:lvl1pPr>
              <a:lnSpc>
                <a:spcPts val="1600"/>
              </a:lnSpc>
              <a:spcBef>
                <a:spcPts val="1600"/>
              </a:spcBef>
              <a:defRPr sz="1350"/>
            </a:lvl1pPr>
            <a:lvl2pPr marL="182880">
              <a:lnSpc>
                <a:spcPts val="2000"/>
              </a:lnSpc>
              <a:spcBef>
                <a:spcPts val="1000"/>
              </a:spcBef>
              <a:buSzPct val="87000"/>
              <a:defRPr sz="1350"/>
            </a:lvl2pPr>
            <a:lvl3pPr>
              <a:spcBef>
                <a:spcPts val="1000"/>
              </a:spcBef>
              <a:buSzPct val="87000"/>
              <a:defRPr sz="1350"/>
            </a:lvl3pPr>
            <a:lvl4pPr>
              <a:spcBef>
                <a:spcPts val="1000"/>
              </a:spcBef>
              <a:buSzPct val="87000"/>
              <a:defRPr sz="1350"/>
            </a:lvl4pPr>
            <a:lvl5pPr>
              <a:spcBef>
                <a:spcPts val="1000"/>
              </a:spcBef>
              <a:buSzPct val="87000"/>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5443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sidera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794DA9-42DE-8A2B-8FAA-780C51A197F1}"/>
              </a:ext>
            </a:extLst>
          </p:cNvPr>
          <p:cNvSpPr/>
          <p:nvPr userDrawn="1"/>
        </p:nvSpPr>
        <p:spPr>
          <a:xfrm>
            <a:off x="6099048" y="0"/>
            <a:ext cx="6099048" cy="6858000"/>
          </a:xfrm>
          <a:prstGeom prst="rect">
            <a:avLst/>
          </a:prstGeom>
          <a:solidFill>
            <a:srgbClr val="E4E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Content Placeholder 5">
            <a:extLst>
              <a:ext uri="{FF2B5EF4-FFF2-40B4-BE49-F238E27FC236}">
                <a16:creationId xmlns:a16="http://schemas.microsoft.com/office/drawing/2014/main" id="{5BC2DEE0-CC83-F3AE-49D7-5475D1ADAFD5}"/>
              </a:ext>
            </a:extLst>
          </p:cNvPr>
          <p:cNvSpPr>
            <a:spLocks noGrp="1"/>
          </p:cNvSpPr>
          <p:nvPr>
            <p:ph sz="quarter" idx="13"/>
          </p:nvPr>
        </p:nvSpPr>
        <p:spPr>
          <a:xfrm>
            <a:off x="6947916" y="1385824"/>
            <a:ext cx="4389120" cy="4379976"/>
          </a:xfrm>
          <a:prstGeom prst="roundRect">
            <a:avLst>
              <a:gd name="adj" fmla="val 3833"/>
            </a:avLst>
          </a:prstGeom>
          <a:ln w="19050">
            <a:solidFill>
              <a:schemeClr val="tx2"/>
            </a:solidFill>
          </a:ln>
        </p:spPr>
        <p:txBody>
          <a:bodyPr lIns="365760" tIns="182880" rIns="274320" bIns="182880" anchor="ctr" anchorCtr="0">
            <a:normAutofit/>
          </a:bodyPr>
          <a:lstStyle>
            <a:lvl1pPr algn="ctr">
              <a:lnSpc>
                <a:spcPct val="100000"/>
              </a:lnSpc>
              <a:spcBef>
                <a:spcPts val="0"/>
              </a:spcBef>
              <a:spcAft>
                <a:spcPts val="1600"/>
              </a:spcAft>
              <a:defRPr sz="2000" b="1" i="0" cap="all" baseline="0">
                <a:solidFill>
                  <a:schemeClr val="tx2"/>
                </a:solidFill>
                <a:latin typeface="Arial Black" panose="020B0604020202020204" pitchFamily="34" charset="0"/>
              </a:defRPr>
            </a:lvl1pPr>
            <a:lvl2pPr marL="246888" indent="-246888">
              <a:lnSpc>
                <a:spcPct val="114000"/>
              </a:lnSpc>
              <a:spcBef>
                <a:spcPts val="0"/>
              </a:spcBef>
              <a:spcAft>
                <a:spcPts val="1200"/>
              </a:spcAft>
              <a:buSzPct val="70000"/>
              <a:buFont typeface="Arial" panose="020B0604020202020204" pitchFamily="34" charset="0"/>
              <a:buChar char="+"/>
              <a:defRPr sz="2250">
                <a:solidFill>
                  <a:schemeClr val="tx2"/>
                </a:solidFill>
              </a:defRPr>
            </a:lvl2pPr>
            <a:lvl3pPr marL="457200">
              <a:spcBef>
                <a:spcPts val="1000"/>
              </a:spcBef>
              <a:buSzPct val="70000"/>
              <a:defRPr sz="2000">
                <a:solidFill>
                  <a:schemeClr val="tx2"/>
                </a:solidFill>
              </a:defRPr>
            </a:lvl3pPr>
            <a:lvl4pPr marL="685800" indent="-182880">
              <a:spcBef>
                <a:spcPts val="1000"/>
              </a:spcBef>
              <a:buSzPct val="75000"/>
              <a:buFont typeface="Arial" panose="020B0604020202020204" pitchFamily="34" charset="0"/>
              <a:buChar char="o"/>
              <a:defRPr sz="1600">
                <a:solidFill>
                  <a:schemeClr val="tx2"/>
                </a:solidFill>
              </a:defRPr>
            </a:lvl4pPr>
            <a:lvl5pPr marL="914400">
              <a:spcBef>
                <a:spcPts val="1000"/>
              </a:spcBef>
              <a:buSzPct val="70000"/>
              <a:defRPr sz="135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1" y="1335024"/>
            <a:ext cx="4910328" cy="4846320"/>
          </a:xfrm>
        </p:spPr>
        <p:txBody>
          <a:bodyPr>
            <a:noAutofit/>
          </a:bodyPr>
          <a:lstStyle>
            <a:lvl1pPr>
              <a:lnSpc>
                <a:spcPct val="100000"/>
              </a:lnSpc>
              <a:spcBef>
                <a:spcPts val="1600"/>
              </a:spcBef>
              <a:defRPr sz="2150"/>
            </a:lvl1pPr>
            <a:lvl2pPr marL="182880">
              <a:lnSpc>
                <a:spcPts val="2000"/>
              </a:lnSpc>
              <a:spcBef>
                <a:spcPts val="1000"/>
              </a:spcBef>
              <a:buSzPct val="87000"/>
              <a:defRPr sz="1800"/>
            </a:lvl2pPr>
            <a:lvl3pPr>
              <a:spcBef>
                <a:spcPts val="1000"/>
              </a:spcBef>
              <a:buSzPct val="87000"/>
              <a:defRPr sz="1600"/>
            </a:lvl3pPr>
            <a:lvl4pPr>
              <a:spcBef>
                <a:spcPts val="1000"/>
              </a:spcBef>
              <a:buSzPct val="87000"/>
              <a:defRPr sz="1400"/>
            </a:lvl4pPr>
            <a:lvl5pPr>
              <a:spcBef>
                <a:spcPts val="1000"/>
              </a:spcBef>
              <a:buSzPct val="87000"/>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513966"/>
            <a:ext cx="4898137" cy="505941"/>
          </a:xfrm>
        </p:spPr>
        <p:txBody>
          <a:bodyPr>
            <a:noAutofit/>
          </a:bodyPr>
          <a:lstStyle>
            <a:lvl1pPr>
              <a:lnSpc>
                <a:spcPct val="114000"/>
              </a:lnSpc>
              <a:spcAft>
                <a:spcPts val="1600"/>
              </a:spcAft>
              <a:defRPr sz="1050" b="1" i="0" cap="all" spc="0" baseline="0">
                <a:solidFill>
                  <a:schemeClr val="accent1"/>
                </a:solidFill>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580041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head, and Large Lis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1947672"/>
            <a:ext cx="11058525" cy="4511675"/>
          </a:xfrm>
        </p:spPr>
        <p:txBody>
          <a:bodyPr/>
          <a:lstStyle>
            <a:lvl1pPr marL="320040" indent="-320040">
              <a:lnSpc>
                <a:spcPts val="2900"/>
              </a:lnSpc>
              <a:spcBef>
                <a:spcPts val="1600"/>
              </a:spcBef>
              <a:buSzPct val="85000"/>
              <a:buFont typeface="+mj-lt"/>
              <a:buAutoNum type="arabicPeriod"/>
              <a:defRPr sz="2900"/>
            </a:lvl1pPr>
            <a:lvl2pPr marL="594360" indent="-228600">
              <a:spcBef>
                <a:spcPts val="1000"/>
              </a:spcBef>
              <a:defRPr sz="2500"/>
            </a:lvl2pPr>
            <a:lvl3pPr marL="822960" indent="-201168">
              <a:spcBef>
                <a:spcPts val="1000"/>
              </a:spcBef>
              <a:defRPr/>
            </a:lvl3pPr>
            <a:lvl4pPr marL="1051560" indent="-201168">
              <a:spcBef>
                <a:spcPts val="1000"/>
              </a:spcBef>
              <a:defRPr/>
            </a:lvl4pPr>
            <a:lvl5pPr marL="1280160" indent="-201168">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b="1"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1837540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head, and Three Content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5">
            <a:extLst>
              <a:ext uri="{FF2B5EF4-FFF2-40B4-BE49-F238E27FC236}">
                <a16:creationId xmlns:a16="http://schemas.microsoft.com/office/drawing/2014/main" id="{EB8420DE-03D7-60A0-82F0-0B2C24DB5D8E}"/>
              </a:ext>
            </a:extLst>
          </p:cNvPr>
          <p:cNvSpPr>
            <a:spLocks noGrp="1"/>
          </p:cNvSpPr>
          <p:nvPr>
            <p:ph type="body" sz="quarter" idx="17" hasCustomPrompt="1"/>
          </p:nvPr>
        </p:nvSpPr>
        <p:spPr>
          <a:xfrm>
            <a:off x="8282411"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5">
            <a:extLst>
              <a:ext uri="{FF2B5EF4-FFF2-40B4-BE49-F238E27FC236}">
                <a16:creationId xmlns:a16="http://schemas.microsoft.com/office/drawing/2014/main" id="{F8527BDA-1322-8FE8-63E6-D49E769B4E7C}"/>
              </a:ext>
            </a:extLst>
          </p:cNvPr>
          <p:cNvSpPr>
            <a:spLocks noGrp="1"/>
          </p:cNvSpPr>
          <p:nvPr>
            <p:ph type="body" sz="quarter" idx="16" hasCustomPrompt="1"/>
          </p:nvPr>
        </p:nvSpPr>
        <p:spPr>
          <a:xfrm>
            <a:off x="4724400"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hasCustomPrompt="1"/>
          </p:nvPr>
        </p:nvSpPr>
        <p:spPr>
          <a:xfrm>
            <a:off x="1167896"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472938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 and Five Content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5">
            <a:extLst>
              <a:ext uri="{FF2B5EF4-FFF2-40B4-BE49-F238E27FC236}">
                <a16:creationId xmlns:a16="http://schemas.microsoft.com/office/drawing/2014/main" id="{EB8420DE-03D7-60A0-82F0-0B2C24DB5D8E}"/>
              </a:ext>
            </a:extLst>
          </p:cNvPr>
          <p:cNvSpPr>
            <a:spLocks noGrp="1"/>
          </p:cNvSpPr>
          <p:nvPr>
            <p:ph type="body" sz="quarter" idx="17" hasCustomPrompt="1"/>
          </p:nvPr>
        </p:nvSpPr>
        <p:spPr>
          <a:xfrm>
            <a:off x="9744546"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5">
            <a:extLst>
              <a:ext uri="{FF2B5EF4-FFF2-40B4-BE49-F238E27FC236}">
                <a16:creationId xmlns:a16="http://schemas.microsoft.com/office/drawing/2014/main" id="{1EE1F5A6-3ADA-BE49-D625-0014BC92C34F}"/>
              </a:ext>
            </a:extLst>
          </p:cNvPr>
          <p:cNvSpPr>
            <a:spLocks noGrp="1"/>
          </p:cNvSpPr>
          <p:nvPr>
            <p:ph type="body" sz="quarter" idx="19" hasCustomPrompt="1"/>
          </p:nvPr>
        </p:nvSpPr>
        <p:spPr>
          <a:xfrm>
            <a:off x="7463073"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5">
            <a:extLst>
              <a:ext uri="{FF2B5EF4-FFF2-40B4-BE49-F238E27FC236}">
                <a16:creationId xmlns:a16="http://schemas.microsoft.com/office/drawing/2014/main" id="{F8527BDA-1322-8FE8-63E6-D49E769B4E7C}"/>
              </a:ext>
            </a:extLst>
          </p:cNvPr>
          <p:cNvSpPr>
            <a:spLocks noGrp="1"/>
          </p:cNvSpPr>
          <p:nvPr>
            <p:ph type="body" sz="quarter" idx="16" hasCustomPrompt="1"/>
          </p:nvPr>
        </p:nvSpPr>
        <p:spPr>
          <a:xfrm>
            <a:off x="5181600"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A477246F-395A-AFA0-3EDE-2357796EA8CF}"/>
              </a:ext>
            </a:extLst>
          </p:cNvPr>
          <p:cNvSpPr>
            <a:spLocks noGrp="1"/>
          </p:cNvSpPr>
          <p:nvPr>
            <p:ph type="body" sz="quarter" idx="18" hasCustomPrompt="1"/>
          </p:nvPr>
        </p:nvSpPr>
        <p:spPr>
          <a:xfrm>
            <a:off x="2900125"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hasCustomPrompt="1"/>
          </p:nvPr>
        </p:nvSpPr>
        <p:spPr>
          <a:xfrm>
            <a:off x="618652"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dirty="0"/>
              <a:t>Title and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292408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 Content and Pictur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7" name="Picture Placeholder 6">
            <a:extLst>
              <a:ext uri="{FF2B5EF4-FFF2-40B4-BE49-F238E27FC236}">
                <a16:creationId xmlns:a16="http://schemas.microsoft.com/office/drawing/2014/main" id="{17E49819-DE5F-D643-1E0B-800ECE907F4D}"/>
              </a:ext>
            </a:extLst>
          </p:cNvPr>
          <p:cNvSpPr>
            <a:spLocks noGrp="1"/>
          </p:cNvSpPr>
          <p:nvPr>
            <p:ph type="pic" sz="quarter" idx="16"/>
          </p:nvPr>
        </p:nvSpPr>
        <p:spPr>
          <a:xfrm>
            <a:off x="6805613" y="731520"/>
            <a:ext cx="4773168" cy="5468112"/>
          </a:xfrm>
          <a:solidFill>
            <a:schemeClr val="tx1">
              <a:lumMod val="10000"/>
              <a:lumOff val="90000"/>
            </a:schemeClr>
          </a:solidFill>
        </p:spPr>
        <p:txBody>
          <a:bodyPr/>
          <a:lstStyle/>
          <a:p>
            <a:endParaRPr lang="en-US"/>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2244435"/>
            <a:ext cx="5936673" cy="3955197"/>
          </a:xfrm>
        </p:spPr>
        <p:txBody>
          <a:bodyPr>
            <a:noAutofit/>
          </a:bodyPr>
          <a:lstStyle>
            <a:lvl1pPr marL="0" indent="0">
              <a:lnSpc>
                <a:spcPts val="2500"/>
              </a:lnSpc>
              <a:spcBef>
                <a:spcPts val="2400"/>
              </a:spcBef>
              <a:buSzPct val="85000"/>
              <a:buFont typeface="+mj-lt"/>
              <a:buNone/>
              <a:defRPr sz="2100" b="1" i="0">
                <a:latin typeface="Arial Black" panose="020B0604020202020204" pitchFamily="34" charset="0"/>
              </a:defRPr>
            </a:lvl1pPr>
            <a:lvl2pPr marL="0" indent="0">
              <a:lnSpc>
                <a:spcPct val="100000"/>
              </a:lnSpc>
              <a:spcBef>
                <a:spcPts val="1600"/>
              </a:spcBef>
              <a:buNone/>
              <a:defRPr sz="1400"/>
            </a:lvl2pPr>
            <a:lvl3pPr marL="171450" indent="-171450">
              <a:lnSpc>
                <a:spcPct val="100000"/>
              </a:lnSpc>
              <a:spcBef>
                <a:spcPts val="1000"/>
              </a:spcBef>
              <a:buFont typeface="Arial" panose="020B0604020202020204" pitchFamily="34" charset="0"/>
              <a:buChar char="•"/>
              <a:defRPr sz="1200"/>
            </a:lvl3pPr>
            <a:lvl4pPr marL="365760" indent="-201168">
              <a:lnSpc>
                <a:spcPct val="100000"/>
              </a:lnSpc>
              <a:spcBef>
                <a:spcPts val="1000"/>
              </a:spcBef>
              <a:buFont typeface="Arial" panose="020B0604020202020204" pitchFamily="34" charset="0"/>
              <a:buChar char="–"/>
              <a:defRPr sz="1200"/>
            </a:lvl4pPr>
            <a:lvl5pPr marL="603504" indent="-171450">
              <a:lnSpc>
                <a:spcPct val="100000"/>
              </a:lnSpc>
              <a:spcBef>
                <a:spcPts val="1000"/>
              </a:spcBef>
              <a:buFont typeface="Arial" panose="020B0604020202020204"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5936468"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498875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head, Three Pictures with Capti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587343D-4A09-A24E-CBEA-19FB336DB3A1}"/>
              </a:ext>
            </a:extLst>
          </p:cNvPr>
          <p:cNvSpPr>
            <a:spLocks noGrp="1"/>
          </p:cNvSpPr>
          <p:nvPr>
            <p:ph type="pic" sz="quarter" idx="18"/>
          </p:nvPr>
        </p:nvSpPr>
        <p:spPr>
          <a:xfrm>
            <a:off x="8021367"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8" name="Picture Placeholder 6">
            <a:extLst>
              <a:ext uri="{FF2B5EF4-FFF2-40B4-BE49-F238E27FC236}">
                <a16:creationId xmlns:a16="http://schemas.microsoft.com/office/drawing/2014/main" id="{32897EF5-BCD4-9038-F316-68554BB27F4D}"/>
              </a:ext>
            </a:extLst>
          </p:cNvPr>
          <p:cNvSpPr>
            <a:spLocks noGrp="1"/>
          </p:cNvSpPr>
          <p:nvPr>
            <p:ph type="pic" sz="quarter" idx="17"/>
          </p:nvPr>
        </p:nvSpPr>
        <p:spPr>
          <a:xfrm>
            <a:off x="4327398"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7" name="Picture Placeholder 6">
            <a:extLst>
              <a:ext uri="{FF2B5EF4-FFF2-40B4-BE49-F238E27FC236}">
                <a16:creationId xmlns:a16="http://schemas.microsoft.com/office/drawing/2014/main" id="{17E49819-DE5F-D643-1E0B-800ECE907F4D}"/>
              </a:ext>
            </a:extLst>
          </p:cNvPr>
          <p:cNvSpPr>
            <a:spLocks noGrp="1"/>
          </p:cNvSpPr>
          <p:nvPr>
            <p:ph type="pic" sz="quarter" idx="16"/>
          </p:nvPr>
        </p:nvSpPr>
        <p:spPr>
          <a:xfrm>
            <a:off x="612648"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3" name="Text Placeholder 5">
            <a:extLst>
              <a:ext uri="{FF2B5EF4-FFF2-40B4-BE49-F238E27FC236}">
                <a16:creationId xmlns:a16="http://schemas.microsoft.com/office/drawing/2014/main" id="{29B599D9-C15D-D025-3528-0B86EF51FEAA}"/>
              </a:ext>
            </a:extLst>
          </p:cNvPr>
          <p:cNvSpPr>
            <a:spLocks noGrp="1"/>
          </p:cNvSpPr>
          <p:nvPr>
            <p:ph type="body" sz="quarter" idx="20"/>
          </p:nvPr>
        </p:nvSpPr>
        <p:spPr>
          <a:xfrm>
            <a:off x="8021367"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5">
            <a:extLst>
              <a:ext uri="{FF2B5EF4-FFF2-40B4-BE49-F238E27FC236}">
                <a16:creationId xmlns:a16="http://schemas.microsoft.com/office/drawing/2014/main" id="{ABC11B7C-3EEA-513E-2F4C-959780220A25}"/>
              </a:ext>
            </a:extLst>
          </p:cNvPr>
          <p:cNvSpPr>
            <a:spLocks noGrp="1"/>
          </p:cNvSpPr>
          <p:nvPr>
            <p:ph type="body" sz="quarter" idx="19"/>
          </p:nvPr>
        </p:nvSpPr>
        <p:spPr>
          <a:xfrm>
            <a:off x="4319154"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5936468"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321424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Content with Two-Thirds Picture at Bottom">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7F4499E-18B9-A16B-609C-D2C1C32A2567}"/>
              </a:ext>
            </a:extLst>
          </p:cNvPr>
          <p:cNvSpPr>
            <a:spLocks noGrp="1"/>
          </p:cNvSpPr>
          <p:nvPr>
            <p:ph type="pic" sz="quarter" idx="21"/>
          </p:nvPr>
        </p:nvSpPr>
        <p:spPr>
          <a:xfrm>
            <a:off x="0" y="2300533"/>
            <a:ext cx="12192000" cy="4557467"/>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dirty="0"/>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6" name="Text Placeholder 5">
            <a:extLst>
              <a:ext uri="{FF2B5EF4-FFF2-40B4-BE49-F238E27FC236}">
                <a16:creationId xmlns:a16="http://schemas.microsoft.com/office/drawing/2014/main" id="{02B25BEF-FE8B-7F7B-7B62-16640958E778}"/>
              </a:ext>
            </a:extLst>
          </p:cNvPr>
          <p:cNvSpPr>
            <a:spLocks noGrp="1"/>
          </p:cNvSpPr>
          <p:nvPr>
            <p:ph type="body" sz="quarter" idx="22"/>
          </p:nvPr>
        </p:nvSpPr>
        <p:spPr>
          <a:xfrm>
            <a:off x="6096000" y="1286395"/>
            <a:ext cx="4800600" cy="822960"/>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1286395"/>
            <a:ext cx="4800600" cy="822960"/>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pic>
        <p:nvPicPr>
          <p:cNvPr id="5" name="Graphic 4" descr="Lilly Logo">
            <a:extLst>
              <a:ext uri="{FF2B5EF4-FFF2-40B4-BE49-F238E27FC236}">
                <a16:creationId xmlns:a16="http://schemas.microsoft.com/office/drawing/2014/main" id="{92C5B6E1-F8E2-14AF-DE71-06AF744145B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1682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ive Column Project Roadmap with Picture">
    <p:spTree>
      <p:nvGrpSpPr>
        <p:cNvPr id="1" name=""/>
        <p:cNvGrpSpPr/>
        <p:nvPr/>
      </p:nvGrpSpPr>
      <p:grpSpPr>
        <a:xfrm>
          <a:off x="0" y="0"/>
          <a:ext cx="0" cy="0"/>
          <a:chOff x="0" y="0"/>
          <a:chExt cx="0" cy="0"/>
        </a:xfrm>
      </p:grpSpPr>
      <p:sp>
        <p:nvSpPr>
          <p:cNvPr id="20" name="Picture Placeholder 5">
            <a:extLst>
              <a:ext uri="{FF2B5EF4-FFF2-40B4-BE49-F238E27FC236}">
                <a16:creationId xmlns:a16="http://schemas.microsoft.com/office/drawing/2014/main" id="{BE69A92F-BF46-D19D-FB31-9E9CADD36691}"/>
              </a:ext>
            </a:extLst>
          </p:cNvPr>
          <p:cNvSpPr>
            <a:spLocks noGrp="1"/>
          </p:cNvSpPr>
          <p:nvPr>
            <p:ph type="pic" sz="quarter" idx="21"/>
          </p:nvPr>
        </p:nvSpPr>
        <p:spPr>
          <a:xfrm>
            <a:off x="0" y="4562856"/>
            <a:ext cx="12188952" cy="2295144"/>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dirty="0"/>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9" name="Text Placeholder 5">
            <a:extLst>
              <a:ext uri="{FF2B5EF4-FFF2-40B4-BE49-F238E27FC236}">
                <a16:creationId xmlns:a16="http://schemas.microsoft.com/office/drawing/2014/main" id="{75CD93E6-CB90-01E5-9A8B-451BFA27342C}"/>
              </a:ext>
            </a:extLst>
          </p:cNvPr>
          <p:cNvSpPr>
            <a:spLocks noGrp="1"/>
          </p:cNvSpPr>
          <p:nvPr>
            <p:ph type="body" sz="quarter" idx="31"/>
          </p:nvPr>
        </p:nvSpPr>
        <p:spPr>
          <a:xfrm>
            <a:off x="10058400"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5">
            <a:extLst>
              <a:ext uri="{FF2B5EF4-FFF2-40B4-BE49-F238E27FC236}">
                <a16:creationId xmlns:a16="http://schemas.microsoft.com/office/drawing/2014/main" id="{5917F8ED-B5BB-ED8F-A961-BAA83888FA3B}"/>
              </a:ext>
            </a:extLst>
          </p:cNvPr>
          <p:cNvSpPr>
            <a:spLocks noGrp="1"/>
          </p:cNvSpPr>
          <p:nvPr>
            <p:ph type="body" sz="quarter" idx="30"/>
          </p:nvPr>
        </p:nvSpPr>
        <p:spPr>
          <a:xfrm>
            <a:off x="10058400"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7" name="Text Placeholder 5">
            <a:extLst>
              <a:ext uri="{FF2B5EF4-FFF2-40B4-BE49-F238E27FC236}">
                <a16:creationId xmlns:a16="http://schemas.microsoft.com/office/drawing/2014/main" id="{9FE754E7-6007-6AAC-B143-3D1B63307298}"/>
              </a:ext>
            </a:extLst>
          </p:cNvPr>
          <p:cNvSpPr>
            <a:spLocks noGrp="1"/>
          </p:cNvSpPr>
          <p:nvPr>
            <p:ph type="body" sz="quarter" idx="29"/>
          </p:nvPr>
        </p:nvSpPr>
        <p:spPr>
          <a:xfrm>
            <a:off x="76961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0020E300-0A87-9A83-7272-C0CFC1A1FC13}"/>
              </a:ext>
            </a:extLst>
          </p:cNvPr>
          <p:cNvSpPr>
            <a:spLocks noGrp="1"/>
          </p:cNvSpPr>
          <p:nvPr>
            <p:ph type="body" sz="quarter" idx="28"/>
          </p:nvPr>
        </p:nvSpPr>
        <p:spPr>
          <a:xfrm>
            <a:off x="76961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2" name="Text Placeholder 5">
            <a:extLst>
              <a:ext uri="{FF2B5EF4-FFF2-40B4-BE49-F238E27FC236}">
                <a16:creationId xmlns:a16="http://schemas.microsoft.com/office/drawing/2014/main" id="{9CDCE9B1-0A05-C785-E154-470B5C28D283}"/>
              </a:ext>
            </a:extLst>
          </p:cNvPr>
          <p:cNvSpPr>
            <a:spLocks noGrp="1"/>
          </p:cNvSpPr>
          <p:nvPr>
            <p:ph type="body" sz="quarter" idx="27"/>
          </p:nvPr>
        </p:nvSpPr>
        <p:spPr>
          <a:xfrm>
            <a:off x="53339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16D9EB45-577A-007D-B12D-F6F4F409A908}"/>
              </a:ext>
            </a:extLst>
          </p:cNvPr>
          <p:cNvSpPr>
            <a:spLocks noGrp="1"/>
          </p:cNvSpPr>
          <p:nvPr>
            <p:ph type="body" sz="quarter" idx="26"/>
          </p:nvPr>
        </p:nvSpPr>
        <p:spPr>
          <a:xfrm>
            <a:off x="53339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0" name="Text Placeholder 5">
            <a:extLst>
              <a:ext uri="{FF2B5EF4-FFF2-40B4-BE49-F238E27FC236}">
                <a16:creationId xmlns:a16="http://schemas.microsoft.com/office/drawing/2014/main" id="{109DD7F2-B760-88CF-F985-808A56448637}"/>
              </a:ext>
            </a:extLst>
          </p:cNvPr>
          <p:cNvSpPr>
            <a:spLocks noGrp="1"/>
          </p:cNvSpPr>
          <p:nvPr>
            <p:ph type="body" sz="quarter" idx="25"/>
          </p:nvPr>
        </p:nvSpPr>
        <p:spPr>
          <a:xfrm>
            <a:off x="29717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5">
            <a:extLst>
              <a:ext uri="{FF2B5EF4-FFF2-40B4-BE49-F238E27FC236}">
                <a16:creationId xmlns:a16="http://schemas.microsoft.com/office/drawing/2014/main" id="{A63D31A1-DBF6-3FF3-736C-F6B8D144E05E}"/>
              </a:ext>
            </a:extLst>
          </p:cNvPr>
          <p:cNvSpPr>
            <a:spLocks noGrp="1"/>
          </p:cNvSpPr>
          <p:nvPr>
            <p:ph type="body" sz="quarter" idx="24"/>
          </p:nvPr>
        </p:nvSpPr>
        <p:spPr>
          <a:xfrm>
            <a:off x="29717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8" name="Text Placeholder 5">
            <a:extLst>
              <a:ext uri="{FF2B5EF4-FFF2-40B4-BE49-F238E27FC236}">
                <a16:creationId xmlns:a16="http://schemas.microsoft.com/office/drawing/2014/main" id="{33802A39-2694-3FE6-A205-6A96F67E7A6F}"/>
              </a:ext>
            </a:extLst>
          </p:cNvPr>
          <p:cNvSpPr>
            <a:spLocks noGrp="1"/>
          </p:cNvSpPr>
          <p:nvPr>
            <p:ph type="body" sz="quarter" idx="23"/>
          </p:nvPr>
        </p:nvSpPr>
        <p:spPr>
          <a:xfrm>
            <a:off x="6095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5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dirty="0"/>
              <a:t>Click to edit Master text styles</a:t>
            </a:r>
          </a:p>
        </p:txBody>
      </p:sp>
      <p:sp>
        <p:nvSpPr>
          <p:cNvPr id="21" name="Text Placeholder 12">
            <a:extLst>
              <a:ext uri="{FF2B5EF4-FFF2-40B4-BE49-F238E27FC236}">
                <a16:creationId xmlns:a16="http://schemas.microsoft.com/office/drawing/2014/main" id="{3CE04DB0-E585-31E2-5808-8A44EED4EB80}"/>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pic>
        <p:nvPicPr>
          <p:cNvPr id="6" name="Graphic 5" descr="Lilly Logo">
            <a:extLst>
              <a:ext uri="{FF2B5EF4-FFF2-40B4-BE49-F238E27FC236}">
                <a16:creationId xmlns:a16="http://schemas.microsoft.com/office/drawing/2014/main" id="{74806588-37FF-F357-0603-1FDF07A5F87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36461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meline with One-Third Page Picture">
    <p:spTree>
      <p:nvGrpSpPr>
        <p:cNvPr id="1" name=""/>
        <p:cNvGrpSpPr/>
        <p:nvPr/>
      </p:nvGrpSpPr>
      <p:grpSpPr>
        <a:xfrm>
          <a:off x="0" y="0"/>
          <a:ext cx="0" cy="0"/>
          <a:chOff x="0" y="0"/>
          <a:chExt cx="0" cy="0"/>
        </a:xfrm>
      </p:grpSpPr>
      <p:sp>
        <p:nvSpPr>
          <p:cNvPr id="20" name="Picture Placeholder 5">
            <a:extLst>
              <a:ext uri="{FF2B5EF4-FFF2-40B4-BE49-F238E27FC236}">
                <a16:creationId xmlns:a16="http://schemas.microsoft.com/office/drawing/2014/main" id="{BE69A92F-BF46-D19D-FB31-9E9CADD36691}"/>
              </a:ext>
            </a:extLst>
          </p:cNvPr>
          <p:cNvSpPr>
            <a:spLocks noGrp="1"/>
          </p:cNvSpPr>
          <p:nvPr>
            <p:ph type="pic" sz="quarter" idx="21"/>
          </p:nvPr>
        </p:nvSpPr>
        <p:spPr>
          <a:xfrm>
            <a:off x="0" y="4562856"/>
            <a:ext cx="12188952" cy="2295144"/>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dirty="0"/>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23" name="Text Placeholder 5">
            <a:extLst>
              <a:ext uri="{FF2B5EF4-FFF2-40B4-BE49-F238E27FC236}">
                <a16:creationId xmlns:a16="http://schemas.microsoft.com/office/drawing/2014/main" id="{2A82CEBD-1744-E344-DBEA-F69413D73A1F}"/>
              </a:ext>
            </a:extLst>
          </p:cNvPr>
          <p:cNvSpPr>
            <a:spLocks noGrp="1"/>
          </p:cNvSpPr>
          <p:nvPr>
            <p:ph type="body" sz="quarter" idx="35" hasCustomPrompt="1"/>
          </p:nvPr>
        </p:nvSpPr>
        <p:spPr>
          <a:xfrm>
            <a:off x="10058400"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dirty="0"/>
              <a:t>Timeline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5">
            <a:extLst>
              <a:ext uri="{FF2B5EF4-FFF2-40B4-BE49-F238E27FC236}">
                <a16:creationId xmlns:a16="http://schemas.microsoft.com/office/drawing/2014/main" id="{50877BAC-EBBE-213D-4F2F-285BF90FD042}"/>
              </a:ext>
            </a:extLst>
          </p:cNvPr>
          <p:cNvSpPr>
            <a:spLocks noGrp="1"/>
          </p:cNvSpPr>
          <p:nvPr>
            <p:ph type="body" sz="quarter" idx="34" hasCustomPrompt="1"/>
          </p:nvPr>
        </p:nvSpPr>
        <p:spPr>
          <a:xfrm>
            <a:off x="7696962"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dirty="0"/>
              <a:t>Timeline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5">
            <a:extLst>
              <a:ext uri="{FF2B5EF4-FFF2-40B4-BE49-F238E27FC236}">
                <a16:creationId xmlns:a16="http://schemas.microsoft.com/office/drawing/2014/main" id="{E94B9FA3-08E2-A7DE-9BEA-CD65E1A64D57}"/>
              </a:ext>
            </a:extLst>
          </p:cNvPr>
          <p:cNvSpPr>
            <a:spLocks noGrp="1"/>
          </p:cNvSpPr>
          <p:nvPr>
            <p:ph type="body" sz="quarter" idx="33" hasCustomPrompt="1"/>
          </p:nvPr>
        </p:nvSpPr>
        <p:spPr>
          <a:xfrm>
            <a:off x="5335524"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dirty="0"/>
              <a:t>Timeline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CB990C5B-B246-405E-0A09-DEA59AAA08A7}"/>
              </a:ext>
            </a:extLst>
          </p:cNvPr>
          <p:cNvSpPr>
            <a:spLocks noGrp="1"/>
          </p:cNvSpPr>
          <p:nvPr>
            <p:ph type="body" sz="quarter" idx="32" hasCustomPrompt="1"/>
          </p:nvPr>
        </p:nvSpPr>
        <p:spPr>
          <a:xfrm>
            <a:off x="2974086"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dirty="0"/>
              <a:t>Timeline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5">
            <a:extLst>
              <a:ext uri="{FF2B5EF4-FFF2-40B4-BE49-F238E27FC236}">
                <a16:creationId xmlns:a16="http://schemas.microsoft.com/office/drawing/2014/main" id="{33802A39-2694-3FE6-A205-6A96F67E7A6F}"/>
              </a:ext>
            </a:extLst>
          </p:cNvPr>
          <p:cNvSpPr>
            <a:spLocks noGrp="1"/>
          </p:cNvSpPr>
          <p:nvPr>
            <p:ph type="body" sz="quarter" idx="23" hasCustomPrompt="1"/>
          </p:nvPr>
        </p:nvSpPr>
        <p:spPr>
          <a:xfrm>
            <a:off x="612648"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dirty="0"/>
              <a:t>Timeline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2">
            <a:extLst>
              <a:ext uri="{FF2B5EF4-FFF2-40B4-BE49-F238E27FC236}">
                <a16:creationId xmlns:a16="http://schemas.microsoft.com/office/drawing/2014/main" id="{3CE04DB0-E585-31E2-5808-8A44EED4EB80}"/>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dirty="0"/>
              <a:t>Click to edit Master title style</a:t>
            </a:r>
          </a:p>
        </p:txBody>
      </p:sp>
      <p:pic>
        <p:nvPicPr>
          <p:cNvPr id="6" name="Graphic 5" descr="Lilly Logo">
            <a:extLst>
              <a:ext uri="{FF2B5EF4-FFF2-40B4-BE49-F238E27FC236}">
                <a16:creationId xmlns:a16="http://schemas.microsoft.com/office/drawing/2014/main" id="{4705F239-71C8-E2BF-3FC9-F64D8DEE488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581512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entered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B46C-EA96-A1FB-B306-1666CD29C72E}"/>
              </a:ext>
            </a:extLst>
          </p:cNvPr>
          <p:cNvSpPr>
            <a:spLocks noGrp="1"/>
          </p:cNvSpPr>
          <p:nvPr>
            <p:ph type="title"/>
          </p:nvPr>
        </p:nvSpPr>
        <p:spPr>
          <a:xfrm>
            <a:off x="609600" y="748145"/>
            <a:ext cx="11058144" cy="872837"/>
          </a:xfrm>
        </p:spPr>
        <p:txBody>
          <a:bodyPr>
            <a:normAutofit/>
          </a:bodyPr>
          <a:lstStyle>
            <a:lvl1pPr algn="ctr">
              <a:defRPr sz="3200" b="0" i="0">
                <a:solidFill>
                  <a:schemeClr val="accent1"/>
                </a:solidFill>
                <a:latin typeface="Times New Roman" panose="02020603050405020304" pitchFamily="18"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8" name="Content Placeholder 7">
            <a:extLst>
              <a:ext uri="{FF2B5EF4-FFF2-40B4-BE49-F238E27FC236}">
                <a16:creationId xmlns:a16="http://schemas.microsoft.com/office/drawing/2014/main" id="{620BEBEA-5940-F018-8A60-B31EC118B5CA}"/>
              </a:ext>
            </a:extLst>
          </p:cNvPr>
          <p:cNvSpPr>
            <a:spLocks noGrp="1"/>
          </p:cNvSpPr>
          <p:nvPr>
            <p:ph sz="quarter" idx="12"/>
          </p:nvPr>
        </p:nvSpPr>
        <p:spPr>
          <a:xfrm>
            <a:off x="623888" y="1704109"/>
            <a:ext cx="11044237" cy="45808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9750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ft Aligned Title and Content">
    <p:bg>
      <p:bgPr>
        <a:solidFill>
          <a:srgbClr val="FFF0D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B46C-EA96-A1FB-B306-1666CD29C72E}"/>
              </a:ext>
            </a:extLst>
          </p:cNvPr>
          <p:cNvSpPr>
            <a:spLocks noGrp="1"/>
          </p:cNvSpPr>
          <p:nvPr>
            <p:ph type="title"/>
          </p:nvPr>
        </p:nvSpPr>
        <p:spPr>
          <a:xfrm>
            <a:off x="609600" y="500350"/>
            <a:ext cx="5486400" cy="1983077"/>
          </a:xfrm>
        </p:spPr>
        <p:txBody>
          <a:bodyPr>
            <a:normAutofit/>
          </a:bodyPr>
          <a:lstStyle>
            <a:lvl1pPr algn="l">
              <a:lnSpc>
                <a:spcPct val="85000"/>
              </a:lnSpc>
              <a:defRPr sz="4000" b="0" i="0">
                <a:solidFill>
                  <a:schemeClr val="tx2"/>
                </a:solidFill>
                <a:latin typeface="Times New Roman" panose="02020603050405020304" pitchFamily="18"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8" name="Content Placeholder 7">
            <a:extLst>
              <a:ext uri="{FF2B5EF4-FFF2-40B4-BE49-F238E27FC236}">
                <a16:creationId xmlns:a16="http://schemas.microsoft.com/office/drawing/2014/main" id="{620BEBEA-5940-F018-8A60-B31EC118B5CA}"/>
              </a:ext>
            </a:extLst>
          </p:cNvPr>
          <p:cNvSpPr>
            <a:spLocks noGrp="1"/>
          </p:cNvSpPr>
          <p:nvPr>
            <p:ph sz="quarter" idx="12"/>
          </p:nvPr>
        </p:nvSpPr>
        <p:spPr>
          <a:xfrm>
            <a:off x="623888" y="2867891"/>
            <a:ext cx="11044237" cy="3417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59209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Introduction">
    <p:bg>
      <p:bgPr>
        <a:solidFill>
          <a:srgbClr val="FDD1B0"/>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D33CC7A4-9D10-351F-1E4C-5B0C1A6547E7}"/>
              </a:ext>
            </a:extLst>
          </p:cNvPr>
          <p:cNvSpPr txBox="1"/>
          <p:nvPr userDrawn="1"/>
        </p:nvSpPr>
        <p:spPr>
          <a:xfrm>
            <a:off x="0" y="0"/>
            <a:ext cx="6099600" cy="6858000"/>
          </a:xfrm>
          <a:prstGeom prst="rect">
            <a:avLst/>
          </a:prstGeom>
          <a:solidFill>
            <a:schemeClr val="bg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B8017AD-954A-D92A-92EE-F66BA48CB34B}"/>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53B3360E-9EB9-5D38-9718-89B36E24E178}"/>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ext Placeholder 8">
            <a:extLst>
              <a:ext uri="{FF2B5EF4-FFF2-40B4-BE49-F238E27FC236}">
                <a16:creationId xmlns:a16="http://schemas.microsoft.com/office/drawing/2014/main" id="{59DDD689-E03A-F30E-7138-FFA3788E8F72}"/>
              </a:ext>
            </a:extLst>
          </p:cNvPr>
          <p:cNvSpPr>
            <a:spLocks noGrp="1"/>
          </p:cNvSpPr>
          <p:nvPr>
            <p:ph type="body" sz="quarter" idx="12" hasCustomPrompt="1"/>
          </p:nvPr>
        </p:nvSpPr>
        <p:spPr>
          <a:xfrm>
            <a:off x="6684264" y="1444752"/>
            <a:ext cx="5024364" cy="4855786"/>
          </a:xfrm>
        </p:spPr>
        <p:txBody>
          <a:bodyPr>
            <a:noAutofit/>
          </a:bodyPr>
          <a:lstStyle>
            <a:lvl1pPr>
              <a:lnSpc>
                <a:spcPts val="2400"/>
              </a:lnSpc>
              <a:defRPr sz="2400" b="1" i="0">
                <a:solidFill>
                  <a:schemeClr val="accent1"/>
                </a:solidFill>
                <a:latin typeface="Arial Black" panose="020B0604020202020204" pitchFamily="34" charset="0"/>
              </a:defRPr>
            </a:lvl1pPr>
            <a:lvl2pPr marL="0" indent="0">
              <a:lnSpc>
                <a:spcPts val="2400"/>
              </a:lnSpc>
              <a:spcBef>
                <a:spcPts val="1500"/>
              </a:spcBef>
              <a:spcAft>
                <a:spcPts val="2000"/>
              </a:spcAft>
              <a:buNone/>
              <a:defRPr sz="1800" b="0" i="0">
                <a:solidFill>
                  <a:schemeClr val="tx2"/>
                </a:solidFill>
                <a:latin typeface="Arial" panose="020B0604020202020204" pitchFamily="34" charset="0"/>
              </a:defRPr>
            </a:lvl2pPr>
            <a:lvl3pPr marL="246888" indent="-256032">
              <a:lnSpc>
                <a:spcPts val="2000"/>
              </a:lnSpc>
              <a:spcBef>
                <a:spcPts val="0"/>
              </a:spcBef>
              <a:spcAft>
                <a:spcPts val="500"/>
              </a:spcAft>
              <a:buSzPct val="110000"/>
              <a:buFont typeface="Arial" panose="020B0604020202020204" pitchFamily="34" charset="0"/>
              <a:buChar char="＋"/>
              <a:defRPr sz="1400">
                <a:solidFill>
                  <a:schemeClr val="tx2"/>
                </a:solidFill>
              </a:defRPr>
            </a:lvl3pPr>
            <a:lvl4pPr marL="365760" indent="0">
              <a:buNone/>
              <a:defRPr/>
            </a:lvl4pPr>
          </a:lstStyle>
          <a:p>
            <a:pPr lvl="0"/>
            <a:r>
              <a:rPr lang="en-US" dirty="0"/>
              <a:t>Click to edit </a:t>
            </a:r>
            <a:br>
              <a:rPr lang="en-US" dirty="0"/>
            </a:br>
            <a:r>
              <a:rPr lang="en-US" dirty="0"/>
              <a:t>Master text styles</a:t>
            </a:r>
          </a:p>
          <a:p>
            <a:pPr lvl="1"/>
            <a:r>
              <a:rPr lang="en-US" dirty="0"/>
              <a:t>Second level</a:t>
            </a:r>
          </a:p>
          <a:p>
            <a:pPr lvl="2"/>
            <a:r>
              <a:rPr lang="en-US" dirty="0"/>
              <a:t>Third level</a:t>
            </a:r>
          </a:p>
        </p:txBody>
      </p:sp>
      <p:sp>
        <p:nvSpPr>
          <p:cNvPr id="11" name="Title 10">
            <a:extLst>
              <a:ext uri="{FF2B5EF4-FFF2-40B4-BE49-F238E27FC236}">
                <a16:creationId xmlns:a16="http://schemas.microsoft.com/office/drawing/2014/main" id="{53CFDF24-515B-C6E5-50FF-206CDD32857A}"/>
              </a:ext>
            </a:extLst>
          </p:cNvPr>
          <p:cNvSpPr>
            <a:spLocks noGrp="1"/>
          </p:cNvSpPr>
          <p:nvPr>
            <p:ph type="title"/>
          </p:nvPr>
        </p:nvSpPr>
        <p:spPr>
          <a:xfrm>
            <a:off x="609600" y="548640"/>
            <a:ext cx="4910328" cy="274320"/>
          </a:xfrm>
        </p:spPr>
        <p:txBody>
          <a:bodyPr>
            <a:noAutofit/>
          </a:bodyPr>
          <a:lstStyle>
            <a:lvl1pPr>
              <a:lnSpc>
                <a:spcPts val="2600"/>
              </a:lnSpc>
              <a:spcBef>
                <a:spcPts val="1000"/>
              </a:spcBef>
              <a:spcAft>
                <a:spcPts val="0"/>
              </a:spcAft>
              <a:defRPr sz="1070" b="1" i="0" cap="all" spc="0" baseline="0">
                <a:solidFill>
                  <a:schemeClr val="tx2"/>
                </a:solidFill>
                <a:latin typeface="Arial Black" panose="020B0604020202020204" pitchFamily="34" charset="0"/>
              </a:defRPr>
            </a:lvl1pPr>
          </a:lstStyle>
          <a:p>
            <a:r>
              <a:rPr lang="en-US" dirty="0"/>
              <a:t>Click to edit Master title style</a:t>
            </a:r>
          </a:p>
        </p:txBody>
      </p:sp>
      <p:sp>
        <p:nvSpPr>
          <p:cNvPr id="12" name="Text Placeholder 8">
            <a:extLst>
              <a:ext uri="{FF2B5EF4-FFF2-40B4-BE49-F238E27FC236}">
                <a16:creationId xmlns:a16="http://schemas.microsoft.com/office/drawing/2014/main" id="{AD5E82D8-5E06-0290-0DAA-F5CEFA5EF60E}"/>
              </a:ext>
            </a:extLst>
          </p:cNvPr>
          <p:cNvSpPr>
            <a:spLocks noGrp="1"/>
          </p:cNvSpPr>
          <p:nvPr>
            <p:ph type="body" sz="quarter" idx="13"/>
          </p:nvPr>
        </p:nvSpPr>
        <p:spPr>
          <a:xfrm>
            <a:off x="609600" y="1435608"/>
            <a:ext cx="5093208" cy="4602096"/>
          </a:xfrm>
        </p:spPr>
        <p:txBody>
          <a:bodyPr>
            <a:normAutofit/>
          </a:bodyPr>
          <a:lstStyle>
            <a:lvl1pPr>
              <a:lnSpc>
                <a:spcPts val="2600"/>
              </a:lnSpc>
              <a:spcBef>
                <a:spcPts val="0"/>
              </a:spcBef>
              <a:spcAft>
                <a:spcPts val="1600"/>
              </a:spcAft>
              <a:defRPr sz="2600" b="0" i="0" kern="100" cap="none" spc="0" baseline="0">
                <a:solidFill>
                  <a:schemeClr val="tx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6" name="TextBox 5">
            <a:extLst>
              <a:ext uri="{FF2B5EF4-FFF2-40B4-BE49-F238E27FC236}">
                <a16:creationId xmlns:a16="http://schemas.microsoft.com/office/drawing/2014/main" id="{4936E2D3-81A8-EBA5-5EA2-503B2EFBED45}"/>
              </a:ext>
            </a:extLst>
          </p:cNvPr>
          <p:cNvSpPr txBox="1"/>
          <p:nvPr userDrawn="1"/>
        </p:nvSpPr>
        <p:spPr>
          <a:xfrm>
            <a:off x="13434646" y="3516923"/>
            <a:ext cx="0" cy="0"/>
          </a:xfrm>
          <a:prstGeom prst="rect">
            <a:avLst/>
          </a:prstGeom>
          <a:noFill/>
        </p:spPr>
        <p:txBody>
          <a:bodyPr wrap="none" lIns="0" tIns="0" rIns="0" bIns="0" rtlCol="0">
            <a:noAutofit/>
          </a:bodyPr>
          <a:lstStyle/>
          <a:p>
            <a:pPr algn="l">
              <a:lnSpc>
                <a:spcPct val="90000"/>
              </a:lnSpc>
            </a:pPr>
            <a:endParaRPr lang="en-US" sz="1800" dirty="0">
              <a:latin typeface="+mn-lt"/>
            </a:endParaRPr>
          </a:p>
        </p:txBody>
      </p:sp>
      <p:pic>
        <p:nvPicPr>
          <p:cNvPr id="7" name="Graphic 6" descr="Lilly Logo">
            <a:extLst>
              <a:ext uri="{FF2B5EF4-FFF2-40B4-BE49-F238E27FC236}">
                <a16:creationId xmlns:a16="http://schemas.microsoft.com/office/drawing/2014/main" id="{64A57254-ADEB-B771-89D1-24309D1A899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5"/>
          </a:xfrm>
          <a:prstGeom prst="rect">
            <a:avLst/>
          </a:prstGeom>
        </p:spPr>
      </p:pic>
    </p:spTree>
    <p:extLst>
      <p:ext uri="{BB962C8B-B14F-4D97-AF65-F5344CB8AC3E}">
        <p14:creationId xmlns:p14="http://schemas.microsoft.com/office/powerpoint/2010/main" val="14285258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his and That">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12648" y="1252728"/>
            <a:ext cx="5330952" cy="978408"/>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85000"/>
              </a:lnSpc>
              <a:spcBef>
                <a:spcPts val="0"/>
              </a:spcBef>
              <a:defRPr sz="320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12648" y="2231136"/>
            <a:ext cx="5330952" cy="3364992"/>
          </a:xfrm>
          <a:prstGeom prst="round2SameRect">
            <a:avLst>
              <a:gd name="adj1" fmla="val 0"/>
              <a:gd name="adj2" fmla="val 4484"/>
            </a:avLst>
          </a:prstGeom>
          <a:solidFill>
            <a:srgbClr val="FFFFFF"/>
          </a:solidFill>
        </p:spPr>
        <p:txBody>
          <a:bodyPr lIns="118872" tIns="118872" rIns="118872" bIns="118872" anchor="ctr">
            <a:noAutofit/>
          </a:bodyPr>
          <a:lstStyle>
            <a:lvl1pPr algn="ctr">
              <a:lnSpc>
                <a:spcPct val="85000"/>
              </a:lnSpc>
              <a:defRPr sz="2500"/>
            </a:lvl1pPr>
            <a:lvl2pPr marL="0" indent="-91440" algn="ctr">
              <a:lnSpc>
                <a:spcPct val="100000"/>
              </a:lnSpc>
              <a:defRPr sz="2200"/>
            </a:lvl2pPr>
            <a:lvl3pPr indent="-91440" algn="ctr">
              <a:lnSpc>
                <a:spcPct val="100000"/>
              </a:lnSpc>
              <a:defRPr sz="18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8" name="Text Placeholder 12">
            <a:extLst>
              <a:ext uri="{FF2B5EF4-FFF2-40B4-BE49-F238E27FC236}">
                <a16:creationId xmlns:a16="http://schemas.microsoft.com/office/drawing/2014/main" id="{2EAD2F22-C753-F949-D8D3-05610EA5761D}"/>
              </a:ext>
            </a:extLst>
          </p:cNvPr>
          <p:cNvSpPr>
            <a:spLocks noGrp="1"/>
          </p:cNvSpPr>
          <p:nvPr>
            <p:ph type="body" sz="quarter" idx="15"/>
          </p:nvPr>
        </p:nvSpPr>
        <p:spPr>
          <a:xfrm>
            <a:off x="6256703" y="1252728"/>
            <a:ext cx="5330952" cy="978408"/>
          </a:xfrm>
          <a:prstGeom prst="round2SameRect">
            <a:avLst>
              <a:gd name="adj1" fmla="val 14691"/>
              <a:gd name="adj2" fmla="val 0"/>
            </a:avLst>
          </a:prstGeom>
          <a:solidFill>
            <a:schemeClr val="tx1"/>
          </a:solidFill>
        </p:spPr>
        <p:txBody>
          <a:bodyPr lIns="45720" rIns="45720" anchor="ctr" anchorCtr="0">
            <a:normAutofit/>
          </a:bodyPr>
          <a:lstStyle>
            <a:lvl1pPr algn="ctr">
              <a:lnSpc>
                <a:spcPct val="85000"/>
              </a:lnSpc>
              <a:spcBef>
                <a:spcPts val="0"/>
              </a:spcBef>
              <a:defRPr sz="320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9" name="Text Placeholder 14">
            <a:extLst>
              <a:ext uri="{FF2B5EF4-FFF2-40B4-BE49-F238E27FC236}">
                <a16:creationId xmlns:a16="http://schemas.microsoft.com/office/drawing/2014/main" id="{7BBDAF1C-5313-B06A-74D1-A7E9C5037FE3}"/>
              </a:ext>
            </a:extLst>
          </p:cNvPr>
          <p:cNvSpPr>
            <a:spLocks noGrp="1"/>
          </p:cNvSpPr>
          <p:nvPr>
            <p:ph type="body" sz="quarter" idx="16"/>
          </p:nvPr>
        </p:nvSpPr>
        <p:spPr>
          <a:xfrm>
            <a:off x="6256703" y="2231136"/>
            <a:ext cx="5330952" cy="3364992"/>
          </a:xfrm>
          <a:prstGeom prst="round2SameRect">
            <a:avLst>
              <a:gd name="adj1" fmla="val 0"/>
              <a:gd name="adj2" fmla="val 4484"/>
            </a:avLst>
          </a:prstGeom>
          <a:solidFill>
            <a:srgbClr val="FFFFFF"/>
          </a:solidFill>
        </p:spPr>
        <p:txBody>
          <a:bodyPr lIns="118872" tIns="118872" rIns="118872" bIns="118872" anchor="ctr">
            <a:noAutofit/>
          </a:bodyPr>
          <a:lstStyle>
            <a:lvl1pPr algn="ctr">
              <a:lnSpc>
                <a:spcPct val="85000"/>
              </a:lnSpc>
              <a:defRPr sz="2500"/>
            </a:lvl1pPr>
            <a:lvl2pPr marL="0" indent="-91440" algn="ctr">
              <a:lnSpc>
                <a:spcPct val="100000"/>
              </a:lnSpc>
              <a:defRPr sz="2200"/>
            </a:lvl2pPr>
            <a:lvl3pPr indent="-91440" algn="ctr">
              <a:lnSpc>
                <a:spcPct val="100000"/>
              </a:lnSpc>
              <a:defRPr sz="18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pic>
        <p:nvPicPr>
          <p:cNvPr id="2" name="Graphic 1" descr="Lilly Logo">
            <a:extLst>
              <a:ext uri="{FF2B5EF4-FFF2-40B4-BE49-F238E27FC236}">
                <a16:creationId xmlns:a16="http://schemas.microsoft.com/office/drawing/2014/main" id="{F8E06DE4-E81C-5577-5B90-2368292E1F3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7037553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ject Framework Style 01 (Three-Column)">
    <p:bg>
      <p:bgPr>
        <a:solidFill>
          <a:srgbClr val="FDD1B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dirty="0"/>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0" name="Text Placeholder 14">
            <a:extLst>
              <a:ext uri="{FF2B5EF4-FFF2-40B4-BE49-F238E27FC236}">
                <a16:creationId xmlns:a16="http://schemas.microsoft.com/office/drawing/2014/main" id="{52FBDE3F-8020-FE3E-A399-7C4B757FB8A8}"/>
              </a:ext>
            </a:extLst>
          </p:cNvPr>
          <p:cNvSpPr>
            <a:spLocks noGrp="1"/>
          </p:cNvSpPr>
          <p:nvPr>
            <p:ph type="body" sz="quarter" idx="15"/>
          </p:nvPr>
        </p:nvSpPr>
        <p:spPr>
          <a:xfrm>
            <a:off x="62179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71253B6D-2760-2956-3EFB-82243055879B}"/>
              </a:ext>
            </a:extLst>
          </p:cNvPr>
          <p:cNvSpPr>
            <a:spLocks noGrp="1"/>
          </p:cNvSpPr>
          <p:nvPr>
            <p:ph type="body" sz="quarter" idx="16"/>
          </p:nvPr>
        </p:nvSpPr>
        <p:spPr>
          <a:xfrm>
            <a:off x="62179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2" name="Text Placeholder 14">
            <a:extLst>
              <a:ext uri="{FF2B5EF4-FFF2-40B4-BE49-F238E27FC236}">
                <a16:creationId xmlns:a16="http://schemas.microsoft.com/office/drawing/2014/main" id="{B58295B8-B1EF-4256-9FCB-DBDB96675ACC}"/>
              </a:ext>
            </a:extLst>
          </p:cNvPr>
          <p:cNvSpPr>
            <a:spLocks noGrp="1"/>
          </p:cNvSpPr>
          <p:nvPr>
            <p:ph type="body" sz="quarter" idx="17"/>
          </p:nvPr>
        </p:nvSpPr>
        <p:spPr>
          <a:xfrm>
            <a:off x="62179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5" name="Text Placeholder 12">
            <a:extLst>
              <a:ext uri="{FF2B5EF4-FFF2-40B4-BE49-F238E27FC236}">
                <a16:creationId xmlns:a16="http://schemas.microsoft.com/office/drawing/2014/main" id="{32D3C5EA-2077-1463-57F6-E56EC26E7155}"/>
              </a:ext>
            </a:extLst>
          </p:cNvPr>
          <p:cNvSpPr>
            <a:spLocks noGrp="1"/>
          </p:cNvSpPr>
          <p:nvPr>
            <p:ph type="body" sz="quarter" idx="39"/>
          </p:nvPr>
        </p:nvSpPr>
        <p:spPr>
          <a:xfrm>
            <a:off x="446227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6" name="Text Placeholder 14">
            <a:extLst>
              <a:ext uri="{FF2B5EF4-FFF2-40B4-BE49-F238E27FC236}">
                <a16:creationId xmlns:a16="http://schemas.microsoft.com/office/drawing/2014/main" id="{29D66971-542D-9BED-89CC-BFF92FE082C2}"/>
              </a:ext>
            </a:extLst>
          </p:cNvPr>
          <p:cNvSpPr>
            <a:spLocks noGrp="1"/>
          </p:cNvSpPr>
          <p:nvPr>
            <p:ph type="body" sz="quarter" idx="40"/>
          </p:nvPr>
        </p:nvSpPr>
        <p:spPr>
          <a:xfrm>
            <a:off x="446227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7" name="Text Placeholder 14">
            <a:extLst>
              <a:ext uri="{FF2B5EF4-FFF2-40B4-BE49-F238E27FC236}">
                <a16:creationId xmlns:a16="http://schemas.microsoft.com/office/drawing/2014/main" id="{9DE553BF-8025-6731-5B0E-7CA2C929644C}"/>
              </a:ext>
            </a:extLst>
          </p:cNvPr>
          <p:cNvSpPr>
            <a:spLocks noGrp="1"/>
          </p:cNvSpPr>
          <p:nvPr>
            <p:ph type="body" sz="quarter" idx="41"/>
          </p:nvPr>
        </p:nvSpPr>
        <p:spPr>
          <a:xfrm>
            <a:off x="446227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8" name="Text Placeholder 14">
            <a:extLst>
              <a:ext uri="{FF2B5EF4-FFF2-40B4-BE49-F238E27FC236}">
                <a16:creationId xmlns:a16="http://schemas.microsoft.com/office/drawing/2014/main" id="{F848ABF0-E7D3-42D0-0E4A-FAF179C9CC15}"/>
              </a:ext>
            </a:extLst>
          </p:cNvPr>
          <p:cNvSpPr>
            <a:spLocks noGrp="1"/>
          </p:cNvSpPr>
          <p:nvPr>
            <p:ph type="body" sz="quarter" idx="42"/>
          </p:nvPr>
        </p:nvSpPr>
        <p:spPr>
          <a:xfrm>
            <a:off x="446227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9" name="Text Placeholder 14">
            <a:extLst>
              <a:ext uri="{FF2B5EF4-FFF2-40B4-BE49-F238E27FC236}">
                <a16:creationId xmlns:a16="http://schemas.microsoft.com/office/drawing/2014/main" id="{500F367D-A217-C80D-55C3-14AB3335F051}"/>
              </a:ext>
            </a:extLst>
          </p:cNvPr>
          <p:cNvSpPr>
            <a:spLocks noGrp="1"/>
          </p:cNvSpPr>
          <p:nvPr>
            <p:ph type="body" sz="quarter" idx="43"/>
          </p:nvPr>
        </p:nvSpPr>
        <p:spPr>
          <a:xfrm>
            <a:off x="446227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10" name="Text Placeholder 12">
            <a:extLst>
              <a:ext uri="{FF2B5EF4-FFF2-40B4-BE49-F238E27FC236}">
                <a16:creationId xmlns:a16="http://schemas.microsoft.com/office/drawing/2014/main" id="{0A7C2266-E04D-E87E-F911-41E9919B6409}"/>
              </a:ext>
            </a:extLst>
          </p:cNvPr>
          <p:cNvSpPr>
            <a:spLocks noGrp="1"/>
          </p:cNvSpPr>
          <p:nvPr>
            <p:ph type="body" sz="quarter" idx="44"/>
          </p:nvPr>
        </p:nvSpPr>
        <p:spPr>
          <a:xfrm>
            <a:off x="830275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11" name="Text Placeholder 14">
            <a:extLst>
              <a:ext uri="{FF2B5EF4-FFF2-40B4-BE49-F238E27FC236}">
                <a16:creationId xmlns:a16="http://schemas.microsoft.com/office/drawing/2014/main" id="{2CFBC959-E25D-AB42-CA58-098153B471E3}"/>
              </a:ext>
            </a:extLst>
          </p:cNvPr>
          <p:cNvSpPr>
            <a:spLocks noGrp="1"/>
          </p:cNvSpPr>
          <p:nvPr>
            <p:ph type="body" sz="quarter" idx="45"/>
          </p:nvPr>
        </p:nvSpPr>
        <p:spPr>
          <a:xfrm>
            <a:off x="830275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2" name="Text Placeholder 14">
            <a:extLst>
              <a:ext uri="{FF2B5EF4-FFF2-40B4-BE49-F238E27FC236}">
                <a16:creationId xmlns:a16="http://schemas.microsoft.com/office/drawing/2014/main" id="{9C2FEC4B-70FB-8508-36AF-955B82BAA0EE}"/>
              </a:ext>
            </a:extLst>
          </p:cNvPr>
          <p:cNvSpPr>
            <a:spLocks noGrp="1"/>
          </p:cNvSpPr>
          <p:nvPr>
            <p:ph type="body" sz="quarter" idx="46"/>
          </p:nvPr>
        </p:nvSpPr>
        <p:spPr>
          <a:xfrm>
            <a:off x="830275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4" name="Text Placeholder 14">
            <a:extLst>
              <a:ext uri="{FF2B5EF4-FFF2-40B4-BE49-F238E27FC236}">
                <a16:creationId xmlns:a16="http://schemas.microsoft.com/office/drawing/2014/main" id="{1661D07D-B48E-19A6-1744-8428CE19DAD7}"/>
              </a:ext>
            </a:extLst>
          </p:cNvPr>
          <p:cNvSpPr>
            <a:spLocks noGrp="1"/>
          </p:cNvSpPr>
          <p:nvPr>
            <p:ph type="body" sz="quarter" idx="47"/>
          </p:nvPr>
        </p:nvSpPr>
        <p:spPr>
          <a:xfrm>
            <a:off x="830275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6" name="Text Placeholder 14">
            <a:extLst>
              <a:ext uri="{FF2B5EF4-FFF2-40B4-BE49-F238E27FC236}">
                <a16:creationId xmlns:a16="http://schemas.microsoft.com/office/drawing/2014/main" id="{0A980661-2E5C-A472-4526-8FF8B813CA04}"/>
              </a:ext>
            </a:extLst>
          </p:cNvPr>
          <p:cNvSpPr>
            <a:spLocks noGrp="1"/>
          </p:cNvSpPr>
          <p:nvPr>
            <p:ph type="body" sz="quarter" idx="48"/>
          </p:nvPr>
        </p:nvSpPr>
        <p:spPr>
          <a:xfrm>
            <a:off x="830275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Tree>
    <p:extLst>
      <p:ext uri="{BB962C8B-B14F-4D97-AF65-F5344CB8AC3E}">
        <p14:creationId xmlns:p14="http://schemas.microsoft.com/office/powerpoint/2010/main" val="32591642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Project Framework Style 02 (Five-Column)">
    <p:bg>
      <p:bgPr>
        <a:solidFill>
          <a:srgbClr val="C6DCD8"/>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659967"/>
            <a:ext cx="2048256" cy="539496"/>
          </a:xfrm>
          <a:prstGeom prst="round2SameRect">
            <a:avLst>
              <a:gd name="adj1" fmla="val 14691"/>
              <a:gd name="adj2" fmla="val 0"/>
            </a:avLst>
          </a:prstGeom>
          <a:solidFill>
            <a:schemeClr val="accent4"/>
          </a:solidFill>
        </p:spPr>
        <p:txBody>
          <a:bodyPr lIns="45720" rIns="45720" anchor="ctr" anchorCtr="0">
            <a:normAutofit/>
          </a:bodyPr>
          <a:lstStyle>
            <a:lvl1pPr algn="ctr">
              <a:lnSpc>
                <a:spcPct val="100000"/>
              </a:lnSpc>
              <a:spcBef>
                <a:spcPts val="0"/>
              </a:spcBef>
              <a:defRPr sz="1200" cap="all" baseline="0">
                <a:solidFill>
                  <a:srgbClr val="C6DCD8"/>
                </a:solidFill>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1199463"/>
            <a:ext cx="2048256"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0" name="Text Placeholder 14">
            <a:extLst>
              <a:ext uri="{FF2B5EF4-FFF2-40B4-BE49-F238E27FC236}">
                <a16:creationId xmlns:a16="http://schemas.microsoft.com/office/drawing/2014/main" id="{52FBDE3F-8020-FE3E-A399-7C4B757FB8A8}"/>
              </a:ext>
            </a:extLst>
          </p:cNvPr>
          <p:cNvSpPr>
            <a:spLocks noGrp="1"/>
          </p:cNvSpPr>
          <p:nvPr>
            <p:ph type="body" sz="quarter" idx="15"/>
          </p:nvPr>
        </p:nvSpPr>
        <p:spPr>
          <a:xfrm>
            <a:off x="621792" y="2550220"/>
            <a:ext cx="2048256"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71253B6D-2760-2956-3EFB-82243055879B}"/>
              </a:ext>
            </a:extLst>
          </p:cNvPr>
          <p:cNvSpPr>
            <a:spLocks noGrp="1"/>
          </p:cNvSpPr>
          <p:nvPr>
            <p:ph type="body" sz="quarter" idx="16"/>
          </p:nvPr>
        </p:nvSpPr>
        <p:spPr>
          <a:xfrm>
            <a:off x="621792" y="4376326"/>
            <a:ext cx="2048256"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2" name="Text Placeholder 14">
            <a:extLst>
              <a:ext uri="{FF2B5EF4-FFF2-40B4-BE49-F238E27FC236}">
                <a16:creationId xmlns:a16="http://schemas.microsoft.com/office/drawing/2014/main" id="{B58295B8-B1EF-4256-9FCB-DBDB96675ACC}"/>
              </a:ext>
            </a:extLst>
          </p:cNvPr>
          <p:cNvSpPr>
            <a:spLocks noGrp="1"/>
          </p:cNvSpPr>
          <p:nvPr>
            <p:ph type="body" sz="quarter" idx="17"/>
          </p:nvPr>
        </p:nvSpPr>
        <p:spPr>
          <a:xfrm>
            <a:off x="621792" y="5658536"/>
            <a:ext cx="2048256" cy="499873"/>
          </a:xfrm>
          <a:prstGeom prst="round2SameRect">
            <a:avLst>
              <a:gd name="adj1" fmla="val 0"/>
              <a:gd name="adj2" fmla="val 12768"/>
            </a:avLst>
          </a:prstGeom>
          <a:solidFill>
            <a:schemeClr val="accent4"/>
          </a:solidFill>
        </p:spPr>
        <p:txBody>
          <a:bodyPr lIns="45720" rIns="45720" anchor="ctr">
            <a:noAutofit/>
          </a:bodyPr>
          <a:lstStyle>
            <a:lvl1pPr algn="ctr">
              <a:lnSpc>
                <a:spcPct val="100000"/>
              </a:lnSpc>
              <a:defRPr sz="1200" kern="100" cap="all" baseline="0">
                <a:solidFill>
                  <a:srgbClr val="C6DCD8"/>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25" name="Text Placeholder 12">
            <a:extLst>
              <a:ext uri="{FF2B5EF4-FFF2-40B4-BE49-F238E27FC236}">
                <a16:creationId xmlns:a16="http://schemas.microsoft.com/office/drawing/2014/main" id="{28F6B835-F60A-C328-DAF3-4792C2E4AF32}"/>
              </a:ext>
            </a:extLst>
          </p:cNvPr>
          <p:cNvSpPr>
            <a:spLocks noGrp="1"/>
          </p:cNvSpPr>
          <p:nvPr>
            <p:ph type="body" sz="quarter" idx="18"/>
          </p:nvPr>
        </p:nvSpPr>
        <p:spPr>
          <a:xfrm>
            <a:off x="2855214" y="659967"/>
            <a:ext cx="2048256" cy="539496"/>
          </a:xfrm>
          <a:prstGeom prst="round2SameRect">
            <a:avLst>
              <a:gd name="adj1" fmla="val 14691"/>
              <a:gd name="adj2" fmla="val 0"/>
            </a:avLst>
          </a:prstGeom>
          <a:solidFill>
            <a:schemeClr val="accent2"/>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26" name="Text Placeholder 14">
            <a:extLst>
              <a:ext uri="{FF2B5EF4-FFF2-40B4-BE49-F238E27FC236}">
                <a16:creationId xmlns:a16="http://schemas.microsoft.com/office/drawing/2014/main" id="{CCE96A5E-7972-2D74-C8FA-71AFE2B51D8A}"/>
              </a:ext>
            </a:extLst>
          </p:cNvPr>
          <p:cNvSpPr>
            <a:spLocks noGrp="1"/>
          </p:cNvSpPr>
          <p:nvPr>
            <p:ph type="body" sz="quarter" idx="19"/>
          </p:nvPr>
        </p:nvSpPr>
        <p:spPr>
          <a:xfrm>
            <a:off x="2854008"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7" name="Text Placeholder 14">
            <a:extLst>
              <a:ext uri="{FF2B5EF4-FFF2-40B4-BE49-F238E27FC236}">
                <a16:creationId xmlns:a16="http://schemas.microsoft.com/office/drawing/2014/main" id="{9DDA29A1-5DEC-3F24-5CDC-BF1A2A49A5A1}"/>
              </a:ext>
            </a:extLst>
          </p:cNvPr>
          <p:cNvSpPr>
            <a:spLocks noGrp="1"/>
          </p:cNvSpPr>
          <p:nvPr>
            <p:ph type="body" sz="quarter" idx="20"/>
          </p:nvPr>
        </p:nvSpPr>
        <p:spPr>
          <a:xfrm>
            <a:off x="2854008"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8" name="Text Placeholder 14">
            <a:extLst>
              <a:ext uri="{FF2B5EF4-FFF2-40B4-BE49-F238E27FC236}">
                <a16:creationId xmlns:a16="http://schemas.microsoft.com/office/drawing/2014/main" id="{875C8AAC-0A36-FEA0-5C38-B21DB2BDFFB4}"/>
              </a:ext>
            </a:extLst>
          </p:cNvPr>
          <p:cNvSpPr>
            <a:spLocks noGrp="1"/>
          </p:cNvSpPr>
          <p:nvPr>
            <p:ph type="body" sz="quarter" idx="21"/>
          </p:nvPr>
        </p:nvSpPr>
        <p:spPr>
          <a:xfrm>
            <a:off x="2854008"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9" name="Text Placeholder 14">
            <a:extLst>
              <a:ext uri="{FF2B5EF4-FFF2-40B4-BE49-F238E27FC236}">
                <a16:creationId xmlns:a16="http://schemas.microsoft.com/office/drawing/2014/main" id="{6AA4BBDE-A14E-D6E8-C674-79F4ECC8604A}"/>
              </a:ext>
            </a:extLst>
          </p:cNvPr>
          <p:cNvSpPr>
            <a:spLocks noGrp="1"/>
          </p:cNvSpPr>
          <p:nvPr>
            <p:ph type="body" sz="quarter" idx="22"/>
          </p:nvPr>
        </p:nvSpPr>
        <p:spPr>
          <a:xfrm>
            <a:off x="2854008" y="5658536"/>
            <a:ext cx="2048256" cy="499873"/>
          </a:xfrm>
          <a:prstGeom prst="round2SameRect">
            <a:avLst>
              <a:gd name="adj1" fmla="val 0"/>
              <a:gd name="adj2" fmla="val 12768"/>
            </a:avLst>
          </a:prstGeom>
          <a:solidFill>
            <a:schemeClr val="accent2"/>
          </a:solidFill>
        </p:spPr>
        <p:txBody>
          <a:bodyPr rIns="45720" anchor="ctr">
            <a:noAutofit/>
          </a:bodyPr>
          <a:lstStyle>
            <a:lvl1pPr algn="ctr">
              <a:lnSpc>
                <a:spcPct val="100000"/>
              </a:lnSpc>
              <a:defRPr sz="1200" kern="100" cap="all" baseline="0">
                <a:solidFill>
                  <a:schemeClr val="bg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30" name="Text Placeholder 12">
            <a:extLst>
              <a:ext uri="{FF2B5EF4-FFF2-40B4-BE49-F238E27FC236}">
                <a16:creationId xmlns:a16="http://schemas.microsoft.com/office/drawing/2014/main" id="{DAF00207-E464-3632-BDD8-1970AAB3AD11}"/>
              </a:ext>
            </a:extLst>
          </p:cNvPr>
          <p:cNvSpPr>
            <a:spLocks noGrp="1"/>
          </p:cNvSpPr>
          <p:nvPr>
            <p:ph type="body" sz="quarter" idx="23"/>
          </p:nvPr>
        </p:nvSpPr>
        <p:spPr>
          <a:xfrm>
            <a:off x="5088636" y="659967"/>
            <a:ext cx="2048256" cy="539496"/>
          </a:xfrm>
          <a:prstGeom prst="round2SameRect">
            <a:avLst>
              <a:gd name="adj1" fmla="val 14691"/>
              <a:gd name="adj2" fmla="val 0"/>
            </a:avLst>
          </a:prstGeom>
          <a:solidFill>
            <a:schemeClr val="accent5"/>
          </a:solidFill>
        </p:spPr>
        <p:txBody>
          <a:bodyPr lIns="45720" rIns="45720" anchor="ctr" anchorCtr="0">
            <a:normAutofit/>
          </a:bodyPr>
          <a:lstStyle>
            <a:lvl1pPr algn="ctr">
              <a:lnSpc>
                <a:spcPct val="100000"/>
              </a:lnSpc>
              <a:spcBef>
                <a:spcPts val="0"/>
              </a:spcBef>
              <a:defRPr sz="1200" cap="all" baseline="0">
                <a:solidFill>
                  <a:schemeClr val="tx2"/>
                </a:solidFill>
              </a:defRPr>
            </a:lvl1pPr>
            <a:lvl2pPr marL="0" indent="0">
              <a:buNone/>
              <a:defRPr/>
            </a:lvl2pPr>
          </a:lstStyle>
          <a:p>
            <a:pPr lvl="0"/>
            <a:r>
              <a:rPr lang="en-US"/>
              <a:t>Click to edit Master text styles</a:t>
            </a:r>
          </a:p>
        </p:txBody>
      </p:sp>
      <p:sp>
        <p:nvSpPr>
          <p:cNvPr id="31" name="Text Placeholder 14">
            <a:extLst>
              <a:ext uri="{FF2B5EF4-FFF2-40B4-BE49-F238E27FC236}">
                <a16:creationId xmlns:a16="http://schemas.microsoft.com/office/drawing/2014/main" id="{4FEE327D-DE1E-0C92-9F41-BB8B99B97E53}"/>
              </a:ext>
            </a:extLst>
          </p:cNvPr>
          <p:cNvSpPr>
            <a:spLocks noGrp="1"/>
          </p:cNvSpPr>
          <p:nvPr>
            <p:ph type="body" sz="quarter" idx="24"/>
          </p:nvPr>
        </p:nvSpPr>
        <p:spPr>
          <a:xfrm>
            <a:off x="5087430"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33D71C97-F86D-B4B9-E66C-57E124388C06}"/>
              </a:ext>
            </a:extLst>
          </p:cNvPr>
          <p:cNvSpPr>
            <a:spLocks noGrp="1"/>
          </p:cNvSpPr>
          <p:nvPr>
            <p:ph type="body" sz="quarter" idx="25"/>
          </p:nvPr>
        </p:nvSpPr>
        <p:spPr>
          <a:xfrm>
            <a:off x="5087430"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3" name="Text Placeholder 14">
            <a:extLst>
              <a:ext uri="{FF2B5EF4-FFF2-40B4-BE49-F238E27FC236}">
                <a16:creationId xmlns:a16="http://schemas.microsoft.com/office/drawing/2014/main" id="{E4F4271D-8C8B-AA69-CC79-D441ECADFF4C}"/>
              </a:ext>
            </a:extLst>
          </p:cNvPr>
          <p:cNvSpPr>
            <a:spLocks noGrp="1"/>
          </p:cNvSpPr>
          <p:nvPr>
            <p:ph type="body" sz="quarter" idx="26"/>
          </p:nvPr>
        </p:nvSpPr>
        <p:spPr>
          <a:xfrm>
            <a:off x="5087430"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1CA48C3D-B322-63A9-F5F3-99B279B8D08E}"/>
              </a:ext>
            </a:extLst>
          </p:cNvPr>
          <p:cNvSpPr>
            <a:spLocks noGrp="1"/>
          </p:cNvSpPr>
          <p:nvPr>
            <p:ph type="body" sz="quarter" idx="27"/>
          </p:nvPr>
        </p:nvSpPr>
        <p:spPr>
          <a:xfrm>
            <a:off x="5087430" y="5658536"/>
            <a:ext cx="2048256" cy="499873"/>
          </a:xfrm>
          <a:prstGeom prst="round2SameRect">
            <a:avLst>
              <a:gd name="adj1" fmla="val 0"/>
              <a:gd name="adj2" fmla="val 12768"/>
            </a:avLst>
          </a:prstGeom>
          <a:solidFill>
            <a:schemeClr val="accent5"/>
          </a:solidFill>
        </p:spPr>
        <p:txBody>
          <a:bodyPr rIns="45720" anchor="ctr">
            <a:noAutofit/>
          </a:bodyPr>
          <a:lstStyle>
            <a:lvl1pPr algn="ctr">
              <a:lnSpc>
                <a:spcPct val="100000"/>
              </a:lnSpc>
              <a:defRPr sz="1200" kern="100" cap="all" baseline="0">
                <a:solidFill>
                  <a:schemeClr val="tx2"/>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35" name="Text Placeholder 12">
            <a:extLst>
              <a:ext uri="{FF2B5EF4-FFF2-40B4-BE49-F238E27FC236}">
                <a16:creationId xmlns:a16="http://schemas.microsoft.com/office/drawing/2014/main" id="{FDD459A8-46C6-6D44-3D1D-00CA482CA5F9}"/>
              </a:ext>
            </a:extLst>
          </p:cNvPr>
          <p:cNvSpPr>
            <a:spLocks noGrp="1"/>
          </p:cNvSpPr>
          <p:nvPr>
            <p:ph type="body" sz="quarter" idx="28"/>
          </p:nvPr>
        </p:nvSpPr>
        <p:spPr>
          <a:xfrm>
            <a:off x="7322058" y="659967"/>
            <a:ext cx="2048256" cy="539496"/>
          </a:xfrm>
          <a:prstGeom prst="round2SameRect">
            <a:avLst>
              <a:gd name="adj1" fmla="val 14691"/>
              <a:gd name="adj2" fmla="val 0"/>
            </a:avLst>
          </a:prstGeom>
          <a:solidFill>
            <a:schemeClr val="accent6"/>
          </a:solidFill>
        </p:spPr>
        <p:txBody>
          <a:bodyPr lIns="45720" rIns="45720" anchor="ctr" anchorCtr="0">
            <a:normAutofit/>
          </a:bodyPr>
          <a:lstStyle>
            <a:lvl1pPr algn="ctr">
              <a:lnSpc>
                <a:spcPct val="100000"/>
              </a:lnSpc>
              <a:spcBef>
                <a:spcPts val="0"/>
              </a:spcBef>
              <a:defRPr sz="1200" cap="all" baseline="0">
                <a:solidFill>
                  <a:schemeClr val="tx2"/>
                </a:solidFill>
              </a:defRPr>
            </a:lvl1pPr>
            <a:lvl2pPr marL="0" indent="0">
              <a:buNone/>
              <a:defRPr/>
            </a:lvl2pPr>
          </a:lstStyle>
          <a:p>
            <a:pPr lvl="0"/>
            <a:r>
              <a:rPr lang="en-US"/>
              <a:t>Click to edit Master text styles</a:t>
            </a:r>
          </a:p>
        </p:txBody>
      </p:sp>
      <p:sp>
        <p:nvSpPr>
          <p:cNvPr id="36" name="Text Placeholder 14">
            <a:extLst>
              <a:ext uri="{FF2B5EF4-FFF2-40B4-BE49-F238E27FC236}">
                <a16:creationId xmlns:a16="http://schemas.microsoft.com/office/drawing/2014/main" id="{57CFA1C4-B3E7-ABE2-7E93-415A4B49176D}"/>
              </a:ext>
            </a:extLst>
          </p:cNvPr>
          <p:cNvSpPr>
            <a:spLocks noGrp="1"/>
          </p:cNvSpPr>
          <p:nvPr>
            <p:ph type="body" sz="quarter" idx="29"/>
          </p:nvPr>
        </p:nvSpPr>
        <p:spPr>
          <a:xfrm>
            <a:off x="7320852"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7" name="Text Placeholder 14">
            <a:extLst>
              <a:ext uri="{FF2B5EF4-FFF2-40B4-BE49-F238E27FC236}">
                <a16:creationId xmlns:a16="http://schemas.microsoft.com/office/drawing/2014/main" id="{4CD6AF68-3BBC-8780-5246-9F3DE1D32099}"/>
              </a:ext>
            </a:extLst>
          </p:cNvPr>
          <p:cNvSpPr>
            <a:spLocks noGrp="1"/>
          </p:cNvSpPr>
          <p:nvPr>
            <p:ph type="body" sz="quarter" idx="30"/>
          </p:nvPr>
        </p:nvSpPr>
        <p:spPr>
          <a:xfrm>
            <a:off x="7320852"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8" name="Text Placeholder 14">
            <a:extLst>
              <a:ext uri="{FF2B5EF4-FFF2-40B4-BE49-F238E27FC236}">
                <a16:creationId xmlns:a16="http://schemas.microsoft.com/office/drawing/2014/main" id="{E48885AC-F26D-287B-D56A-2B72EE6D0162}"/>
              </a:ext>
            </a:extLst>
          </p:cNvPr>
          <p:cNvSpPr>
            <a:spLocks noGrp="1"/>
          </p:cNvSpPr>
          <p:nvPr>
            <p:ph type="body" sz="quarter" idx="31"/>
          </p:nvPr>
        </p:nvSpPr>
        <p:spPr>
          <a:xfrm>
            <a:off x="7320852"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9" name="Text Placeholder 14">
            <a:extLst>
              <a:ext uri="{FF2B5EF4-FFF2-40B4-BE49-F238E27FC236}">
                <a16:creationId xmlns:a16="http://schemas.microsoft.com/office/drawing/2014/main" id="{5E429C3B-5713-D2F5-5127-67E3436E992E}"/>
              </a:ext>
            </a:extLst>
          </p:cNvPr>
          <p:cNvSpPr>
            <a:spLocks noGrp="1"/>
          </p:cNvSpPr>
          <p:nvPr>
            <p:ph type="body" sz="quarter" idx="32"/>
          </p:nvPr>
        </p:nvSpPr>
        <p:spPr>
          <a:xfrm>
            <a:off x="7320852" y="5658536"/>
            <a:ext cx="2048256" cy="499873"/>
          </a:xfrm>
          <a:prstGeom prst="round2SameRect">
            <a:avLst>
              <a:gd name="adj1" fmla="val 0"/>
              <a:gd name="adj2" fmla="val 12768"/>
            </a:avLst>
          </a:prstGeom>
          <a:solidFill>
            <a:schemeClr val="accent6"/>
          </a:solidFill>
        </p:spPr>
        <p:txBody>
          <a:bodyPr rIns="45720" anchor="ctr">
            <a:noAutofit/>
          </a:bodyPr>
          <a:lstStyle>
            <a:lvl1pPr algn="ctr">
              <a:lnSpc>
                <a:spcPct val="100000"/>
              </a:lnSpc>
              <a:defRPr sz="1200" kern="100" cap="all" baseline="0">
                <a:solidFill>
                  <a:schemeClr val="tx2"/>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40" name="Text Placeholder 12">
            <a:extLst>
              <a:ext uri="{FF2B5EF4-FFF2-40B4-BE49-F238E27FC236}">
                <a16:creationId xmlns:a16="http://schemas.microsoft.com/office/drawing/2014/main" id="{263D7346-3214-8B9A-837C-A0AD2EE4987A}"/>
              </a:ext>
            </a:extLst>
          </p:cNvPr>
          <p:cNvSpPr>
            <a:spLocks noGrp="1"/>
          </p:cNvSpPr>
          <p:nvPr>
            <p:ph type="body" sz="quarter" idx="33"/>
          </p:nvPr>
        </p:nvSpPr>
        <p:spPr>
          <a:xfrm>
            <a:off x="9555480" y="659967"/>
            <a:ext cx="2048256" cy="539496"/>
          </a:xfrm>
          <a:prstGeom prst="round2SameRect">
            <a:avLst>
              <a:gd name="adj1" fmla="val 14691"/>
              <a:gd name="adj2" fmla="val 0"/>
            </a:avLst>
          </a:prstGeom>
          <a:solidFill>
            <a:schemeClr val="tx2"/>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41" name="Text Placeholder 14">
            <a:extLst>
              <a:ext uri="{FF2B5EF4-FFF2-40B4-BE49-F238E27FC236}">
                <a16:creationId xmlns:a16="http://schemas.microsoft.com/office/drawing/2014/main" id="{A0B438E2-44D6-001F-FDE7-C1EC6EFEFE6E}"/>
              </a:ext>
            </a:extLst>
          </p:cNvPr>
          <p:cNvSpPr>
            <a:spLocks noGrp="1"/>
          </p:cNvSpPr>
          <p:nvPr>
            <p:ph type="body" sz="quarter" idx="34"/>
          </p:nvPr>
        </p:nvSpPr>
        <p:spPr>
          <a:xfrm>
            <a:off x="9555480"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2" name="Text Placeholder 14">
            <a:extLst>
              <a:ext uri="{FF2B5EF4-FFF2-40B4-BE49-F238E27FC236}">
                <a16:creationId xmlns:a16="http://schemas.microsoft.com/office/drawing/2014/main" id="{BF7C8334-6D53-CA69-1F64-B769059C9899}"/>
              </a:ext>
            </a:extLst>
          </p:cNvPr>
          <p:cNvSpPr>
            <a:spLocks noGrp="1"/>
          </p:cNvSpPr>
          <p:nvPr>
            <p:ph type="body" sz="quarter" idx="35"/>
          </p:nvPr>
        </p:nvSpPr>
        <p:spPr>
          <a:xfrm>
            <a:off x="9555480"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3" name="Text Placeholder 14">
            <a:extLst>
              <a:ext uri="{FF2B5EF4-FFF2-40B4-BE49-F238E27FC236}">
                <a16:creationId xmlns:a16="http://schemas.microsoft.com/office/drawing/2014/main" id="{E651FCBC-9371-5A5C-1D41-08F4756B52E6}"/>
              </a:ext>
            </a:extLst>
          </p:cNvPr>
          <p:cNvSpPr>
            <a:spLocks noGrp="1"/>
          </p:cNvSpPr>
          <p:nvPr>
            <p:ph type="body" sz="quarter" idx="36"/>
          </p:nvPr>
        </p:nvSpPr>
        <p:spPr>
          <a:xfrm>
            <a:off x="9555480"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4" name="Text Placeholder 14">
            <a:extLst>
              <a:ext uri="{FF2B5EF4-FFF2-40B4-BE49-F238E27FC236}">
                <a16:creationId xmlns:a16="http://schemas.microsoft.com/office/drawing/2014/main" id="{610BD657-CC3A-8776-636A-F86D4AFA9C6D}"/>
              </a:ext>
            </a:extLst>
          </p:cNvPr>
          <p:cNvSpPr>
            <a:spLocks noGrp="1"/>
          </p:cNvSpPr>
          <p:nvPr>
            <p:ph type="body" sz="quarter" idx="37"/>
          </p:nvPr>
        </p:nvSpPr>
        <p:spPr>
          <a:xfrm>
            <a:off x="9555480" y="5658536"/>
            <a:ext cx="2048256" cy="499873"/>
          </a:xfrm>
          <a:prstGeom prst="round2SameRect">
            <a:avLst>
              <a:gd name="adj1" fmla="val 0"/>
              <a:gd name="adj2" fmla="val 12768"/>
            </a:avLst>
          </a:prstGeom>
          <a:solidFill>
            <a:schemeClr val="tx2"/>
          </a:solidFill>
        </p:spPr>
        <p:txBody>
          <a:bodyPr rIns="45720" anchor="ctr">
            <a:noAutofit/>
          </a:bodyPr>
          <a:lstStyle>
            <a:lvl1pPr algn="ctr">
              <a:lnSpc>
                <a:spcPct val="100000"/>
              </a:lnSpc>
              <a:defRPr sz="1200" kern="100" cap="all" baseline="0">
                <a:solidFill>
                  <a:schemeClr val="bg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pic>
        <p:nvPicPr>
          <p:cNvPr id="6" name="Graphic 5" descr="Lilly Logo">
            <a:extLst>
              <a:ext uri="{FF2B5EF4-FFF2-40B4-BE49-F238E27FC236}">
                <a16:creationId xmlns:a16="http://schemas.microsoft.com/office/drawing/2014/main" id="{D7989316-2A73-4C77-DDE5-01A38F6364A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2456311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ject Framework Style 02 (Three-Color)">
    <p:bg>
      <p:bgPr>
        <a:solidFill>
          <a:srgbClr val="FDD1B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1664208" y="1097280"/>
            <a:ext cx="9966960" cy="429768"/>
          </a:xfrm>
          <a:prstGeom prst="roundRect">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 name="Text Placeholder 12">
            <a:extLst>
              <a:ext uri="{FF2B5EF4-FFF2-40B4-BE49-F238E27FC236}">
                <a16:creationId xmlns:a16="http://schemas.microsoft.com/office/drawing/2014/main" id="{7336E2F2-7780-ED89-3A08-76770E2ADCFB}"/>
              </a:ext>
            </a:extLst>
          </p:cNvPr>
          <p:cNvSpPr>
            <a:spLocks noGrp="1"/>
          </p:cNvSpPr>
          <p:nvPr>
            <p:ph type="body" sz="quarter" idx="15"/>
          </p:nvPr>
        </p:nvSpPr>
        <p:spPr>
          <a:xfrm>
            <a:off x="166420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7" name="Text Placeholder 12">
            <a:extLst>
              <a:ext uri="{FF2B5EF4-FFF2-40B4-BE49-F238E27FC236}">
                <a16:creationId xmlns:a16="http://schemas.microsoft.com/office/drawing/2014/main" id="{3DAFC330-867E-E40A-4AF9-7AB9DB4805AD}"/>
              </a:ext>
            </a:extLst>
          </p:cNvPr>
          <p:cNvSpPr>
            <a:spLocks noGrp="1"/>
          </p:cNvSpPr>
          <p:nvPr>
            <p:ph type="body" sz="quarter" idx="16"/>
          </p:nvPr>
        </p:nvSpPr>
        <p:spPr>
          <a:xfrm>
            <a:off x="504748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8" name="Text Placeholder 12">
            <a:extLst>
              <a:ext uri="{FF2B5EF4-FFF2-40B4-BE49-F238E27FC236}">
                <a16:creationId xmlns:a16="http://schemas.microsoft.com/office/drawing/2014/main" id="{D9DEA1B0-9610-C565-420D-FD4DBE489D6A}"/>
              </a:ext>
            </a:extLst>
          </p:cNvPr>
          <p:cNvSpPr>
            <a:spLocks noGrp="1"/>
          </p:cNvSpPr>
          <p:nvPr>
            <p:ph type="body" sz="quarter" idx="17"/>
          </p:nvPr>
        </p:nvSpPr>
        <p:spPr>
          <a:xfrm>
            <a:off x="843076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9" name="Text Placeholder 12">
            <a:extLst>
              <a:ext uri="{FF2B5EF4-FFF2-40B4-BE49-F238E27FC236}">
                <a16:creationId xmlns:a16="http://schemas.microsoft.com/office/drawing/2014/main" id="{DFB74528-4D54-B9C2-89CE-CEECC3847AC3}"/>
              </a:ext>
            </a:extLst>
          </p:cNvPr>
          <p:cNvSpPr>
            <a:spLocks noGrp="1"/>
          </p:cNvSpPr>
          <p:nvPr>
            <p:ph type="body" sz="quarter" idx="18"/>
          </p:nvPr>
        </p:nvSpPr>
        <p:spPr>
          <a:xfrm>
            <a:off x="1664208" y="2426208"/>
            <a:ext cx="9966960" cy="292608"/>
          </a:xfrm>
          <a:prstGeom prst="roundRect">
            <a:avLst/>
          </a:prstGeom>
          <a:solidFill>
            <a:schemeClr val="tx1"/>
          </a:solidFill>
        </p:spPr>
        <p:txBody>
          <a:bodyPr lIns="91440" rIns="91440" anchor="ctr" anchorCtr="0">
            <a:normAutofit/>
          </a:bodyPr>
          <a:lstStyle>
            <a:lvl1pPr algn="l">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3" name="Text Placeholder 12">
            <a:extLst>
              <a:ext uri="{FF2B5EF4-FFF2-40B4-BE49-F238E27FC236}">
                <a16:creationId xmlns:a16="http://schemas.microsoft.com/office/drawing/2014/main" id="{3A79C568-8659-D4F8-13B9-0A976DB1E3B4}"/>
              </a:ext>
            </a:extLst>
          </p:cNvPr>
          <p:cNvSpPr>
            <a:spLocks noGrp="1"/>
          </p:cNvSpPr>
          <p:nvPr>
            <p:ph type="body" sz="quarter" idx="19"/>
          </p:nvPr>
        </p:nvSpPr>
        <p:spPr>
          <a:xfrm>
            <a:off x="1664208" y="2830068"/>
            <a:ext cx="9966960" cy="292608"/>
          </a:xfrm>
          <a:prstGeom prst="roundRect">
            <a:avLst/>
          </a:prstGeom>
          <a:solidFill>
            <a:schemeClr val="tx1"/>
          </a:solidFill>
        </p:spPr>
        <p:txBody>
          <a:bodyPr lIns="91440" rIns="91440" anchor="ctr" anchorCtr="0">
            <a:normAutofit/>
          </a:bodyPr>
          <a:lstStyle>
            <a:lvl1pPr algn="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4" name="Text Placeholder 12">
            <a:extLst>
              <a:ext uri="{FF2B5EF4-FFF2-40B4-BE49-F238E27FC236}">
                <a16:creationId xmlns:a16="http://schemas.microsoft.com/office/drawing/2014/main" id="{3DFCB1E4-D0F1-60E9-E4E0-B381E07A63C1}"/>
              </a:ext>
            </a:extLst>
          </p:cNvPr>
          <p:cNvSpPr>
            <a:spLocks noGrp="1"/>
          </p:cNvSpPr>
          <p:nvPr>
            <p:ph type="body" sz="quarter" idx="20"/>
          </p:nvPr>
        </p:nvSpPr>
        <p:spPr>
          <a:xfrm>
            <a:off x="166420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5" name="Text Placeholder 12">
            <a:extLst>
              <a:ext uri="{FF2B5EF4-FFF2-40B4-BE49-F238E27FC236}">
                <a16:creationId xmlns:a16="http://schemas.microsoft.com/office/drawing/2014/main" id="{8D4D9DF8-F8B1-3451-7277-104443967E22}"/>
              </a:ext>
            </a:extLst>
          </p:cNvPr>
          <p:cNvSpPr>
            <a:spLocks noGrp="1"/>
          </p:cNvSpPr>
          <p:nvPr>
            <p:ph type="body" sz="quarter" idx="21"/>
          </p:nvPr>
        </p:nvSpPr>
        <p:spPr>
          <a:xfrm>
            <a:off x="504748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6" name="Text Placeholder 12">
            <a:extLst>
              <a:ext uri="{FF2B5EF4-FFF2-40B4-BE49-F238E27FC236}">
                <a16:creationId xmlns:a16="http://schemas.microsoft.com/office/drawing/2014/main" id="{CEE59C68-B88A-3090-91C9-85CBA42A9C64}"/>
              </a:ext>
            </a:extLst>
          </p:cNvPr>
          <p:cNvSpPr>
            <a:spLocks noGrp="1"/>
          </p:cNvSpPr>
          <p:nvPr>
            <p:ph type="body" sz="quarter" idx="22"/>
          </p:nvPr>
        </p:nvSpPr>
        <p:spPr>
          <a:xfrm>
            <a:off x="843076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7" name="Text Placeholder 12">
            <a:extLst>
              <a:ext uri="{FF2B5EF4-FFF2-40B4-BE49-F238E27FC236}">
                <a16:creationId xmlns:a16="http://schemas.microsoft.com/office/drawing/2014/main" id="{E0A79B9F-470F-0300-F66B-B60AEA005EF8}"/>
              </a:ext>
            </a:extLst>
          </p:cNvPr>
          <p:cNvSpPr>
            <a:spLocks noGrp="1"/>
          </p:cNvSpPr>
          <p:nvPr>
            <p:ph type="body" sz="quarter" idx="23"/>
          </p:nvPr>
        </p:nvSpPr>
        <p:spPr>
          <a:xfrm>
            <a:off x="166420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8" name="Text Placeholder 12">
            <a:extLst>
              <a:ext uri="{FF2B5EF4-FFF2-40B4-BE49-F238E27FC236}">
                <a16:creationId xmlns:a16="http://schemas.microsoft.com/office/drawing/2014/main" id="{1327F0F8-4B6E-4D0C-4B1D-6EDF9A091231}"/>
              </a:ext>
            </a:extLst>
          </p:cNvPr>
          <p:cNvSpPr>
            <a:spLocks noGrp="1"/>
          </p:cNvSpPr>
          <p:nvPr>
            <p:ph type="body" sz="quarter" idx="24"/>
          </p:nvPr>
        </p:nvSpPr>
        <p:spPr>
          <a:xfrm>
            <a:off x="504748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9" name="Text Placeholder 12">
            <a:extLst>
              <a:ext uri="{FF2B5EF4-FFF2-40B4-BE49-F238E27FC236}">
                <a16:creationId xmlns:a16="http://schemas.microsoft.com/office/drawing/2014/main" id="{31F43EB5-6A69-B925-5CD0-9581641F632B}"/>
              </a:ext>
            </a:extLst>
          </p:cNvPr>
          <p:cNvSpPr>
            <a:spLocks noGrp="1"/>
          </p:cNvSpPr>
          <p:nvPr>
            <p:ph type="body" sz="quarter" idx="25"/>
          </p:nvPr>
        </p:nvSpPr>
        <p:spPr>
          <a:xfrm>
            <a:off x="843076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0" name="Text Placeholder 12">
            <a:extLst>
              <a:ext uri="{FF2B5EF4-FFF2-40B4-BE49-F238E27FC236}">
                <a16:creationId xmlns:a16="http://schemas.microsoft.com/office/drawing/2014/main" id="{18B3E7EE-A593-DE82-16A2-6AD4551CC239}"/>
              </a:ext>
            </a:extLst>
          </p:cNvPr>
          <p:cNvSpPr>
            <a:spLocks noGrp="1"/>
          </p:cNvSpPr>
          <p:nvPr>
            <p:ph type="body" sz="quarter" idx="26"/>
          </p:nvPr>
        </p:nvSpPr>
        <p:spPr>
          <a:xfrm>
            <a:off x="166420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1" name="Text Placeholder 12">
            <a:extLst>
              <a:ext uri="{FF2B5EF4-FFF2-40B4-BE49-F238E27FC236}">
                <a16:creationId xmlns:a16="http://schemas.microsoft.com/office/drawing/2014/main" id="{E8377075-22CD-AA19-08D4-78488701136A}"/>
              </a:ext>
            </a:extLst>
          </p:cNvPr>
          <p:cNvSpPr>
            <a:spLocks noGrp="1"/>
          </p:cNvSpPr>
          <p:nvPr>
            <p:ph type="body" sz="quarter" idx="27"/>
          </p:nvPr>
        </p:nvSpPr>
        <p:spPr>
          <a:xfrm>
            <a:off x="504748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2" name="Text Placeholder 12">
            <a:extLst>
              <a:ext uri="{FF2B5EF4-FFF2-40B4-BE49-F238E27FC236}">
                <a16:creationId xmlns:a16="http://schemas.microsoft.com/office/drawing/2014/main" id="{137F74FC-71E5-2A17-1FA0-EEF341FF9CF0}"/>
              </a:ext>
            </a:extLst>
          </p:cNvPr>
          <p:cNvSpPr>
            <a:spLocks noGrp="1"/>
          </p:cNvSpPr>
          <p:nvPr>
            <p:ph type="body" sz="quarter" idx="28"/>
          </p:nvPr>
        </p:nvSpPr>
        <p:spPr>
          <a:xfrm>
            <a:off x="843076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3" name="Text Placeholder 12">
            <a:extLst>
              <a:ext uri="{FF2B5EF4-FFF2-40B4-BE49-F238E27FC236}">
                <a16:creationId xmlns:a16="http://schemas.microsoft.com/office/drawing/2014/main" id="{A07ADC31-AE14-669B-4103-A483E355A700}"/>
              </a:ext>
            </a:extLst>
          </p:cNvPr>
          <p:cNvSpPr>
            <a:spLocks noGrp="1"/>
          </p:cNvSpPr>
          <p:nvPr>
            <p:ph type="body" sz="quarter" idx="29" hasCustomPrompt="1"/>
          </p:nvPr>
        </p:nvSpPr>
        <p:spPr>
          <a:xfrm>
            <a:off x="331458" y="1097280"/>
            <a:ext cx="1264977" cy="429768"/>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4" name="Text Placeholder 12">
            <a:extLst>
              <a:ext uri="{FF2B5EF4-FFF2-40B4-BE49-F238E27FC236}">
                <a16:creationId xmlns:a16="http://schemas.microsoft.com/office/drawing/2014/main" id="{1C9B1EA6-5C68-B01E-5699-C5DE25D428CD}"/>
              </a:ext>
            </a:extLst>
          </p:cNvPr>
          <p:cNvSpPr>
            <a:spLocks noGrp="1"/>
          </p:cNvSpPr>
          <p:nvPr>
            <p:ph type="body" sz="quarter" idx="30" hasCustomPrompt="1"/>
          </p:nvPr>
        </p:nvSpPr>
        <p:spPr>
          <a:xfrm>
            <a:off x="331458" y="1636776"/>
            <a:ext cx="1264977" cy="676656"/>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5" name="Text Placeholder 12">
            <a:extLst>
              <a:ext uri="{FF2B5EF4-FFF2-40B4-BE49-F238E27FC236}">
                <a16:creationId xmlns:a16="http://schemas.microsoft.com/office/drawing/2014/main" id="{CAC40CB3-A757-1417-4FC2-9DDF5F59D417}"/>
              </a:ext>
            </a:extLst>
          </p:cNvPr>
          <p:cNvSpPr>
            <a:spLocks noGrp="1"/>
          </p:cNvSpPr>
          <p:nvPr>
            <p:ph type="body" sz="quarter" idx="31" hasCustomPrompt="1"/>
          </p:nvPr>
        </p:nvSpPr>
        <p:spPr>
          <a:xfrm>
            <a:off x="329453" y="2423160"/>
            <a:ext cx="1261603" cy="704088"/>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7" name="Text Placeholder 12">
            <a:extLst>
              <a:ext uri="{FF2B5EF4-FFF2-40B4-BE49-F238E27FC236}">
                <a16:creationId xmlns:a16="http://schemas.microsoft.com/office/drawing/2014/main" id="{5A92FFEA-BB5A-3E2E-22BF-87069AF56CF6}"/>
              </a:ext>
            </a:extLst>
          </p:cNvPr>
          <p:cNvSpPr>
            <a:spLocks noGrp="1"/>
          </p:cNvSpPr>
          <p:nvPr>
            <p:ph type="body" sz="quarter" idx="33" hasCustomPrompt="1"/>
          </p:nvPr>
        </p:nvSpPr>
        <p:spPr>
          <a:xfrm>
            <a:off x="329453" y="3236976"/>
            <a:ext cx="1261603" cy="969264"/>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8" name="Text Placeholder 12">
            <a:extLst>
              <a:ext uri="{FF2B5EF4-FFF2-40B4-BE49-F238E27FC236}">
                <a16:creationId xmlns:a16="http://schemas.microsoft.com/office/drawing/2014/main" id="{7B12936C-E3B6-40EA-4861-D5721887484F}"/>
              </a:ext>
            </a:extLst>
          </p:cNvPr>
          <p:cNvSpPr>
            <a:spLocks noGrp="1"/>
          </p:cNvSpPr>
          <p:nvPr>
            <p:ph type="body" sz="quarter" idx="34" hasCustomPrompt="1"/>
          </p:nvPr>
        </p:nvSpPr>
        <p:spPr>
          <a:xfrm>
            <a:off x="331873" y="4315968"/>
            <a:ext cx="1261603" cy="969264"/>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9" name="Text Placeholder 12">
            <a:extLst>
              <a:ext uri="{FF2B5EF4-FFF2-40B4-BE49-F238E27FC236}">
                <a16:creationId xmlns:a16="http://schemas.microsoft.com/office/drawing/2014/main" id="{43E64475-8917-99AC-1E5F-E392A22C2A36}"/>
              </a:ext>
            </a:extLst>
          </p:cNvPr>
          <p:cNvSpPr>
            <a:spLocks noGrp="1"/>
          </p:cNvSpPr>
          <p:nvPr>
            <p:ph type="body" sz="quarter" idx="35" hasCustomPrompt="1"/>
          </p:nvPr>
        </p:nvSpPr>
        <p:spPr>
          <a:xfrm>
            <a:off x="329453" y="5394960"/>
            <a:ext cx="1261603" cy="493776"/>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Tree>
    <p:extLst>
      <p:ext uri="{BB962C8B-B14F-4D97-AF65-F5344CB8AC3E}">
        <p14:creationId xmlns:p14="http://schemas.microsoft.com/office/powerpoint/2010/main" val="20404597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Framework Style 03 (Three-Column)">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17" name="Title 1">
            <a:extLst>
              <a:ext uri="{FF2B5EF4-FFF2-40B4-BE49-F238E27FC236}">
                <a16:creationId xmlns:a16="http://schemas.microsoft.com/office/drawing/2014/main" id="{C8E52A8B-D8C0-7A3B-B8B9-5F60463B58FD}"/>
              </a:ext>
            </a:extLst>
          </p:cNvPr>
          <p:cNvSpPr>
            <a:spLocks noGrp="1"/>
          </p:cNvSpPr>
          <p:nvPr>
            <p:ph type="title"/>
          </p:nvPr>
        </p:nvSpPr>
        <p:spPr>
          <a:xfrm>
            <a:off x="621792" y="434917"/>
            <a:ext cx="10972800" cy="252517"/>
          </a:xfrm>
        </p:spPr>
        <p:txBody>
          <a:bodyPr>
            <a:noAutofit/>
          </a:bodyPr>
          <a:lstStyle>
            <a:lvl1pPr>
              <a:lnSpc>
                <a:spcPct val="100000"/>
              </a:lnSpc>
              <a:spcAft>
                <a:spcPts val="0"/>
              </a:spcAft>
              <a:defRPr sz="1750" b="1" i="0" cap="none" spc="0" baseline="0">
                <a:solidFill>
                  <a:schemeClr val="accent1"/>
                </a:solidFill>
                <a:latin typeface="Arial Black" panose="020B0604020202020204" pitchFamily="34" charset="0"/>
              </a:defRPr>
            </a:lvl1pPr>
          </a:lstStyle>
          <a:p>
            <a:r>
              <a:rPr lang="en-US" dirty="0"/>
              <a:t>Click to edit Master title style</a:t>
            </a:r>
          </a:p>
        </p:txBody>
      </p:sp>
      <p:sp>
        <p:nvSpPr>
          <p:cNvPr id="23" name="Text Placeholder 12">
            <a:extLst>
              <a:ext uri="{FF2B5EF4-FFF2-40B4-BE49-F238E27FC236}">
                <a16:creationId xmlns:a16="http://schemas.microsoft.com/office/drawing/2014/main" id="{FD8F0EAC-8B05-FEFD-8E39-E0C40D8852C5}"/>
              </a:ext>
            </a:extLst>
          </p:cNvPr>
          <p:cNvSpPr>
            <a:spLocks noGrp="1"/>
          </p:cNvSpPr>
          <p:nvPr>
            <p:ph type="body" sz="quarter" idx="16"/>
          </p:nvPr>
        </p:nvSpPr>
        <p:spPr>
          <a:xfrm>
            <a:off x="621792" y="1225296"/>
            <a:ext cx="10972800" cy="374904"/>
          </a:xfrm>
          <a:prstGeom prst="round2SameRect">
            <a:avLst>
              <a:gd name="adj1" fmla="val 14691"/>
              <a:gd name="adj2" fmla="val 0"/>
            </a:avLst>
          </a:prstGeom>
          <a:solidFill>
            <a:srgbClr val="FDE8E5"/>
          </a:solidFill>
        </p:spPr>
        <p:txBody>
          <a:bodyPr lIns="45720" rIns="45720" anchor="ctr" anchorCtr="0">
            <a:normAutofit/>
          </a:bodyPr>
          <a:lstStyle>
            <a:lvl1pPr algn="ctr">
              <a:lnSpc>
                <a:spcPct val="100000"/>
              </a:lnSpc>
              <a:spcBef>
                <a:spcPts val="0"/>
              </a:spcBef>
              <a:defRPr sz="1200" b="1" i="0" cap="all" baseline="0">
                <a:solidFill>
                  <a:schemeClr val="tx1"/>
                </a:solidFill>
                <a:latin typeface="Arial Black" panose="020B0604020202020204" pitchFamily="34" charset="0"/>
              </a:defRPr>
            </a:lvl1pPr>
            <a:lvl2pPr marL="0" indent="0">
              <a:buNone/>
              <a:defRPr/>
            </a:lvl2pPr>
          </a:lstStyle>
          <a:p>
            <a:pPr lvl="0"/>
            <a:r>
              <a:rPr lang="en-US" dirty="0"/>
              <a:t>Click to edit Master text styles</a:t>
            </a:r>
          </a:p>
        </p:txBody>
      </p:sp>
      <p:sp>
        <p:nvSpPr>
          <p:cNvPr id="26" name="Text Placeholder 12">
            <a:extLst>
              <a:ext uri="{FF2B5EF4-FFF2-40B4-BE49-F238E27FC236}">
                <a16:creationId xmlns:a16="http://schemas.microsoft.com/office/drawing/2014/main" id="{B21D3D42-6F48-395E-BDF5-07713F217256}"/>
              </a:ext>
            </a:extLst>
          </p:cNvPr>
          <p:cNvSpPr>
            <a:spLocks noGrp="1"/>
          </p:cNvSpPr>
          <p:nvPr>
            <p:ph type="body" sz="quarter" idx="17"/>
          </p:nvPr>
        </p:nvSpPr>
        <p:spPr>
          <a:xfrm>
            <a:off x="448513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28" name="Text Placeholder 12">
            <a:extLst>
              <a:ext uri="{FF2B5EF4-FFF2-40B4-BE49-F238E27FC236}">
                <a16:creationId xmlns:a16="http://schemas.microsoft.com/office/drawing/2014/main" id="{CA130F3B-DF95-EF97-1DBF-BAED9E55D62F}"/>
              </a:ext>
            </a:extLst>
          </p:cNvPr>
          <p:cNvSpPr>
            <a:spLocks noGrp="1"/>
          </p:cNvSpPr>
          <p:nvPr>
            <p:ph type="body" sz="quarter" idx="19"/>
          </p:nvPr>
        </p:nvSpPr>
        <p:spPr>
          <a:xfrm>
            <a:off x="834847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30" name="Text Placeholder 12">
            <a:extLst>
              <a:ext uri="{FF2B5EF4-FFF2-40B4-BE49-F238E27FC236}">
                <a16:creationId xmlns:a16="http://schemas.microsoft.com/office/drawing/2014/main" id="{A2FB8574-9290-1349-8FF5-FA79451A35DA}"/>
              </a:ext>
            </a:extLst>
          </p:cNvPr>
          <p:cNvSpPr>
            <a:spLocks noGrp="1"/>
          </p:cNvSpPr>
          <p:nvPr>
            <p:ph type="body" sz="quarter" idx="21" hasCustomPrompt="1"/>
          </p:nvPr>
        </p:nvSpPr>
        <p:spPr>
          <a:xfrm>
            <a:off x="612648" y="696578"/>
            <a:ext cx="10981944"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31" name="Text Placeholder 14">
            <a:extLst>
              <a:ext uri="{FF2B5EF4-FFF2-40B4-BE49-F238E27FC236}">
                <a16:creationId xmlns:a16="http://schemas.microsoft.com/office/drawing/2014/main" id="{F8DB6D04-FDDF-890A-BD06-6D1FB34D044E}"/>
              </a:ext>
            </a:extLst>
          </p:cNvPr>
          <p:cNvSpPr>
            <a:spLocks noGrp="1"/>
          </p:cNvSpPr>
          <p:nvPr>
            <p:ph type="body" sz="quarter" idx="22"/>
          </p:nvPr>
        </p:nvSpPr>
        <p:spPr>
          <a:xfrm>
            <a:off x="4489704"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32" name="Text Placeholder 14">
            <a:extLst>
              <a:ext uri="{FF2B5EF4-FFF2-40B4-BE49-F238E27FC236}">
                <a16:creationId xmlns:a16="http://schemas.microsoft.com/office/drawing/2014/main" id="{ECE07D9B-8DAB-D83F-4DC0-CE908DA94453}"/>
              </a:ext>
            </a:extLst>
          </p:cNvPr>
          <p:cNvSpPr>
            <a:spLocks noGrp="1"/>
          </p:cNvSpPr>
          <p:nvPr>
            <p:ph type="body" sz="quarter" idx="23"/>
          </p:nvPr>
        </p:nvSpPr>
        <p:spPr>
          <a:xfrm>
            <a:off x="8302752"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15720824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ject Framework Style 03 (Five-Column)">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17" name="Title 1">
            <a:extLst>
              <a:ext uri="{FF2B5EF4-FFF2-40B4-BE49-F238E27FC236}">
                <a16:creationId xmlns:a16="http://schemas.microsoft.com/office/drawing/2014/main" id="{C8E52A8B-D8C0-7A3B-B8B9-5F60463B58FD}"/>
              </a:ext>
            </a:extLst>
          </p:cNvPr>
          <p:cNvSpPr>
            <a:spLocks noGrp="1"/>
          </p:cNvSpPr>
          <p:nvPr>
            <p:ph type="title"/>
          </p:nvPr>
        </p:nvSpPr>
        <p:spPr>
          <a:xfrm>
            <a:off x="621792" y="434917"/>
            <a:ext cx="10972800" cy="252517"/>
          </a:xfrm>
        </p:spPr>
        <p:txBody>
          <a:bodyPr>
            <a:noAutofit/>
          </a:bodyPr>
          <a:lstStyle>
            <a:lvl1pPr>
              <a:lnSpc>
                <a:spcPct val="100000"/>
              </a:lnSpc>
              <a:spcAft>
                <a:spcPts val="0"/>
              </a:spcAft>
              <a:defRPr sz="1750" b="1" i="0" cap="none" spc="0" baseline="0">
                <a:solidFill>
                  <a:schemeClr val="accent1"/>
                </a:solidFill>
                <a:latin typeface="Arial Black" panose="020B0604020202020204" pitchFamily="34" charset="0"/>
              </a:defRPr>
            </a:lvl1pPr>
          </a:lstStyle>
          <a:p>
            <a:r>
              <a:rPr lang="en-US" dirty="0"/>
              <a:t>Click to edit Master title style</a:t>
            </a:r>
          </a:p>
        </p:txBody>
      </p:sp>
      <p:sp>
        <p:nvSpPr>
          <p:cNvPr id="23" name="Text Placeholder 12">
            <a:extLst>
              <a:ext uri="{FF2B5EF4-FFF2-40B4-BE49-F238E27FC236}">
                <a16:creationId xmlns:a16="http://schemas.microsoft.com/office/drawing/2014/main" id="{FD8F0EAC-8B05-FEFD-8E39-E0C40D8852C5}"/>
              </a:ext>
            </a:extLst>
          </p:cNvPr>
          <p:cNvSpPr>
            <a:spLocks noGrp="1"/>
          </p:cNvSpPr>
          <p:nvPr>
            <p:ph type="body" sz="quarter" idx="16"/>
          </p:nvPr>
        </p:nvSpPr>
        <p:spPr>
          <a:xfrm>
            <a:off x="621792" y="1225296"/>
            <a:ext cx="10972800" cy="374904"/>
          </a:xfrm>
          <a:prstGeom prst="round2SameRect">
            <a:avLst>
              <a:gd name="adj1" fmla="val 14691"/>
              <a:gd name="adj2" fmla="val 0"/>
            </a:avLst>
          </a:prstGeom>
          <a:solidFill>
            <a:srgbClr val="FDE8E5"/>
          </a:solidFill>
        </p:spPr>
        <p:txBody>
          <a:bodyPr lIns="45720" rIns="45720" anchor="ctr" anchorCtr="0">
            <a:normAutofit/>
          </a:bodyPr>
          <a:lstStyle>
            <a:lvl1pPr algn="ctr">
              <a:lnSpc>
                <a:spcPct val="100000"/>
              </a:lnSpc>
              <a:spcBef>
                <a:spcPts val="0"/>
              </a:spcBef>
              <a:defRPr sz="1200" b="1" i="0" cap="all" baseline="0">
                <a:solidFill>
                  <a:schemeClr val="tx1"/>
                </a:solidFill>
                <a:latin typeface="Arial Black" panose="020B0604020202020204" pitchFamily="34" charset="0"/>
              </a:defRPr>
            </a:lvl1pPr>
            <a:lvl2pPr marL="0" indent="0">
              <a:buNone/>
              <a:defRPr/>
            </a:lvl2pPr>
          </a:lstStyle>
          <a:p>
            <a:pPr lvl="0"/>
            <a:r>
              <a:rPr lang="en-US" dirty="0"/>
              <a:t>Click to edit Master text styles</a:t>
            </a:r>
          </a:p>
        </p:txBody>
      </p:sp>
      <p:sp>
        <p:nvSpPr>
          <p:cNvPr id="30" name="Text Placeholder 12">
            <a:extLst>
              <a:ext uri="{FF2B5EF4-FFF2-40B4-BE49-F238E27FC236}">
                <a16:creationId xmlns:a16="http://schemas.microsoft.com/office/drawing/2014/main" id="{A2FB8574-9290-1349-8FF5-FA79451A35DA}"/>
              </a:ext>
            </a:extLst>
          </p:cNvPr>
          <p:cNvSpPr>
            <a:spLocks noGrp="1"/>
          </p:cNvSpPr>
          <p:nvPr>
            <p:ph type="body" sz="quarter" idx="21" hasCustomPrompt="1"/>
          </p:nvPr>
        </p:nvSpPr>
        <p:spPr>
          <a:xfrm>
            <a:off x="612648" y="696578"/>
            <a:ext cx="10981944"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5" name="Text Placeholder 12">
            <a:extLst>
              <a:ext uri="{FF2B5EF4-FFF2-40B4-BE49-F238E27FC236}">
                <a16:creationId xmlns:a16="http://schemas.microsoft.com/office/drawing/2014/main" id="{77A6F52B-3DF2-C235-31D2-C9BDB4BCAA63}"/>
              </a:ext>
            </a:extLst>
          </p:cNvPr>
          <p:cNvSpPr>
            <a:spLocks noGrp="1"/>
          </p:cNvSpPr>
          <p:nvPr>
            <p:ph type="body" sz="quarter" idx="22"/>
          </p:nvPr>
        </p:nvSpPr>
        <p:spPr>
          <a:xfrm>
            <a:off x="2855214"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6" name="Text Placeholder 14">
            <a:extLst>
              <a:ext uri="{FF2B5EF4-FFF2-40B4-BE49-F238E27FC236}">
                <a16:creationId xmlns:a16="http://schemas.microsoft.com/office/drawing/2014/main" id="{C946BDFE-5E54-871A-952D-BF76891BD5F8}"/>
              </a:ext>
            </a:extLst>
          </p:cNvPr>
          <p:cNvSpPr>
            <a:spLocks noGrp="1"/>
          </p:cNvSpPr>
          <p:nvPr>
            <p:ph type="body" sz="quarter" idx="23"/>
          </p:nvPr>
        </p:nvSpPr>
        <p:spPr>
          <a:xfrm>
            <a:off x="2855214"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7" name="Text Placeholder 12">
            <a:extLst>
              <a:ext uri="{FF2B5EF4-FFF2-40B4-BE49-F238E27FC236}">
                <a16:creationId xmlns:a16="http://schemas.microsoft.com/office/drawing/2014/main" id="{596179E3-8B7C-811F-1251-F91083E322D3}"/>
              </a:ext>
            </a:extLst>
          </p:cNvPr>
          <p:cNvSpPr>
            <a:spLocks noGrp="1"/>
          </p:cNvSpPr>
          <p:nvPr>
            <p:ph type="body" sz="quarter" idx="24"/>
          </p:nvPr>
        </p:nvSpPr>
        <p:spPr>
          <a:xfrm>
            <a:off x="5088636"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8" name="Text Placeholder 14">
            <a:extLst>
              <a:ext uri="{FF2B5EF4-FFF2-40B4-BE49-F238E27FC236}">
                <a16:creationId xmlns:a16="http://schemas.microsoft.com/office/drawing/2014/main" id="{180DA080-9C65-6490-7B71-C7CF1EBDD705}"/>
              </a:ext>
            </a:extLst>
          </p:cNvPr>
          <p:cNvSpPr>
            <a:spLocks noGrp="1"/>
          </p:cNvSpPr>
          <p:nvPr>
            <p:ph type="body" sz="quarter" idx="25"/>
          </p:nvPr>
        </p:nvSpPr>
        <p:spPr>
          <a:xfrm>
            <a:off x="5088636"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9" name="Text Placeholder 12">
            <a:extLst>
              <a:ext uri="{FF2B5EF4-FFF2-40B4-BE49-F238E27FC236}">
                <a16:creationId xmlns:a16="http://schemas.microsoft.com/office/drawing/2014/main" id="{CA33375E-DF99-BA79-3139-7EC3CC3217D9}"/>
              </a:ext>
            </a:extLst>
          </p:cNvPr>
          <p:cNvSpPr>
            <a:spLocks noGrp="1"/>
          </p:cNvSpPr>
          <p:nvPr>
            <p:ph type="body" sz="quarter" idx="26"/>
          </p:nvPr>
        </p:nvSpPr>
        <p:spPr>
          <a:xfrm>
            <a:off x="7322058"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0" name="Text Placeholder 14">
            <a:extLst>
              <a:ext uri="{FF2B5EF4-FFF2-40B4-BE49-F238E27FC236}">
                <a16:creationId xmlns:a16="http://schemas.microsoft.com/office/drawing/2014/main" id="{06A783A2-5F48-9BAF-1939-730DDDB32534}"/>
              </a:ext>
            </a:extLst>
          </p:cNvPr>
          <p:cNvSpPr>
            <a:spLocks noGrp="1"/>
          </p:cNvSpPr>
          <p:nvPr>
            <p:ph type="body" sz="quarter" idx="27"/>
          </p:nvPr>
        </p:nvSpPr>
        <p:spPr>
          <a:xfrm>
            <a:off x="7322058"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
        <p:nvSpPr>
          <p:cNvPr id="11" name="Text Placeholder 12">
            <a:extLst>
              <a:ext uri="{FF2B5EF4-FFF2-40B4-BE49-F238E27FC236}">
                <a16:creationId xmlns:a16="http://schemas.microsoft.com/office/drawing/2014/main" id="{38E4A5CB-F748-81FD-A0B3-F5E167BEB647}"/>
              </a:ext>
            </a:extLst>
          </p:cNvPr>
          <p:cNvSpPr>
            <a:spLocks noGrp="1"/>
          </p:cNvSpPr>
          <p:nvPr>
            <p:ph type="body" sz="quarter" idx="28"/>
          </p:nvPr>
        </p:nvSpPr>
        <p:spPr>
          <a:xfrm>
            <a:off x="9555480"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dirty="0"/>
              <a:t>Click to edit Master text styles</a:t>
            </a:r>
          </a:p>
        </p:txBody>
      </p:sp>
      <p:sp>
        <p:nvSpPr>
          <p:cNvPr id="12" name="Text Placeholder 14">
            <a:extLst>
              <a:ext uri="{FF2B5EF4-FFF2-40B4-BE49-F238E27FC236}">
                <a16:creationId xmlns:a16="http://schemas.microsoft.com/office/drawing/2014/main" id="{AE454E00-F7E4-062B-2A65-42BBED52D262}"/>
              </a:ext>
            </a:extLst>
          </p:cNvPr>
          <p:cNvSpPr>
            <a:spLocks noGrp="1"/>
          </p:cNvSpPr>
          <p:nvPr>
            <p:ph type="body" sz="quarter" idx="29"/>
          </p:nvPr>
        </p:nvSpPr>
        <p:spPr>
          <a:xfrm>
            <a:off x="9555480"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62632641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wo Contents">
    <p:bg>
      <p:bgRef idx="1001">
        <a:schemeClr val="bg2"/>
      </p:bgRef>
    </p:bg>
    <p:spTree>
      <p:nvGrpSpPr>
        <p:cNvPr id="1" name=""/>
        <p:cNvGrpSpPr/>
        <p:nvPr/>
      </p:nvGrpSpPr>
      <p:grpSpPr>
        <a:xfrm>
          <a:off x="0" y="0"/>
          <a:ext cx="0" cy="0"/>
          <a:chOff x="0" y="0"/>
          <a:chExt cx="0" cy="0"/>
        </a:xfrm>
      </p:grpSpPr>
      <p:sp>
        <p:nvSpPr>
          <p:cNvPr id="13" name="Header Left">
            <a:extLst>
              <a:ext uri="{FF2B5EF4-FFF2-40B4-BE49-F238E27FC236}">
                <a16:creationId xmlns:a16="http://schemas.microsoft.com/office/drawing/2014/main" id="{41458872-51C5-A60F-419E-70246796DA63}"/>
              </a:ext>
            </a:extLst>
          </p:cNvPr>
          <p:cNvSpPr>
            <a:spLocks noGrp="1"/>
          </p:cNvSpPr>
          <p:nvPr>
            <p:ph type="body" sz="quarter" idx="14"/>
          </p:nvPr>
        </p:nvSpPr>
        <p:spPr>
          <a:xfrm>
            <a:off x="-1" y="0"/>
            <a:ext cx="6099048" cy="6858000"/>
          </a:xfrm>
          <a:solidFill>
            <a:schemeClr val="accent4"/>
          </a:solidFill>
        </p:spPr>
        <p:txBody>
          <a:bodyPr lIns="182880" tIns="182880" rIns="274320" bIns="4846320" anchor="ctr" anchorCtr="0">
            <a:noAutofit/>
          </a:bodyPr>
          <a:lstStyle>
            <a:lvl1pPr algn="ctr">
              <a:lnSpc>
                <a:spcPts val="4000"/>
              </a:lnSpc>
              <a:spcBef>
                <a:spcPts val="0"/>
              </a:spcBef>
              <a:defRPr sz="4000" b="1" i="0" cap="all" baseline="0">
                <a:solidFill>
                  <a:srgbClr val="C6DCD8"/>
                </a:solidFill>
                <a:latin typeface="Arial Black" panose="020B0604020202020204" pitchFamily="34" charset="0"/>
              </a:defRPr>
            </a:lvl1pPr>
            <a:lvl2pPr marL="0" indent="0">
              <a:buNone/>
              <a:defRPr/>
            </a:lvl2pPr>
          </a:lstStyle>
          <a:p>
            <a:pPr lvl="0"/>
            <a:r>
              <a:rPr lang="en-US" dirty="0"/>
              <a:t>Click to edit Master text styles</a:t>
            </a:r>
          </a:p>
        </p:txBody>
      </p:sp>
      <p:sp>
        <p:nvSpPr>
          <p:cNvPr id="16" name="Header Right">
            <a:extLst>
              <a:ext uri="{FF2B5EF4-FFF2-40B4-BE49-F238E27FC236}">
                <a16:creationId xmlns:a16="http://schemas.microsoft.com/office/drawing/2014/main" id="{0C1D12FA-0F58-2AC7-1D69-2E4F4AA828AE}"/>
              </a:ext>
            </a:extLst>
          </p:cNvPr>
          <p:cNvSpPr>
            <a:spLocks noGrp="1"/>
          </p:cNvSpPr>
          <p:nvPr>
            <p:ph type="body" sz="quarter" idx="15"/>
          </p:nvPr>
        </p:nvSpPr>
        <p:spPr>
          <a:xfrm>
            <a:off x="6099048" y="0"/>
            <a:ext cx="6099048" cy="6858000"/>
          </a:xfrm>
          <a:solidFill>
            <a:schemeClr val="accent6"/>
          </a:solidFill>
        </p:spPr>
        <p:txBody>
          <a:bodyPr lIns="182880" tIns="182880" rIns="274320" bIns="4846320" anchor="ctr" anchorCtr="0">
            <a:noAutofit/>
          </a:bodyPr>
          <a:lstStyle>
            <a:lvl1pPr algn="ctr">
              <a:lnSpc>
                <a:spcPts val="4000"/>
              </a:lnSpc>
              <a:spcBef>
                <a:spcPts val="0"/>
              </a:spcBef>
              <a:defRPr sz="4000" b="1" i="0" cap="all" baseline="0">
                <a:solidFill>
                  <a:schemeClr val="bg2"/>
                </a:solidFill>
                <a:latin typeface="Arial Black" panose="020B0604020202020204" pitchFamily="34" charset="0"/>
              </a:defRPr>
            </a:lvl1pPr>
            <a:lvl2pPr marL="0" indent="0">
              <a:buNone/>
              <a:defRPr/>
            </a:lvl2pPr>
          </a:lstStyle>
          <a:p>
            <a:pPr lvl="0"/>
            <a:r>
              <a:rPr lang="en-US" dirty="0"/>
              <a:t>Click to edit Master text styles</a:t>
            </a:r>
          </a:p>
        </p:txBody>
      </p:sp>
      <p:sp>
        <p:nvSpPr>
          <p:cNvPr id="3" name="Footer Placeholder 2">
            <a:extLst>
              <a:ext uri="{FF2B5EF4-FFF2-40B4-BE49-F238E27FC236}">
                <a16:creationId xmlns:a16="http://schemas.microsoft.com/office/drawing/2014/main" id="{FF83DD32-A143-EFB3-CBDA-97CC1802685F}"/>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89864187-5257-9A5E-12FF-320671ABBFF7}"/>
              </a:ext>
            </a:extLst>
          </p:cNvPr>
          <p:cNvSpPr>
            <a:spLocks noGrp="1"/>
          </p:cNvSpPr>
          <p:nvPr>
            <p:ph type="sldNum" sz="quarter" idx="11"/>
          </p:nvPr>
        </p:nvSpPr>
        <p:spPr/>
        <p:txBody>
          <a:bodyPr/>
          <a:lstStyle/>
          <a:p>
            <a:fld id="{48135D20-C3A1-FF4C-B4DB-BE449A9B144D}" type="slidenum">
              <a:rPr lang="en-US"/>
              <a:t>‹#›</a:t>
            </a:fld>
            <a:endParaRPr lang="en-US"/>
          </a:p>
        </p:txBody>
      </p:sp>
      <p:sp>
        <p:nvSpPr>
          <p:cNvPr id="6" name="Text Placeholder 5">
            <a:extLst>
              <a:ext uri="{FF2B5EF4-FFF2-40B4-BE49-F238E27FC236}">
                <a16:creationId xmlns:a16="http://schemas.microsoft.com/office/drawing/2014/main" id="{090EE555-4906-7BE1-D7C9-64C14615AFB1}"/>
              </a:ext>
            </a:extLst>
          </p:cNvPr>
          <p:cNvSpPr>
            <a:spLocks noGrp="1"/>
          </p:cNvSpPr>
          <p:nvPr>
            <p:ph type="body" sz="quarter" idx="12"/>
          </p:nvPr>
        </p:nvSpPr>
        <p:spPr>
          <a:xfrm>
            <a:off x="466643" y="2084832"/>
            <a:ext cx="5153572" cy="2877014"/>
          </a:xfrm>
          <a:noFill/>
        </p:spPr>
        <p:txBody>
          <a:bodyPr lIns="0" tIns="0" rIns="0" anchor="ctr" anchorCtr="0">
            <a:normAutofit/>
          </a:bodyPr>
          <a:lstStyle>
            <a:lvl1pPr algn="ctr">
              <a:lnSpc>
                <a:spcPct val="85000"/>
              </a:lnSpc>
              <a:defRPr sz="3300" b="1" i="0">
                <a:solidFill>
                  <a:schemeClr val="tx1"/>
                </a:solidFill>
                <a:latin typeface="Arial Black" panose="020B0604020202020204" pitchFamily="34" charset="0"/>
              </a:defRPr>
            </a:lvl1pPr>
            <a:lvl2pPr algn="ctr">
              <a:lnSpc>
                <a:spcPct val="100000"/>
              </a:lnSpc>
              <a:defRPr sz="3300" b="1" i="0">
                <a:solidFill>
                  <a:schemeClr val="bg1"/>
                </a:solidFill>
                <a:latin typeface="Arial Black" panose="020B0A04020102020204" pitchFamily="34" charset="0"/>
              </a:defRPr>
            </a:lvl2pPr>
            <a:lvl3pPr algn="ctr">
              <a:lnSpc>
                <a:spcPct val="100000"/>
              </a:lnSpc>
              <a:defRPr sz="3300" b="1" i="0">
                <a:solidFill>
                  <a:schemeClr val="bg1"/>
                </a:solidFill>
                <a:latin typeface="Arial Black" panose="020B0A04020102020204" pitchFamily="34" charset="0"/>
              </a:defRPr>
            </a:lvl3pPr>
            <a:lvl4pPr algn="ctr">
              <a:lnSpc>
                <a:spcPct val="100000"/>
              </a:lnSpc>
              <a:defRPr sz="3300" b="1" i="0">
                <a:solidFill>
                  <a:schemeClr val="bg1"/>
                </a:solidFill>
                <a:latin typeface="Arial Black" panose="020B0A04020102020204" pitchFamily="34" charset="0"/>
              </a:defRPr>
            </a:lvl4pPr>
            <a:lvl5pPr algn="ctr">
              <a:lnSpc>
                <a:spcPct val="100000"/>
              </a:lnSpc>
              <a:defRPr sz="3300" b="1" i="0">
                <a:solidFill>
                  <a:schemeClr val="bg1"/>
                </a:solidFill>
                <a:latin typeface="Arial Black" panose="020B0A04020102020204" pitchFamily="34" charset="0"/>
              </a:defRPr>
            </a:lvl5pPr>
          </a:lstStyle>
          <a:p>
            <a:pPr lvl="0"/>
            <a:r>
              <a:rPr lang="en-US" dirty="0"/>
              <a:t>Click to edit Master text styles</a:t>
            </a:r>
          </a:p>
        </p:txBody>
      </p:sp>
      <p:sp>
        <p:nvSpPr>
          <p:cNvPr id="17" name="Text Placeholder 5">
            <a:extLst>
              <a:ext uri="{FF2B5EF4-FFF2-40B4-BE49-F238E27FC236}">
                <a16:creationId xmlns:a16="http://schemas.microsoft.com/office/drawing/2014/main" id="{75E612EB-F504-FA4E-EF6F-65E46FBE4376}"/>
              </a:ext>
            </a:extLst>
          </p:cNvPr>
          <p:cNvSpPr>
            <a:spLocks noGrp="1"/>
          </p:cNvSpPr>
          <p:nvPr>
            <p:ph type="body" sz="quarter" idx="16"/>
          </p:nvPr>
        </p:nvSpPr>
        <p:spPr>
          <a:xfrm>
            <a:off x="6566360" y="2084832"/>
            <a:ext cx="5153572" cy="2877014"/>
          </a:xfrm>
          <a:noFill/>
        </p:spPr>
        <p:txBody>
          <a:bodyPr lIns="0" tIns="0" rIns="0" anchor="ctr" anchorCtr="0">
            <a:normAutofit/>
          </a:bodyPr>
          <a:lstStyle>
            <a:lvl1pPr algn="ctr">
              <a:lnSpc>
                <a:spcPct val="85000"/>
              </a:lnSpc>
              <a:defRPr sz="5200" b="1" i="0">
                <a:solidFill>
                  <a:schemeClr val="accent2"/>
                </a:solidFill>
                <a:latin typeface="Arial Black" panose="020B0604020202020204" pitchFamily="34" charset="0"/>
              </a:defRPr>
            </a:lvl1pPr>
            <a:lvl2pPr algn="ctr">
              <a:lnSpc>
                <a:spcPct val="100000"/>
              </a:lnSpc>
              <a:defRPr sz="3300" b="1" i="0">
                <a:solidFill>
                  <a:schemeClr val="bg1"/>
                </a:solidFill>
                <a:latin typeface="Arial Black" panose="020B0A04020102020204" pitchFamily="34" charset="0"/>
              </a:defRPr>
            </a:lvl2pPr>
            <a:lvl3pPr algn="ctr">
              <a:lnSpc>
                <a:spcPct val="100000"/>
              </a:lnSpc>
              <a:defRPr sz="3300" b="1" i="0">
                <a:solidFill>
                  <a:schemeClr val="bg1"/>
                </a:solidFill>
                <a:latin typeface="Arial Black" panose="020B0A04020102020204" pitchFamily="34" charset="0"/>
              </a:defRPr>
            </a:lvl3pPr>
            <a:lvl4pPr algn="ctr">
              <a:lnSpc>
                <a:spcPct val="100000"/>
              </a:lnSpc>
              <a:defRPr sz="3300" b="1" i="0">
                <a:solidFill>
                  <a:schemeClr val="bg1"/>
                </a:solidFill>
                <a:latin typeface="Arial Black" panose="020B0A04020102020204" pitchFamily="34" charset="0"/>
              </a:defRPr>
            </a:lvl4pPr>
            <a:lvl5pPr algn="ctr">
              <a:lnSpc>
                <a:spcPct val="100000"/>
              </a:lnSpc>
              <a:defRPr sz="3300" b="1" i="0">
                <a:solidFill>
                  <a:schemeClr val="bg1"/>
                </a:solidFill>
                <a:latin typeface="Arial Black" panose="020B0A04020102020204" pitchFamily="34" charset="0"/>
              </a:defRPr>
            </a:lvl5pPr>
          </a:lstStyle>
          <a:p>
            <a:pPr lvl="0"/>
            <a:r>
              <a:rPr lang="en-US" dirty="0"/>
              <a:t>Click to edit Master text styles</a:t>
            </a:r>
          </a:p>
        </p:txBody>
      </p:sp>
      <p:pic>
        <p:nvPicPr>
          <p:cNvPr id="8" name="Graphic 7" descr="Lilly Logo">
            <a:extLst>
              <a:ext uri="{FF2B5EF4-FFF2-40B4-BE49-F238E27FC236}">
                <a16:creationId xmlns:a16="http://schemas.microsoft.com/office/drawing/2014/main" id="{C2367760-3D2F-F434-DC62-01AC4E13BB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75354915"/>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Milestones Two-Color–Dark &amp; Dark">
    <p:bg>
      <p:bgRef idx="1001">
        <a:schemeClr val="bg1"/>
      </p:bgRef>
    </p:bg>
    <p:spTree>
      <p:nvGrpSpPr>
        <p:cNvPr id="1" name=""/>
        <p:cNvGrpSpPr/>
        <p:nvPr/>
      </p:nvGrpSpPr>
      <p:grpSpPr>
        <a:xfrm>
          <a:off x="0" y="0"/>
          <a:ext cx="0" cy="0"/>
          <a:chOff x="0" y="0"/>
          <a:chExt cx="0" cy="0"/>
        </a:xfrm>
      </p:grpSpPr>
      <p:sp>
        <p:nvSpPr>
          <p:cNvPr id="24" name="SmartArt Placeholder 23">
            <a:extLst>
              <a:ext uri="{FF2B5EF4-FFF2-40B4-BE49-F238E27FC236}">
                <a16:creationId xmlns:a16="http://schemas.microsoft.com/office/drawing/2014/main" id="{1C4E0AEE-D5C6-F81E-1380-71BF665B6402}"/>
              </a:ext>
            </a:extLst>
          </p:cNvPr>
          <p:cNvSpPr>
            <a:spLocks noGrp="1"/>
          </p:cNvSpPr>
          <p:nvPr>
            <p:ph type="dgm" sz="quarter" idx="14"/>
          </p:nvPr>
        </p:nvSpPr>
        <p:spPr>
          <a:xfrm>
            <a:off x="6095999" y="-4"/>
            <a:ext cx="6096000" cy="6864096"/>
          </a:xfrm>
          <a:solidFill>
            <a:schemeClr val="accent1"/>
          </a:solidFill>
        </p:spPr>
        <p:txBody>
          <a:bodyPr/>
          <a:lstStyle>
            <a:lvl1pPr>
              <a:defRPr>
                <a:noFill/>
              </a:defRPr>
            </a:lvl1pPr>
          </a:lstStyle>
          <a:p>
            <a:endParaRPr lang="en-US" dirty="0"/>
          </a:p>
        </p:txBody>
      </p:sp>
      <p:sp>
        <p:nvSpPr>
          <p:cNvPr id="3" name="Slide Number Placeholder 2">
            <a:extLst>
              <a:ext uri="{FF2B5EF4-FFF2-40B4-BE49-F238E27FC236}">
                <a16:creationId xmlns:a16="http://schemas.microsoft.com/office/drawing/2014/main" id="{837C7FE1-1CB5-DF8D-7841-7EF2A456B43A}"/>
              </a:ext>
            </a:extLst>
          </p:cNvPr>
          <p:cNvSpPr>
            <a:spLocks noGrp="1"/>
          </p:cNvSpPr>
          <p:nvPr>
            <p:ph type="sldNum" idx="10"/>
          </p:nvPr>
        </p:nvSpPr>
        <p:spPr/>
        <p:txBody>
          <a:bodyPr/>
          <a:lstStyle/>
          <a:p>
            <a:fld id="{00000000-1234-1234-1234-123412341234}" type="slidenum">
              <a:rPr lang="en" smtClean="0"/>
              <a:pPr/>
              <a:t>‹#›</a:t>
            </a:fld>
            <a:endParaRPr lang="en" dirty="0"/>
          </a:p>
        </p:txBody>
      </p:sp>
      <p:sp>
        <p:nvSpPr>
          <p:cNvPr id="4" name="Footer Placeholder 3">
            <a:extLst>
              <a:ext uri="{FF2B5EF4-FFF2-40B4-BE49-F238E27FC236}">
                <a16:creationId xmlns:a16="http://schemas.microsoft.com/office/drawing/2014/main" id="{FEDD6445-DAEF-2049-72F1-ED55C6621D1E}"/>
              </a:ext>
            </a:extLst>
          </p:cNvPr>
          <p:cNvSpPr>
            <a:spLocks noGrp="1"/>
          </p:cNvSpPr>
          <p:nvPr>
            <p:ph type="ftr" sz="quarter" idx="11"/>
          </p:nvPr>
        </p:nvSpPr>
        <p:spPr/>
        <p:txBody>
          <a:bodyPr/>
          <a:lstStyle/>
          <a:p>
            <a:r>
              <a:rPr lang="en-US" dirty="0"/>
              <a:t>Company Confidential  © 2025 Eli Lilly and Company</a:t>
            </a:r>
          </a:p>
        </p:txBody>
      </p:sp>
      <p:sp>
        <p:nvSpPr>
          <p:cNvPr id="9" name="Text Placeholder 8">
            <a:extLst>
              <a:ext uri="{FF2B5EF4-FFF2-40B4-BE49-F238E27FC236}">
                <a16:creationId xmlns:a16="http://schemas.microsoft.com/office/drawing/2014/main" id="{4AAA1450-764B-03E2-D5E2-DBE43916ABBD}"/>
              </a:ext>
            </a:extLst>
          </p:cNvPr>
          <p:cNvSpPr>
            <a:spLocks noGrp="1"/>
          </p:cNvSpPr>
          <p:nvPr>
            <p:ph type="body" sz="quarter" idx="12"/>
          </p:nvPr>
        </p:nvSpPr>
        <p:spPr>
          <a:xfrm>
            <a:off x="7170317" y="-2"/>
            <a:ext cx="3951167" cy="6858001"/>
          </a:xfrm>
        </p:spPr>
        <p:txBody>
          <a:bodyPr anchor="ctr" anchorCtr="0">
            <a:noAutofit/>
          </a:bodyPr>
          <a:lstStyle>
            <a:lvl1pPr>
              <a:lnSpc>
                <a:spcPct val="90000"/>
              </a:lnSpc>
              <a:spcBef>
                <a:spcPts val="1600"/>
              </a:spcBef>
              <a:spcAft>
                <a:spcPts val="1600"/>
              </a:spcAft>
              <a:defRPr sz="1867" b="1" i="0" cap="all" baseline="0">
                <a:latin typeface="Arial Black" panose="020B0604020202020204" pitchFamily="34" charset="0"/>
              </a:defRPr>
            </a:lvl1pPr>
            <a:lvl2pPr marL="121917" indent="-121917">
              <a:lnSpc>
                <a:spcPct val="90000"/>
              </a:lnSpc>
              <a:spcBef>
                <a:spcPts val="0"/>
              </a:spcBef>
              <a:buClrTx/>
              <a:buSzPct val="78000"/>
              <a:buFont typeface="Arial" panose="020B0604020202020204" pitchFamily="34" charset="0"/>
              <a:buChar char="•"/>
              <a:defRPr sz="1067"/>
            </a:lvl2pPr>
            <a:lvl3pPr marL="243834" indent="-121917">
              <a:spcBef>
                <a:spcPts val="53"/>
              </a:spcBef>
              <a:buClrTx/>
              <a:buSzPct val="78000"/>
              <a:buFont typeface="Arial" panose="020B0604020202020204" pitchFamily="34" charset="0"/>
              <a:buChar char="•"/>
              <a:defRPr sz="1067"/>
            </a:lvl3pPr>
            <a:lvl4pPr marL="365751" indent="-121917">
              <a:spcBef>
                <a:spcPts val="53"/>
              </a:spcBef>
              <a:buClrTx/>
              <a:buSzPct val="78000"/>
              <a:buFont typeface="Arial" panose="020B0604020202020204" pitchFamily="34" charset="0"/>
              <a:buChar char="•"/>
              <a:defRPr sz="1067"/>
            </a:lvl4pPr>
            <a:lvl5pPr marL="487668" indent="-121917">
              <a:spcBef>
                <a:spcPts val="53"/>
              </a:spcBef>
              <a:buClrTx/>
              <a:buSzPct val="78000"/>
              <a:buFont typeface="Arial" panose="020B0604020202020204" pitchFamily="34" charset="0"/>
              <a:buChar char="•"/>
              <a:defRPr sz="10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2">
            <a:extLst>
              <a:ext uri="{FF2B5EF4-FFF2-40B4-BE49-F238E27FC236}">
                <a16:creationId xmlns:a16="http://schemas.microsoft.com/office/drawing/2014/main" id="{27F0CD94-AE41-A69A-7845-480666A8A405}"/>
              </a:ext>
            </a:extLst>
          </p:cNvPr>
          <p:cNvSpPr>
            <a:spLocks noGrp="1"/>
          </p:cNvSpPr>
          <p:nvPr>
            <p:ph type="title"/>
          </p:nvPr>
        </p:nvSpPr>
        <p:spPr>
          <a:xfrm>
            <a:off x="624468" y="1036320"/>
            <a:ext cx="4847064" cy="4589341"/>
          </a:xfrm>
        </p:spPr>
        <p:txBody>
          <a:bodyPr anchor="ctr" anchorCtr="1"/>
          <a:lstStyle>
            <a:lvl1pPr>
              <a:lnSpc>
                <a:spcPct val="75000"/>
              </a:lnSpc>
              <a:defRPr sz="6400">
                <a:solidFill>
                  <a:schemeClr val="tx1"/>
                </a:solidFill>
              </a:defRPr>
            </a:lvl1pPr>
          </a:lstStyle>
          <a:p>
            <a:r>
              <a:rPr lang="en-US" dirty="0"/>
              <a:t>Click to edit Master title style</a:t>
            </a:r>
          </a:p>
        </p:txBody>
      </p:sp>
      <p:pic>
        <p:nvPicPr>
          <p:cNvPr id="6" name="Graphic 5" descr="Lilly Logo">
            <a:extLst>
              <a:ext uri="{FF2B5EF4-FFF2-40B4-BE49-F238E27FC236}">
                <a16:creationId xmlns:a16="http://schemas.microsoft.com/office/drawing/2014/main" id="{56C8CD11-C292-5DFD-26CC-ED5F1CBC90B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85249268"/>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ilestones Two-Color–Light &amp; Dark">
    <p:bg>
      <p:bgPr>
        <a:solidFill>
          <a:schemeClr val="tx1"/>
        </a:solidFill>
        <a:effectLst/>
      </p:bgPr>
    </p:bg>
    <p:spTree>
      <p:nvGrpSpPr>
        <p:cNvPr id="1" name=""/>
        <p:cNvGrpSpPr/>
        <p:nvPr/>
      </p:nvGrpSpPr>
      <p:grpSpPr>
        <a:xfrm>
          <a:off x="0" y="0"/>
          <a:ext cx="0" cy="0"/>
          <a:chOff x="0" y="0"/>
          <a:chExt cx="0" cy="0"/>
        </a:xfrm>
      </p:grpSpPr>
      <p:sp>
        <p:nvSpPr>
          <p:cNvPr id="24" name="SmartArt Placeholder 23">
            <a:extLst>
              <a:ext uri="{FF2B5EF4-FFF2-40B4-BE49-F238E27FC236}">
                <a16:creationId xmlns:a16="http://schemas.microsoft.com/office/drawing/2014/main" id="{1C4E0AEE-D5C6-F81E-1380-71BF665B6402}"/>
              </a:ext>
            </a:extLst>
          </p:cNvPr>
          <p:cNvSpPr>
            <a:spLocks noGrp="1"/>
          </p:cNvSpPr>
          <p:nvPr>
            <p:ph type="dgm" sz="quarter" idx="14"/>
          </p:nvPr>
        </p:nvSpPr>
        <p:spPr>
          <a:xfrm>
            <a:off x="6095999" y="-4"/>
            <a:ext cx="6096000" cy="6864096"/>
          </a:xfrm>
          <a:solidFill>
            <a:schemeClr val="accent1"/>
          </a:solidFill>
        </p:spPr>
        <p:txBody>
          <a:bodyPr/>
          <a:lstStyle>
            <a:lvl1pPr>
              <a:defRPr>
                <a:noFill/>
              </a:defRPr>
            </a:lvl1pPr>
          </a:lstStyle>
          <a:p>
            <a:endParaRPr lang="en-US" dirty="0"/>
          </a:p>
        </p:txBody>
      </p:sp>
      <p:sp>
        <p:nvSpPr>
          <p:cNvPr id="3" name="Slide Number Placeholder 2">
            <a:extLst>
              <a:ext uri="{FF2B5EF4-FFF2-40B4-BE49-F238E27FC236}">
                <a16:creationId xmlns:a16="http://schemas.microsoft.com/office/drawing/2014/main" id="{837C7FE1-1CB5-DF8D-7841-7EF2A456B43A}"/>
              </a:ext>
            </a:extLst>
          </p:cNvPr>
          <p:cNvSpPr>
            <a:spLocks noGrp="1"/>
          </p:cNvSpPr>
          <p:nvPr>
            <p:ph type="sldNum" idx="10"/>
          </p:nvPr>
        </p:nvSpPr>
        <p:spPr/>
        <p:txBody>
          <a:bodyPr/>
          <a:lstStyle/>
          <a:p>
            <a:fld id="{00000000-1234-1234-1234-123412341234}" type="slidenum">
              <a:rPr lang="en" smtClean="0"/>
              <a:pPr/>
              <a:t>‹#›</a:t>
            </a:fld>
            <a:endParaRPr lang="en" dirty="0"/>
          </a:p>
        </p:txBody>
      </p:sp>
      <p:sp>
        <p:nvSpPr>
          <p:cNvPr id="4" name="Footer Placeholder 3">
            <a:extLst>
              <a:ext uri="{FF2B5EF4-FFF2-40B4-BE49-F238E27FC236}">
                <a16:creationId xmlns:a16="http://schemas.microsoft.com/office/drawing/2014/main" id="{FEDD6445-DAEF-2049-72F1-ED55C6621D1E}"/>
              </a:ext>
            </a:extLst>
          </p:cNvPr>
          <p:cNvSpPr>
            <a:spLocks noGrp="1"/>
          </p:cNvSpPr>
          <p:nvPr>
            <p:ph type="ftr" sz="quarter" idx="11"/>
          </p:nvPr>
        </p:nvSpPr>
        <p:spPr/>
        <p:txBody>
          <a:bodyPr/>
          <a:lstStyle/>
          <a:p>
            <a:r>
              <a:rPr lang="en-US" dirty="0"/>
              <a:t>Company Confidential  © 2025 Eli Lilly and Company</a:t>
            </a:r>
          </a:p>
        </p:txBody>
      </p:sp>
      <p:sp>
        <p:nvSpPr>
          <p:cNvPr id="9" name="Text Placeholder 8">
            <a:extLst>
              <a:ext uri="{FF2B5EF4-FFF2-40B4-BE49-F238E27FC236}">
                <a16:creationId xmlns:a16="http://schemas.microsoft.com/office/drawing/2014/main" id="{4AAA1450-764B-03E2-D5E2-DBE43916ABBD}"/>
              </a:ext>
            </a:extLst>
          </p:cNvPr>
          <p:cNvSpPr>
            <a:spLocks noGrp="1"/>
          </p:cNvSpPr>
          <p:nvPr>
            <p:ph type="body" sz="quarter" idx="12"/>
          </p:nvPr>
        </p:nvSpPr>
        <p:spPr>
          <a:xfrm>
            <a:off x="7170317" y="-2"/>
            <a:ext cx="3951167" cy="6858001"/>
          </a:xfrm>
        </p:spPr>
        <p:txBody>
          <a:bodyPr anchor="ctr" anchorCtr="0">
            <a:noAutofit/>
          </a:bodyPr>
          <a:lstStyle>
            <a:lvl1pPr>
              <a:lnSpc>
                <a:spcPct val="90000"/>
              </a:lnSpc>
              <a:spcBef>
                <a:spcPts val="1600"/>
              </a:spcBef>
              <a:spcAft>
                <a:spcPts val="1600"/>
              </a:spcAft>
              <a:defRPr sz="1867" b="1" i="0" cap="all" baseline="0">
                <a:latin typeface="Arial Black" panose="020B0604020202020204" pitchFamily="34" charset="0"/>
              </a:defRPr>
            </a:lvl1pPr>
            <a:lvl2pPr marL="121917" indent="-121917">
              <a:lnSpc>
                <a:spcPct val="90000"/>
              </a:lnSpc>
              <a:spcBef>
                <a:spcPts val="0"/>
              </a:spcBef>
              <a:buClrTx/>
              <a:buSzPct val="78000"/>
              <a:buFont typeface="Arial" panose="020B0604020202020204" pitchFamily="34" charset="0"/>
              <a:buChar char="•"/>
              <a:defRPr sz="1067"/>
            </a:lvl2pPr>
            <a:lvl3pPr marL="243834" indent="-121917">
              <a:spcBef>
                <a:spcPts val="53"/>
              </a:spcBef>
              <a:buClrTx/>
              <a:buSzPct val="78000"/>
              <a:buFont typeface="Arial" panose="020B0604020202020204" pitchFamily="34" charset="0"/>
              <a:buChar char="•"/>
              <a:defRPr sz="1067"/>
            </a:lvl3pPr>
            <a:lvl4pPr marL="365751" indent="-121917">
              <a:spcBef>
                <a:spcPts val="53"/>
              </a:spcBef>
              <a:buClrTx/>
              <a:buSzPct val="78000"/>
              <a:buFont typeface="Arial" panose="020B0604020202020204" pitchFamily="34" charset="0"/>
              <a:buChar char="•"/>
              <a:defRPr sz="1067"/>
            </a:lvl4pPr>
            <a:lvl5pPr marL="487668" indent="-121917">
              <a:spcBef>
                <a:spcPts val="53"/>
              </a:spcBef>
              <a:buClrTx/>
              <a:buSzPct val="78000"/>
              <a:buFont typeface="Arial" panose="020B0604020202020204" pitchFamily="34" charset="0"/>
              <a:buChar char="•"/>
              <a:defRPr sz="10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2">
            <a:extLst>
              <a:ext uri="{FF2B5EF4-FFF2-40B4-BE49-F238E27FC236}">
                <a16:creationId xmlns:a16="http://schemas.microsoft.com/office/drawing/2014/main" id="{27F0CD94-AE41-A69A-7845-480666A8A405}"/>
              </a:ext>
            </a:extLst>
          </p:cNvPr>
          <p:cNvSpPr>
            <a:spLocks noGrp="1"/>
          </p:cNvSpPr>
          <p:nvPr>
            <p:ph type="title"/>
          </p:nvPr>
        </p:nvSpPr>
        <p:spPr>
          <a:xfrm>
            <a:off x="624468" y="1036320"/>
            <a:ext cx="4847064" cy="4589341"/>
          </a:xfrm>
        </p:spPr>
        <p:txBody>
          <a:bodyPr anchor="ctr" anchorCtr="1"/>
          <a:lstStyle>
            <a:lvl1pPr>
              <a:lnSpc>
                <a:spcPct val="75000"/>
              </a:lnSpc>
              <a:defRPr sz="64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553434745"/>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1">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1" name="Text Placeholder 10">
            <a:extLst>
              <a:ext uri="{FF2B5EF4-FFF2-40B4-BE49-F238E27FC236}">
                <a16:creationId xmlns:a16="http://schemas.microsoft.com/office/drawing/2014/main" id="{2892DD86-6DC8-A216-C853-0E8EF768E6CB}"/>
              </a:ext>
            </a:extLst>
          </p:cNvPr>
          <p:cNvSpPr>
            <a:spLocks noGrp="1"/>
          </p:cNvSpPr>
          <p:nvPr>
            <p:ph type="body" sz="quarter" idx="12"/>
          </p:nvPr>
        </p:nvSpPr>
        <p:spPr>
          <a:xfrm>
            <a:off x="2133601" y="1694760"/>
            <a:ext cx="7924800" cy="445724"/>
          </a:xfrm>
        </p:spPr>
        <p:txBody>
          <a:bodyPr>
            <a:noAutofit/>
          </a:bodyPr>
          <a:lstStyle>
            <a:lvl1pPr algn="ctr">
              <a:defRPr sz="2400" b="1" i="0">
                <a:solidFill>
                  <a:schemeClr val="bg1"/>
                </a:solidFill>
                <a:latin typeface="Arial Black" panose="020B0604020202020204" pitchFamily="34" charset="0"/>
              </a:defRPr>
            </a:lvl1pPr>
            <a:lvl2pPr marL="0" indent="0" algn="ctr">
              <a:buNone/>
              <a:defRPr sz="2400" b="1" i="0">
                <a:latin typeface="Arial" panose="020B0604020202020204" pitchFamily="34" charset="0"/>
              </a:defRPr>
            </a:lvl2pPr>
            <a:lvl3pPr algn="ctr">
              <a:defRPr sz="2400" b="1" i="0">
                <a:latin typeface="Arial" panose="020B0604020202020204" pitchFamily="34" charset="0"/>
              </a:defRPr>
            </a:lvl3pPr>
            <a:lvl4pPr algn="ctr">
              <a:defRPr sz="2400" b="1" i="0">
                <a:latin typeface="Arial" panose="020B0604020202020204" pitchFamily="34" charset="0"/>
              </a:defRPr>
            </a:lvl4pPr>
            <a:lvl5pPr algn="ctr">
              <a:defRPr sz="2400" b="1" i="0">
                <a:latin typeface="Arial" panose="020B0604020202020204" pitchFamily="34" charset="0"/>
              </a:defRPr>
            </a:lvl5pPr>
          </a:lstStyle>
          <a:p>
            <a:pPr lvl="0"/>
            <a:r>
              <a:rPr lang="en-US" dirty="0"/>
              <a:t>Click to edit Master text styles</a:t>
            </a:r>
          </a:p>
        </p:txBody>
      </p:sp>
      <p:sp>
        <p:nvSpPr>
          <p:cNvPr id="12" name="Text Placeholder 10">
            <a:extLst>
              <a:ext uri="{FF2B5EF4-FFF2-40B4-BE49-F238E27FC236}">
                <a16:creationId xmlns:a16="http://schemas.microsoft.com/office/drawing/2014/main" id="{6EFF6AD5-B65F-CC40-E883-45D56723D499}"/>
              </a:ext>
            </a:extLst>
          </p:cNvPr>
          <p:cNvSpPr>
            <a:spLocks noGrp="1"/>
          </p:cNvSpPr>
          <p:nvPr>
            <p:ph type="body" sz="quarter" idx="13"/>
          </p:nvPr>
        </p:nvSpPr>
        <p:spPr>
          <a:xfrm>
            <a:off x="2133601" y="4663871"/>
            <a:ext cx="7924800" cy="445724"/>
          </a:xfrm>
        </p:spPr>
        <p:txBody>
          <a:bodyPr>
            <a:noAutofit/>
          </a:bodyPr>
          <a:lstStyle>
            <a:lvl1pPr algn="ctr">
              <a:defRPr sz="2400" b="1" i="0">
                <a:solidFill>
                  <a:schemeClr val="tx2"/>
                </a:solidFill>
                <a:latin typeface="Arial Black" panose="020B0604020202020204" pitchFamily="34" charset="0"/>
              </a:defRPr>
            </a:lvl1pPr>
            <a:lvl2pPr marL="0" indent="0" algn="ctr">
              <a:buNone/>
              <a:defRPr sz="2400" b="1" i="0">
                <a:latin typeface="Arial" panose="020B0604020202020204" pitchFamily="34" charset="0"/>
              </a:defRPr>
            </a:lvl2pPr>
            <a:lvl3pPr algn="ctr">
              <a:defRPr sz="2400" b="1" i="0">
                <a:latin typeface="Arial" panose="020B0604020202020204" pitchFamily="34" charset="0"/>
              </a:defRPr>
            </a:lvl3pPr>
            <a:lvl4pPr algn="ctr">
              <a:defRPr sz="2400" b="1" i="0">
                <a:latin typeface="Arial" panose="020B0604020202020204" pitchFamily="34" charset="0"/>
              </a:defRPr>
            </a:lvl4pPr>
            <a:lvl5pPr algn="ctr">
              <a:defRPr sz="2400" b="1" i="0">
                <a:latin typeface="Arial" panose="020B0604020202020204" pitchFamily="34" charset="0"/>
              </a:defRPr>
            </a:lvl5pPr>
          </a:lstStyle>
          <a:p>
            <a:pPr lvl="0"/>
            <a:r>
              <a:rPr lang="en-US" dirty="0"/>
              <a:t>Click to edit Master text styles</a:t>
            </a:r>
          </a:p>
        </p:txBody>
      </p:sp>
      <p:sp>
        <p:nvSpPr>
          <p:cNvPr id="5" name="Title 4">
            <a:extLst>
              <a:ext uri="{FF2B5EF4-FFF2-40B4-BE49-F238E27FC236}">
                <a16:creationId xmlns:a16="http://schemas.microsoft.com/office/drawing/2014/main" id="{1952E94D-C6AA-929E-323D-2A883145DBC6}"/>
              </a:ext>
            </a:extLst>
          </p:cNvPr>
          <p:cNvSpPr>
            <a:spLocks noGrp="1"/>
          </p:cNvSpPr>
          <p:nvPr>
            <p:ph type="title"/>
          </p:nvPr>
        </p:nvSpPr>
        <p:spPr>
          <a:xfrm>
            <a:off x="2132076" y="2203704"/>
            <a:ext cx="7927848" cy="2414016"/>
          </a:xfrm>
        </p:spPr>
        <p:txBody>
          <a:bodyPr anchor="ctr" anchorCtr="0">
            <a:noAutofit/>
          </a:bodyPr>
          <a:lstStyle>
            <a:lvl1pPr algn="ctr">
              <a:defRPr b="0" baseline="0">
                <a:latin typeface="Times New Roman" panose="02020603050405020304" pitchFamily="18" charset="0"/>
              </a:defRPr>
            </a:lvl1pPr>
          </a:lstStyle>
          <a:p>
            <a:r>
              <a:rPr lang="en-US" dirty="0"/>
              <a:t>Click to edit Master title style</a:t>
            </a:r>
          </a:p>
        </p:txBody>
      </p:sp>
      <p:pic>
        <p:nvPicPr>
          <p:cNvPr id="7" name="Graphic 6" descr="Lilly Logo">
            <a:extLst>
              <a:ext uri="{FF2B5EF4-FFF2-40B4-BE49-F238E27FC236}">
                <a16:creationId xmlns:a16="http://schemas.microsoft.com/office/drawing/2014/main" id="{AC2FFDCE-5198-D017-EFEB-8D526A5D6AE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484913655"/>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2">
    <p:bg>
      <p:bgPr>
        <a:solidFill>
          <a:schemeClr val="accent4"/>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9">
            <a:extLst>
              <a:ext uri="{FF2B5EF4-FFF2-40B4-BE49-F238E27FC236}">
                <a16:creationId xmlns:a16="http://schemas.microsoft.com/office/drawing/2014/main" id="{8F83B8F6-DE94-9680-6D09-E108185290CB}"/>
              </a:ext>
            </a:extLst>
          </p:cNvPr>
          <p:cNvSpPr>
            <a:spLocks noGrp="1"/>
          </p:cNvSpPr>
          <p:nvPr>
            <p:ph type="body" sz="quarter" idx="13"/>
          </p:nvPr>
        </p:nvSpPr>
        <p:spPr>
          <a:xfrm>
            <a:off x="1929317" y="2408822"/>
            <a:ext cx="8333366" cy="644258"/>
          </a:xfrm>
        </p:spPr>
        <p:txBody>
          <a:bodyPr anchor="b" anchorCtr="0">
            <a:noAutofit/>
          </a:bodyPr>
          <a:lstStyle>
            <a:lvl1pPr marL="0" indent="0" algn="ctr">
              <a:lnSpc>
                <a:spcPts val="2200"/>
              </a:lnSpc>
              <a:spcBef>
                <a:spcPts val="0"/>
              </a:spcBef>
              <a:spcAft>
                <a:spcPts val="1200"/>
              </a:spcAft>
              <a:buFont typeface="Arial" panose="020B0604020202020204" pitchFamily="34" charset="0"/>
              <a:buNone/>
              <a:defRPr sz="2200" b="1" i="0">
                <a:solidFill>
                  <a:srgbClr val="C6DCD8"/>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A0371AD5-767E-B0BF-448A-77A8E93E6A4E}"/>
              </a:ext>
            </a:extLst>
          </p:cNvPr>
          <p:cNvSpPr>
            <a:spLocks noGrp="1" noRot="1" noMove="1" noResize="1" noEditPoints="1" noAdjustHandles="1" noChangeArrowheads="1" noChangeShapeType="1"/>
          </p:cNvSpPr>
          <p:nvPr>
            <p:ph type="title"/>
          </p:nvPr>
        </p:nvSpPr>
        <p:spPr>
          <a:xfrm>
            <a:off x="1935480" y="3300870"/>
            <a:ext cx="8321040" cy="2744330"/>
          </a:xfrm>
        </p:spPr>
        <p:txBody>
          <a:bodyPr/>
          <a:lstStyle>
            <a:lvl1pPr algn="ctr">
              <a:lnSpc>
                <a:spcPts val="5200"/>
              </a:lnSpc>
              <a:spcAft>
                <a:spcPts val="500"/>
              </a:spcAft>
              <a:defRPr sz="5200" b="0">
                <a:latin typeface="Times New Roman" panose="02020603050405020304" pitchFamily="18" charset="0"/>
              </a:defRPr>
            </a:lvl1pPr>
          </a:lstStyle>
          <a:p>
            <a:r>
              <a:rPr lang="en-US" dirty="0"/>
              <a:t>Click to edit Master title style</a:t>
            </a:r>
          </a:p>
        </p:txBody>
      </p:sp>
      <p:pic>
        <p:nvPicPr>
          <p:cNvPr id="6" name="Graphic 5" descr="Lilly Logo">
            <a:extLst>
              <a:ext uri="{FF2B5EF4-FFF2-40B4-BE49-F238E27FC236}">
                <a16:creationId xmlns:a16="http://schemas.microsoft.com/office/drawing/2014/main" id="{6E8DF08F-3B7D-82D3-9CE4-E6B4B81405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861245292"/>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Statement over Color Background 03">
    <p:bg>
      <p:bgRef idx="1001">
        <a:schemeClr val="bg2"/>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0" name="Statement continued in small font size">
            <a:extLst>
              <a:ext uri="{FF2B5EF4-FFF2-40B4-BE49-F238E27FC236}">
                <a16:creationId xmlns:a16="http://schemas.microsoft.com/office/drawing/2014/main" id="{8F83B8F6-DE94-9680-6D09-E108185290CB}"/>
              </a:ext>
            </a:extLst>
          </p:cNvPr>
          <p:cNvSpPr>
            <a:spLocks noGrp="1"/>
          </p:cNvSpPr>
          <p:nvPr>
            <p:ph type="body" sz="quarter" idx="13"/>
          </p:nvPr>
        </p:nvSpPr>
        <p:spPr>
          <a:xfrm>
            <a:off x="7350370" y="3181643"/>
            <a:ext cx="4239768" cy="526718"/>
          </a:xfrm>
        </p:spPr>
        <p:txBody>
          <a:bodyPr anchor="ctr" anchorCtr="0">
            <a:noAutofit/>
          </a:bodyPr>
          <a:lstStyle>
            <a:lvl1pPr marL="0" indent="0" algn="r">
              <a:lnSpc>
                <a:spcPts val="2200"/>
              </a:lnSpc>
              <a:spcBef>
                <a:spcPts val="0"/>
              </a:spcBef>
              <a:spcAft>
                <a:spcPts val="1200"/>
              </a:spcAft>
              <a:buFont typeface="Arial" panose="020B0604020202020204" pitchFamily="34" charset="0"/>
              <a:buNone/>
              <a:defRPr sz="1600" b="1" i="0">
                <a:solidFill>
                  <a:schemeClr val="tx1"/>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6D7944CE-72C1-78C9-8C6C-4C309EB68C06}"/>
              </a:ext>
            </a:extLst>
          </p:cNvPr>
          <p:cNvSpPr>
            <a:spLocks noGrp="1"/>
          </p:cNvSpPr>
          <p:nvPr>
            <p:ph type="title"/>
          </p:nvPr>
        </p:nvSpPr>
        <p:spPr>
          <a:xfrm>
            <a:off x="614240" y="802640"/>
            <a:ext cx="8686800" cy="5641682"/>
          </a:xfrm>
        </p:spPr>
        <p:txBody>
          <a:bodyPr anchor="ctr" anchorCtr="0">
            <a:noAutofit/>
          </a:bodyPr>
          <a:lstStyle>
            <a:lvl1pPr>
              <a:lnSpc>
                <a:spcPct val="75000"/>
              </a:lnSpc>
              <a:defRPr sz="11500" spc="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110558213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4">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609600" y="2302764"/>
            <a:ext cx="11058144" cy="2133600"/>
          </a:xfrm>
        </p:spPr>
        <p:txBody>
          <a:bodyPr anchor="ctr" anchorCtr="0">
            <a:noAutofit/>
          </a:bodyPr>
          <a:lstStyle>
            <a:lvl1pPr algn="ctr">
              <a:defRPr sz="5333" b="0" i="0" spc="0" baseline="0">
                <a:solidFill>
                  <a:schemeClr val="tx2"/>
                </a:solidFill>
                <a:latin typeface="Times New Roman" panose="02020603050405020304" pitchFamily="18"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pic>
        <p:nvPicPr>
          <p:cNvPr id="8" name="Graphic 7" descr="Lilly Logo">
            <a:extLst>
              <a:ext uri="{FF2B5EF4-FFF2-40B4-BE49-F238E27FC236}">
                <a16:creationId xmlns:a16="http://schemas.microsoft.com/office/drawing/2014/main" id="{1B758845-A20E-3CCF-5DAF-823FFB5E756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385723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5411095" y="1775013"/>
            <a:ext cx="6256649" cy="4456976"/>
          </a:xfrm>
        </p:spPr>
        <p:txBody>
          <a:bodyPr anchor="b" anchorCtr="0">
            <a:noAutofit/>
          </a:bodyPr>
          <a:lstStyle>
            <a:lvl1pPr algn="l">
              <a:lnSpc>
                <a:spcPts val="7733"/>
              </a:lnSpc>
              <a:defRPr sz="7733" b="0" i="0" spc="-200" baseline="0">
                <a:solidFill>
                  <a:schemeClr val="tx1"/>
                </a:solidFill>
                <a:latin typeface="Times New Roman" panose="02020603050405020304" pitchFamily="18"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pic>
        <p:nvPicPr>
          <p:cNvPr id="6" name="Graphic 5" descr="Lilly Logo">
            <a:extLst>
              <a:ext uri="{FF2B5EF4-FFF2-40B4-BE49-F238E27FC236}">
                <a16:creationId xmlns:a16="http://schemas.microsoft.com/office/drawing/2014/main" id="{A4B21B32-E086-60EE-E737-601E77F2E8B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96876679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4324575" y="1775012"/>
            <a:ext cx="7343170" cy="4624651"/>
          </a:xfrm>
        </p:spPr>
        <p:txBody>
          <a:bodyPr anchor="b" anchorCtr="0">
            <a:noAutofit/>
          </a:bodyPr>
          <a:lstStyle>
            <a:lvl1pPr algn="r">
              <a:lnSpc>
                <a:spcPts val="6667"/>
              </a:lnSpc>
              <a:defRPr sz="6667" b="0" i="0" spc="-200" baseline="0">
                <a:solidFill>
                  <a:schemeClr val="tx2"/>
                </a:solidFill>
                <a:latin typeface="Times New Roman" panose="02020603050405020304" pitchFamily="18"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sp>
        <p:nvSpPr>
          <p:cNvPr id="9" name="Statement continued in small font size">
            <a:extLst>
              <a:ext uri="{FF2B5EF4-FFF2-40B4-BE49-F238E27FC236}">
                <a16:creationId xmlns:a16="http://schemas.microsoft.com/office/drawing/2014/main" id="{3DEA6E8A-8159-3856-2223-A1E47E3826A7}"/>
              </a:ext>
            </a:extLst>
          </p:cNvPr>
          <p:cNvSpPr>
            <a:spLocks noGrp="1"/>
          </p:cNvSpPr>
          <p:nvPr>
            <p:ph type="body" sz="quarter" idx="13"/>
          </p:nvPr>
        </p:nvSpPr>
        <p:spPr>
          <a:xfrm>
            <a:off x="610437" y="490610"/>
            <a:ext cx="4239768" cy="526718"/>
          </a:xfrm>
        </p:spPr>
        <p:txBody>
          <a:bodyPr anchor="t" anchorCtr="0">
            <a:noAutofit/>
          </a:bodyPr>
          <a:lstStyle>
            <a:lvl1pPr marL="0" indent="0" algn="l">
              <a:lnSpc>
                <a:spcPct val="90000"/>
              </a:lnSpc>
              <a:spcBef>
                <a:spcPts val="0"/>
              </a:spcBef>
              <a:spcAft>
                <a:spcPts val="1200"/>
              </a:spcAft>
              <a:buFont typeface="Arial" panose="020B0604020202020204" pitchFamily="34" charset="0"/>
              <a:buNone/>
              <a:defRPr sz="1600" b="1" i="0">
                <a:solidFill>
                  <a:schemeClr val="tx1"/>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dirty="0"/>
              <a:t>Click to edit Master text styles</a:t>
            </a:r>
          </a:p>
        </p:txBody>
      </p:sp>
      <p:pic>
        <p:nvPicPr>
          <p:cNvPr id="6" name="Graphic 5" descr="Lilly Logo">
            <a:extLst>
              <a:ext uri="{FF2B5EF4-FFF2-40B4-BE49-F238E27FC236}">
                <a16:creationId xmlns:a16="http://schemas.microsoft.com/office/drawing/2014/main" id="{DABB585C-D54E-4BAF-CC96-8A82DECBD69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22977430"/>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Graphic Background 01" preserve="1" userDrawn="1">
  <p:cSld name="Big Statement over Graphic Background 01">
    <p:bg>
      <p:bgRef idx="1001">
        <a:schemeClr val="bg1"/>
      </p:bgRef>
    </p:bg>
    <p:spTree>
      <p:nvGrpSpPr>
        <p:cNvPr id="1" name="Shape 105"/>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F20DBA-B1E1-C2C7-B6F0-1DE9931CBF0B}"/>
              </a:ext>
            </a:extLst>
          </p:cNvPr>
          <p:cNvSpPr>
            <a:spLocks noGrp="1"/>
          </p:cNvSpPr>
          <p:nvPr>
            <p:ph type="pic" sz="quarter" idx="12"/>
          </p:nvPr>
        </p:nvSpPr>
        <p:spPr>
          <a:xfrm>
            <a:off x="0" y="0"/>
            <a:ext cx="12192000" cy="6858000"/>
          </a:xfrm>
        </p:spPr>
        <p:txBody>
          <a:bodyPr anchor="t" anchorCtr="0"/>
          <a:lstStyle>
            <a:lvl1pPr algn="l">
              <a:defRPr/>
            </a:lvl1pPr>
          </a:lstStyle>
          <a:p>
            <a:endParaRPr lang="en-US"/>
          </a:p>
        </p:txBody>
      </p:sp>
      <p:sp>
        <p:nvSpPr>
          <p:cNvPr id="2" name="Footer Placeholder 1">
            <a:extLst>
              <a:ext uri="{FF2B5EF4-FFF2-40B4-BE49-F238E27FC236}">
                <a16:creationId xmlns:a16="http://schemas.microsoft.com/office/drawing/2014/main" id="{24A7BFE9-C3CB-DF75-E90C-D303B796B3AD}"/>
              </a:ext>
            </a:extLst>
          </p:cNvPr>
          <p:cNvSpPr>
            <a:spLocks noGrp="1"/>
          </p:cNvSpPr>
          <p:nvPr>
            <p:ph type="ftr" sz="quarter" idx="10"/>
          </p:nvPr>
        </p:nvSpPr>
        <p:spPr>
          <a:xfrm>
            <a:off x="9355667" y="6510528"/>
            <a:ext cx="2276597" cy="118872"/>
          </a:xfrm>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30841EC6-3231-AF73-0470-99937511BDB2}"/>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3" name="Title 11">
            <a:extLst>
              <a:ext uri="{FF2B5EF4-FFF2-40B4-BE49-F238E27FC236}">
                <a16:creationId xmlns:a16="http://schemas.microsoft.com/office/drawing/2014/main" id="{1BBE0F4E-E827-6CA6-7386-8D61F04F68B6}"/>
              </a:ext>
            </a:extLst>
          </p:cNvPr>
          <p:cNvSpPr>
            <a:spLocks noGrp="1"/>
          </p:cNvSpPr>
          <p:nvPr>
            <p:ph type="title"/>
          </p:nvPr>
        </p:nvSpPr>
        <p:spPr>
          <a:xfrm>
            <a:off x="2702312" y="1924050"/>
            <a:ext cx="6787376" cy="3009900"/>
          </a:xfrm>
        </p:spPr>
        <p:txBody>
          <a:bodyPr anchor="ctr" anchorCtr="1">
            <a:noAutofit/>
          </a:bodyPr>
          <a:lstStyle>
            <a:lvl1pPr algn="ctr">
              <a:lnSpc>
                <a:spcPct val="85000"/>
              </a:lnSpc>
              <a:defRPr sz="4000" spc="-200" baseline="0">
                <a:solidFill>
                  <a:schemeClr val="accent1"/>
                </a:solidFill>
              </a:defRPr>
            </a:lvl1pPr>
          </a:lstStyle>
          <a:p>
            <a:r>
              <a:rPr lang="en-US"/>
              <a:t>Click to edit Master title style</a:t>
            </a:r>
          </a:p>
        </p:txBody>
      </p:sp>
      <p:pic>
        <p:nvPicPr>
          <p:cNvPr id="5" name="Graphic 4" descr="Lilly Logo">
            <a:extLst>
              <a:ext uri="{FF2B5EF4-FFF2-40B4-BE49-F238E27FC236}">
                <a16:creationId xmlns:a16="http://schemas.microsoft.com/office/drawing/2014/main" id="{205A13F0-80C1-AA52-1966-87DC2B3788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8318961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Graphic Background 02" preserve="1" userDrawn="1">
  <p:cSld name="Big Statement over Graphic Background 02">
    <p:bg>
      <p:bgPr>
        <a:solidFill>
          <a:schemeClr val="accent1"/>
        </a:solidFill>
        <a:effectLst/>
      </p:bgPr>
    </p:bg>
    <p:spTree>
      <p:nvGrpSpPr>
        <p:cNvPr id="1" name="Shape 112"/>
        <p:cNvGrpSpPr/>
        <p:nvPr/>
      </p:nvGrpSpPr>
      <p:grpSpPr>
        <a:xfrm>
          <a:off x="0" y="0"/>
          <a:ext cx="0" cy="0"/>
          <a:chOff x="0" y="0"/>
          <a:chExt cx="0" cy="0"/>
        </a:xfrm>
      </p:grpSpPr>
      <p:sp>
        <p:nvSpPr>
          <p:cNvPr id="21" name="SmartArt Placeholder 20">
            <a:extLst>
              <a:ext uri="{FF2B5EF4-FFF2-40B4-BE49-F238E27FC236}">
                <a16:creationId xmlns:a16="http://schemas.microsoft.com/office/drawing/2014/main" id="{B57C235C-8485-5360-225C-3B2EDC4B6E23}"/>
              </a:ext>
            </a:extLst>
          </p:cNvPr>
          <p:cNvSpPr>
            <a:spLocks noGrp="1"/>
          </p:cNvSpPr>
          <p:nvPr>
            <p:ph type="dgm" sz="quarter" idx="23" hasCustomPrompt="1"/>
          </p:nvPr>
        </p:nvSpPr>
        <p:spPr>
          <a:xfrm>
            <a:off x="5017828" y="0"/>
            <a:ext cx="7215554" cy="6858000"/>
          </a:xfrm>
          <a:custGeom>
            <a:avLst/>
            <a:gdLst>
              <a:gd name="connsiteX0" fmla="*/ 2725644 w 7215554"/>
              <a:gd name="connsiteY0" fmla="*/ 0 h 6858000"/>
              <a:gd name="connsiteX1" fmla="*/ 3244362 w 7215554"/>
              <a:gd name="connsiteY1" fmla="*/ 0 h 6858000"/>
              <a:gd name="connsiteX2" fmla="*/ 7215554 w 7215554"/>
              <a:gd name="connsiteY2" fmla="*/ 0 h 6858000"/>
              <a:gd name="connsiteX3" fmla="*/ 7215554 w 7215554"/>
              <a:gd name="connsiteY3" fmla="*/ 6858000 h 6858000"/>
              <a:gd name="connsiteX4" fmla="*/ 4489910 w 7215554"/>
              <a:gd name="connsiteY4" fmla="*/ 6858000 h 6858000"/>
              <a:gd name="connsiteX5" fmla="*/ 3244362 w 7215554"/>
              <a:gd name="connsiteY5" fmla="*/ 6858000 h 6858000"/>
              <a:gd name="connsiteX6" fmla="*/ 0 w 72155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15554" h="6858000">
                <a:moveTo>
                  <a:pt x="2725644" y="0"/>
                </a:moveTo>
                <a:lnTo>
                  <a:pt x="3244362" y="0"/>
                </a:lnTo>
                <a:lnTo>
                  <a:pt x="7215554" y="0"/>
                </a:lnTo>
                <a:lnTo>
                  <a:pt x="7215554" y="6858000"/>
                </a:lnTo>
                <a:lnTo>
                  <a:pt x="4489910" y="6858000"/>
                </a:lnTo>
                <a:lnTo>
                  <a:pt x="3244362" y="6858000"/>
                </a:lnTo>
                <a:lnTo>
                  <a:pt x="0" y="6858000"/>
                </a:lnTo>
                <a:close/>
              </a:path>
            </a:pathLst>
          </a:custGeom>
          <a:solidFill>
            <a:schemeClr val="accent3"/>
          </a:solidFill>
        </p:spPr>
        <p:txBody>
          <a:bodyPr wrap="square">
            <a:noAutofit/>
          </a:bodyPr>
          <a:lstStyle>
            <a:lvl1pPr algn="r">
              <a:defRPr>
                <a:solidFill>
                  <a:schemeClr val="accent2">
                    <a:alpha val="17154"/>
                  </a:schemeClr>
                </a:solidFill>
              </a:defRPr>
            </a:lvl1pPr>
          </a:lstStyle>
          <a:p>
            <a:r>
              <a:rPr lang="en-US"/>
              <a:t>Shape color</a:t>
            </a:r>
          </a:p>
        </p:txBody>
      </p:sp>
      <p:sp>
        <p:nvSpPr>
          <p:cNvPr id="2" name="Footer Placeholder 1">
            <a:extLst>
              <a:ext uri="{FF2B5EF4-FFF2-40B4-BE49-F238E27FC236}">
                <a16:creationId xmlns:a16="http://schemas.microsoft.com/office/drawing/2014/main" id="{8CC5E395-F288-9253-3D88-0117C73EBED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B1120028-9799-A742-CC7F-9C803699A417}"/>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1" name="Text Placeholder 22">
            <a:extLst>
              <a:ext uri="{FF2B5EF4-FFF2-40B4-BE49-F238E27FC236}">
                <a16:creationId xmlns:a16="http://schemas.microsoft.com/office/drawing/2014/main" id="{50A869F2-3326-07B5-A0FB-201D9F4B9252}"/>
              </a:ext>
            </a:extLst>
          </p:cNvPr>
          <p:cNvSpPr>
            <a:spLocks noGrp="1"/>
          </p:cNvSpPr>
          <p:nvPr>
            <p:ph type="body" sz="quarter" idx="12"/>
          </p:nvPr>
        </p:nvSpPr>
        <p:spPr>
          <a:xfrm>
            <a:off x="457200" y="482600"/>
            <a:ext cx="6438900"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2" name="Text Placeholder 22">
            <a:extLst>
              <a:ext uri="{FF2B5EF4-FFF2-40B4-BE49-F238E27FC236}">
                <a16:creationId xmlns:a16="http://schemas.microsoft.com/office/drawing/2014/main" id="{52076CED-DAC7-75F3-9767-C0121DDD90E5}"/>
              </a:ext>
            </a:extLst>
          </p:cNvPr>
          <p:cNvSpPr>
            <a:spLocks noGrp="1"/>
          </p:cNvSpPr>
          <p:nvPr>
            <p:ph type="body" sz="quarter" idx="13"/>
          </p:nvPr>
        </p:nvSpPr>
        <p:spPr>
          <a:xfrm>
            <a:off x="452628" y="1173361"/>
            <a:ext cx="6214872"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3" name="Text Placeholder 22">
            <a:extLst>
              <a:ext uri="{FF2B5EF4-FFF2-40B4-BE49-F238E27FC236}">
                <a16:creationId xmlns:a16="http://schemas.microsoft.com/office/drawing/2014/main" id="{4CD82782-8ED1-5423-647F-47830FFF8BE4}"/>
              </a:ext>
            </a:extLst>
          </p:cNvPr>
          <p:cNvSpPr>
            <a:spLocks noGrp="1"/>
          </p:cNvSpPr>
          <p:nvPr>
            <p:ph type="body" sz="quarter" idx="14"/>
          </p:nvPr>
        </p:nvSpPr>
        <p:spPr>
          <a:xfrm>
            <a:off x="452628" y="1864122"/>
            <a:ext cx="5986272"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4" name="Text Placeholder 22">
            <a:extLst>
              <a:ext uri="{FF2B5EF4-FFF2-40B4-BE49-F238E27FC236}">
                <a16:creationId xmlns:a16="http://schemas.microsoft.com/office/drawing/2014/main" id="{E187193A-70C6-A42B-D333-65D2DEDE5CB7}"/>
              </a:ext>
            </a:extLst>
          </p:cNvPr>
          <p:cNvSpPr>
            <a:spLocks noGrp="1"/>
          </p:cNvSpPr>
          <p:nvPr>
            <p:ph type="body" sz="quarter" idx="15"/>
          </p:nvPr>
        </p:nvSpPr>
        <p:spPr>
          <a:xfrm>
            <a:off x="452628" y="2554883"/>
            <a:ext cx="5762244"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7" name="Text Placeholder 22">
            <a:extLst>
              <a:ext uri="{FF2B5EF4-FFF2-40B4-BE49-F238E27FC236}">
                <a16:creationId xmlns:a16="http://schemas.microsoft.com/office/drawing/2014/main" id="{47C1C2C8-906D-553C-B103-D3F8E53EDE63}"/>
              </a:ext>
            </a:extLst>
          </p:cNvPr>
          <p:cNvSpPr>
            <a:spLocks noGrp="1"/>
          </p:cNvSpPr>
          <p:nvPr>
            <p:ph type="body" sz="quarter" idx="18"/>
          </p:nvPr>
        </p:nvSpPr>
        <p:spPr>
          <a:xfrm>
            <a:off x="6592824" y="3364111"/>
            <a:ext cx="56052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8" name="Text Placeholder 22">
            <a:extLst>
              <a:ext uri="{FF2B5EF4-FFF2-40B4-BE49-F238E27FC236}">
                <a16:creationId xmlns:a16="http://schemas.microsoft.com/office/drawing/2014/main" id="{EAAEB449-CC67-B6FC-0F06-8C9F1740D214}"/>
              </a:ext>
            </a:extLst>
          </p:cNvPr>
          <p:cNvSpPr>
            <a:spLocks noGrp="1"/>
          </p:cNvSpPr>
          <p:nvPr>
            <p:ph type="body" sz="quarter" idx="19"/>
          </p:nvPr>
        </p:nvSpPr>
        <p:spPr>
          <a:xfrm>
            <a:off x="6364224" y="4054872"/>
            <a:ext cx="58338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19" name="Text Placeholder 22">
            <a:extLst>
              <a:ext uri="{FF2B5EF4-FFF2-40B4-BE49-F238E27FC236}">
                <a16:creationId xmlns:a16="http://schemas.microsoft.com/office/drawing/2014/main" id="{34EA8353-097E-F34B-2E8D-3F79B7EA1BFE}"/>
              </a:ext>
            </a:extLst>
          </p:cNvPr>
          <p:cNvSpPr>
            <a:spLocks noGrp="1"/>
          </p:cNvSpPr>
          <p:nvPr>
            <p:ph type="body" sz="quarter" idx="20"/>
          </p:nvPr>
        </p:nvSpPr>
        <p:spPr>
          <a:xfrm>
            <a:off x="6135624" y="4745633"/>
            <a:ext cx="60624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sp>
        <p:nvSpPr>
          <p:cNvPr id="20" name="Text Placeholder 22">
            <a:extLst>
              <a:ext uri="{FF2B5EF4-FFF2-40B4-BE49-F238E27FC236}">
                <a16:creationId xmlns:a16="http://schemas.microsoft.com/office/drawing/2014/main" id="{318F1F52-9D02-26B4-3120-B9C733194680}"/>
              </a:ext>
            </a:extLst>
          </p:cNvPr>
          <p:cNvSpPr>
            <a:spLocks noGrp="1"/>
          </p:cNvSpPr>
          <p:nvPr>
            <p:ph type="body" sz="quarter" idx="21"/>
          </p:nvPr>
        </p:nvSpPr>
        <p:spPr>
          <a:xfrm>
            <a:off x="5905500" y="5436393"/>
            <a:ext cx="62910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dirty="0"/>
              <a:t>Click to edit Master text styles</a:t>
            </a:r>
          </a:p>
        </p:txBody>
      </p:sp>
      <p:pic>
        <p:nvPicPr>
          <p:cNvPr id="5" name="Graphic 4" descr="Lilly Logo">
            <a:extLst>
              <a:ext uri="{FF2B5EF4-FFF2-40B4-BE49-F238E27FC236}">
                <a16:creationId xmlns:a16="http://schemas.microsoft.com/office/drawing/2014/main" id="{3FCBE9D6-31FB-8DA2-27C4-7F031158F65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92683064"/>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Half Slide Photo 01">
    <p:bg>
      <p:bgPr>
        <a:solidFill>
          <a:schemeClr val="bg1"/>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9048" y="0"/>
            <a:ext cx="6099600" cy="6858000"/>
          </a:xfrm>
          <a:prstGeom prst="rect">
            <a:avLst/>
          </a:prstGeom>
          <a:solidFill>
            <a:schemeClr val="bg1"/>
          </a:solidFill>
        </p:spPr>
        <p:txBody>
          <a:bodyPr anchor="ctr" anchorCtr="0"/>
          <a:lstStyle>
            <a:lvl1pPr algn="ctr">
              <a:defRPr b="0" i="0">
                <a:solidFill>
                  <a:schemeClr val="bg1"/>
                </a:solidFill>
              </a:defRPr>
            </a:lvl1pPr>
          </a:lstStyle>
          <a:p>
            <a:endParaRPr lang="en-US" dirty="0"/>
          </a:p>
        </p:txBody>
      </p:sp>
      <p:sp>
        <p:nvSpPr>
          <p:cNvPr id="2" name="Footer Placeholder 1">
            <a:extLst>
              <a:ext uri="{FF2B5EF4-FFF2-40B4-BE49-F238E27FC236}">
                <a16:creationId xmlns:a16="http://schemas.microsoft.com/office/drawing/2014/main" id="{D5EA55FB-A053-9AE1-786B-6911034B4EA1}"/>
              </a:ext>
            </a:extLst>
          </p:cNvPr>
          <p:cNvSpPr>
            <a:spLocks noGrp="1"/>
          </p:cNvSpPr>
          <p:nvPr>
            <p:ph type="ftr" sz="quarter" idx="11"/>
          </p:nvPr>
        </p:nvSpPr>
        <p:spPr/>
        <p:txBody>
          <a:bodyPr/>
          <a:lstStyle>
            <a:lvl1pPr>
              <a:defRPr>
                <a:solidFill>
                  <a:schemeClr val="tx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0700D13F-2583-D26F-C976-6DE2726760A7}"/>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dirty="0"/>
          </a:p>
        </p:txBody>
      </p:sp>
      <p:sp>
        <p:nvSpPr>
          <p:cNvPr id="18" name="Title 17">
            <a:extLst>
              <a:ext uri="{FF2B5EF4-FFF2-40B4-BE49-F238E27FC236}">
                <a16:creationId xmlns:a16="http://schemas.microsoft.com/office/drawing/2014/main" id="{13A506A2-D092-0C43-6169-E18697791509}"/>
              </a:ext>
            </a:extLst>
          </p:cNvPr>
          <p:cNvSpPr>
            <a:spLocks noGrp="1"/>
          </p:cNvSpPr>
          <p:nvPr>
            <p:ph type="title"/>
          </p:nvPr>
        </p:nvSpPr>
        <p:spPr>
          <a:xfrm>
            <a:off x="609600" y="509954"/>
            <a:ext cx="4425387" cy="4999595"/>
          </a:xfrm>
        </p:spPr>
        <p:txBody>
          <a:bodyPr/>
          <a:lstStyle>
            <a:lvl1pPr>
              <a:lnSpc>
                <a:spcPts val="4000"/>
              </a:lnSpc>
              <a:defRPr b="0" i="0">
                <a:solidFill>
                  <a:schemeClr val="tx2"/>
                </a:solidFill>
                <a:latin typeface="Times New Roman" panose="02020603050405020304" pitchFamily="18" charset="0"/>
              </a:defRPr>
            </a:lvl1pPr>
          </a:lstStyle>
          <a:p>
            <a:r>
              <a:rPr lang="en-US" dirty="0"/>
              <a:t>Click to edit Master title style</a:t>
            </a:r>
          </a:p>
        </p:txBody>
      </p:sp>
      <p:sp>
        <p:nvSpPr>
          <p:cNvPr id="20" name="TextBox 19">
            <a:extLst>
              <a:ext uri="{FF2B5EF4-FFF2-40B4-BE49-F238E27FC236}">
                <a16:creationId xmlns:a16="http://schemas.microsoft.com/office/drawing/2014/main" id="{8FE45087-F0F7-4416-74FE-2A20319B291C}"/>
              </a:ext>
            </a:extLst>
          </p:cNvPr>
          <p:cNvSpPr txBox="1"/>
          <p:nvPr userDrawn="1"/>
        </p:nvSpPr>
        <p:spPr>
          <a:xfrm>
            <a:off x="12593256" y="5046562"/>
            <a:ext cx="0" cy="0"/>
          </a:xfrm>
          <a:prstGeom prst="rect">
            <a:avLst/>
          </a:prstGeom>
          <a:noFill/>
        </p:spPr>
        <p:txBody>
          <a:bodyPr wrap="none" lIns="0" tIns="0" rIns="0" bIns="0" rtlCol="0">
            <a:noAutofit/>
          </a:bodyPr>
          <a:lstStyle/>
          <a:p>
            <a:pPr algn="l">
              <a:lnSpc>
                <a:spcPct val="90000"/>
              </a:lnSpc>
            </a:pPr>
            <a:endParaRPr lang="en-US" sz="1800" dirty="0">
              <a:latin typeface="+mn-lt"/>
            </a:endParaRPr>
          </a:p>
        </p:txBody>
      </p:sp>
      <p:pic>
        <p:nvPicPr>
          <p:cNvPr id="5" name="Graphic 4" descr="Lilly Logo">
            <a:extLst>
              <a:ext uri="{FF2B5EF4-FFF2-40B4-BE49-F238E27FC236}">
                <a16:creationId xmlns:a16="http://schemas.microsoft.com/office/drawing/2014/main" id="{B66CCE80-2B87-1813-41B4-9F50D164C7C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73929426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ig Statement with Half Slide Photo 02">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9048" y="0"/>
            <a:ext cx="6099600" cy="6858000"/>
          </a:xfrm>
          <a:prstGeom prst="rect">
            <a:avLst/>
          </a:prstGeom>
          <a:solidFill>
            <a:schemeClr val="tx1"/>
          </a:solidFill>
        </p:spPr>
        <p:txBody>
          <a:bodyPr/>
          <a:lstStyle>
            <a:lvl1pPr>
              <a:defRPr b="0" i="0"/>
            </a:lvl1pPr>
          </a:lstStyle>
          <a:p>
            <a:endParaRPr lang="en-US" dirty="0"/>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dirty="0"/>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82366" y="603504"/>
            <a:ext cx="4688288" cy="5566755"/>
          </a:xfrm>
        </p:spPr>
        <p:txBody>
          <a:bodyPr lIns="182880" rIns="182880" anchor="ctr" anchorCtr="0">
            <a:normAutofit/>
          </a:bodyPr>
          <a:lstStyle>
            <a:lvl1pPr algn="ctr">
              <a:lnSpc>
                <a:spcPct val="200000"/>
              </a:lnSpc>
              <a:spcAft>
                <a:spcPts val="1600"/>
              </a:spcAft>
              <a:defRPr sz="2400" b="0" i="0" spc="0" baseline="0">
                <a:solidFill>
                  <a:schemeClr val="accent1"/>
                </a:solidFill>
                <a:latin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8539306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ig Statement with Half &amp; Half Text Layout 01">
    <p:bg>
      <p:bgRef idx="1001">
        <a:schemeClr val="bg1"/>
      </p:bgRef>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DA6D613-1AF0-AACB-73FA-C01BE77D0D3E}"/>
              </a:ext>
            </a:extLst>
          </p:cNvPr>
          <p:cNvSpPr>
            <a:spLocks noGrp="1"/>
          </p:cNvSpPr>
          <p:nvPr>
            <p:ph type="body" sz="quarter" idx="14"/>
          </p:nvPr>
        </p:nvSpPr>
        <p:spPr>
          <a:xfrm>
            <a:off x="6099048" y="0"/>
            <a:ext cx="6099048" cy="6858000"/>
          </a:xfrm>
          <a:solidFill>
            <a:schemeClr val="accent1"/>
          </a:solidFill>
        </p:spPr>
        <p:txBody>
          <a:bodyPr lIns="914400" rIns="914400" bIns="228600" anchor="ctr"/>
          <a:lstStyle>
            <a:lvl1pPr algn="ctr">
              <a:lnSpc>
                <a:spcPct val="100000"/>
              </a:lnSpc>
              <a:defRPr sz="1500" b="0" i="0">
                <a:solidFill>
                  <a:schemeClr val="bg1"/>
                </a:solidFill>
                <a:latin typeface="Arial" panose="020B0604020202020204" pitchFamily="34" charset="0"/>
              </a:defRPr>
            </a:lvl1pPr>
            <a:lvl2pPr algn="ctr">
              <a:defRPr sz="1400">
                <a:solidFill>
                  <a:schemeClr val="bg1"/>
                </a:solidFill>
              </a:defRPr>
            </a:lvl2pPr>
            <a:lvl3pPr algn="ctr">
              <a:defRPr sz="1200">
                <a:solidFill>
                  <a:schemeClr val="bg1"/>
                </a:solidFill>
              </a:defRPr>
            </a:lvl3pPr>
            <a:lvl4pPr algn="ctr">
              <a:defRPr sz="1000">
                <a:solidFill>
                  <a:schemeClr val="bg1"/>
                </a:solidFill>
              </a:defRPr>
            </a:lvl4pPr>
            <a:lvl5pPr algn="ctr">
              <a:defRPr sz="10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dirty="0"/>
          </a:p>
        </p:txBody>
      </p:sp>
      <p:sp>
        <p:nvSpPr>
          <p:cNvPr id="2" name="Text Placeholder 6">
            <a:extLst>
              <a:ext uri="{FF2B5EF4-FFF2-40B4-BE49-F238E27FC236}">
                <a16:creationId xmlns:a16="http://schemas.microsoft.com/office/drawing/2014/main" id="{64FCC3A6-560D-4CA5-2D09-2450AFC5938E}"/>
              </a:ext>
            </a:extLst>
          </p:cNvPr>
          <p:cNvSpPr>
            <a:spLocks noGrp="1"/>
          </p:cNvSpPr>
          <p:nvPr>
            <p:ph type="body" sz="quarter" idx="13"/>
          </p:nvPr>
        </p:nvSpPr>
        <p:spPr>
          <a:xfrm>
            <a:off x="760536" y="969264"/>
            <a:ext cx="4572000" cy="4735381"/>
          </a:xfrm>
        </p:spPr>
        <p:txBody>
          <a:bodyPr anchor="ctr" anchorCtr="0">
            <a:noAutofit/>
          </a:bodyPr>
          <a:lstStyle>
            <a:lvl1pPr algn="ctr">
              <a:lnSpc>
                <a:spcPts val="2400"/>
              </a:lnSpc>
              <a:defRPr sz="2400"/>
            </a:lvl1pPr>
            <a:lvl2pPr algn="ctr">
              <a:lnSpc>
                <a:spcPct val="100000"/>
              </a:lnSpc>
              <a:defRPr sz="2000"/>
            </a:lvl2pPr>
            <a:lvl3pPr algn="ctr">
              <a:lnSpc>
                <a:spcPct val="100000"/>
              </a:lnSpc>
              <a:defRPr sz="1800"/>
            </a:lvl3pPr>
            <a:lvl4pPr algn="ctr">
              <a:lnSpc>
                <a:spcPct val="100000"/>
              </a:lnSpc>
              <a:defRPr sz="1500"/>
            </a:lvl4pPr>
            <a:lvl5pPr algn="ct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7209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Half &amp; Half Text Layout 02">
    <p:bg>
      <p:bgPr>
        <a:solidFill>
          <a:schemeClr val="accent3"/>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DA6D613-1AF0-AACB-73FA-C01BE77D0D3E}"/>
              </a:ext>
            </a:extLst>
          </p:cNvPr>
          <p:cNvSpPr>
            <a:spLocks noGrp="1"/>
          </p:cNvSpPr>
          <p:nvPr>
            <p:ph type="body" sz="quarter" idx="14"/>
          </p:nvPr>
        </p:nvSpPr>
        <p:spPr>
          <a:xfrm>
            <a:off x="6096000" y="0"/>
            <a:ext cx="6099048" cy="6858000"/>
          </a:xfrm>
          <a:solidFill>
            <a:srgbClr val="E4EBF1"/>
          </a:solidFill>
        </p:spPr>
        <p:txBody>
          <a:bodyPr lIns="594360" rIns="594360" bIns="228600" anchor="ctr"/>
          <a:lstStyle>
            <a:lvl1pPr algn="ctr">
              <a:lnSpc>
                <a:spcPct val="100000"/>
              </a:lnSpc>
              <a:spcBef>
                <a:spcPts val="3600"/>
              </a:spcBef>
              <a:defRPr sz="2400" b="0" i="0">
                <a:solidFill>
                  <a:schemeClr val="accent1"/>
                </a:solidFill>
                <a:latin typeface="+mj-lt"/>
              </a:defRPr>
            </a:lvl1pPr>
            <a:lvl2pPr marL="0" indent="0" algn="ctr">
              <a:lnSpc>
                <a:spcPct val="100000"/>
              </a:lnSpc>
              <a:spcBef>
                <a:spcPts val="0"/>
              </a:spcBef>
              <a:spcAft>
                <a:spcPts val="600"/>
              </a:spcAft>
              <a:buNone/>
              <a:defRPr sz="1400" b="1" i="0">
                <a:solidFill>
                  <a:schemeClr val="tx1"/>
                </a:solidFill>
                <a:latin typeface="Arial Black" panose="020B0604020202020204" pitchFamily="34" charset="0"/>
              </a:defRPr>
            </a:lvl2pPr>
            <a:lvl3pPr marL="0" indent="-182880" algn="ctr">
              <a:lnSpc>
                <a:spcPct val="100000"/>
              </a:lnSpc>
              <a:spcBef>
                <a:spcPts val="0"/>
              </a:spcBef>
              <a:spcAft>
                <a:spcPts val="600"/>
              </a:spcAft>
              <a:buFont typeface="Arial" panose="020B0604020202020204" pitchFamily="34" charset="0"/>
              <a:buChar char="•"/>
              <a:defRPr sz="1400">
                <a:solidFill>
                  <a:schemeClr val="tx1"/>
                </a:solidFill>
              </a:defRPr>
            </a:lvl3pPr>
            <a:lvl4pPr marL="365760" algn="ctr">
              <a:lnSpc>
                <a:spcPct val="100000"/>
              </a:lnSpc>
              <a:spcBef>
                <a:spcPts val="0"/>
              </a:spcBef>
              <a:spcAft>
                <a:spcPts val="600"/>
              </a:spcAft>
              <a:defRPr sz="1200">
                <a:solidFill>
                  <a:schemeClr val="tx1"/>
                </a:solidFill>
              </a:defRPr>
            </a:lvl4pPr>
            <a:lvl5pPr marL="457200" algn="ctr">
              <a:lnSpc>
                <a:spcPct val="100000"/>
              </a:lnSpc>
              <a:spcBef>
                <a:spcPts val="0"/>
              </a:spcBef>
              <a:spcAft>
                <a:spcPts val="600"/>
              </a:spcAft>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tx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dirty="0"/>
          </a:p>
        </p:txBody>
      </p:sp>
      <p:sp>
        <p:nvSpPr>
          <p:cNvPr id="3" name="Title 2">
            <a:extLst>
              <a:ext uri="{FF2B5EF4-FFF2-40B4-BE49-F238E27FC236}">
                <a16:creationId xmlns:a16="http://schemas.microsoft.com/office/drawing/2014/main" id="{020D2651-CE6C-E483-7844-DD43FE373101}"/>
              </a:ext>
            </a:extLst>
          </p:cNvPr>
          <p:cNvSpPr>
            <a:spLocks noGrp="1"/>
          </p:cNvSpPr>
          <p:nvPr>
            <p:ph type="title"/>
          </p:nvPr>
        </p:nvSpPr>
        <p:spPr>
          <a:xfrm>
            <a:off x="582441" y="2806575"/>
            <a:ext cx="4559929" cy="3123444"/>
          </a:xfrm>
        </p:spPr>
        <p:txBody>
          <a:bodyPr>
            <a:normAutofit/>
          </a:bodyPr>
          <a:lstStyle>
            <a:lvl1pPr>
              <a:lnSpc>
                <a:spcPct val="85000"/>
              </a:lnSpc>
              <a:defRPr sz="4800" b="0" i="0">
                <a:solidFill>
                  <a:schemeClr val="accent2"/>
                </a:solidFill>
                <a:latin typeface="Times New Roman" panose="02020603050405020304" pitchFamily="18" charset="0"/>
              </a:defRPr>
            </a:lvl1pPr>
          </a:lstStyle>
          <a:p>
            <a:r>
              <a:rPr lang="en-US" dirty="0"/>
              <a:t>Click to edit Master title style</a:t>
            </a:r>
          </a:p>
        </p:txBody>
      </p:sp>
      <p:pic>
        <p:nvPicPr>
          <p:cNvPr id="9" name="Graphic 8" descr="Lilly Logo">
            <a:extLst>
              <a:ext uri="{FF2B5EF4-FFF2-40B4-BE49-F238E27FC236}">
                <a16:creationId xmlns:a16="http://schemas.microsoft.com/office/drawing/2014/main" id="{73C3EB7A-AC36-591A-C051-9E3D0760775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32089640"/>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Content, and Picture 01">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2400" y="0"/>
            <a:ext cx="6099600" cy="6858000"/>
          </a:xfrm>
          <a:prstGeom prst="rect">
            <a:avLst/>
          </a:prstGeom>
          <a:solidFill>
            <a:schemeClr val="tx1"/>
          </a:solidFill>
        </p:spPr>
        <p:txBody>
          <a:bodyPr/>
          <a:lstStyle>
            <a:lvl1pPr>
              <a:defRPr b="0" i="0"/>
            </a:lvl1pPr>
          </a:lstStyle>
          <a:p>
            <a:endParaRPr lang="en-US" dirty="0"/>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dirty="0"/>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12648" y="1813466"/>
            <a:ext cx="4688288" cy="1206823"/>
          </a:xfrm>
        </p:spPr>
        <p:txBody>
          <a:bodyPr lIns="0" rIns="0" anchor="b" anchorCtr="0">
            <a:normAutofit/>
          </a:bodyPr>
          <a:lstStyle>
            <a:lvl1pPr algn="l">
              <a:lnSpc>
                <a:spcPct val="85000"/>
              </a:lnSpc>
              <a:spcAft>
                <a:spcPts val="0"/>
              </a:spcAft>
              <a:defRPr sz="3600" b="1" i="0" spc="0" baseline="0">
                <a:solidFill>
                  <a:schemeClr val="accent1"/>
                </a:solidFill>
                <a:latin typeface="Arial Black" panose="020B0604020202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46A68B9B-FDF7-CDEE-FF1E-62AAEFB5C600}"/>
              </a:ext>
            </a:extLst>
          </p:cNvPr>
          <p:cNvSpPr>
            <a:spLocks noGrp="1"/>
          </p:cNvSpPr>
          <p:nvPr>
            <p:ph type="body" sz="quarter" idx="13"/>
          </p:nvPr>
        </p:nvSpPr>
        <p:spPr>
          <a:xfrm>
            <a:off x="609311" y="3342986"/>
            <a:ext cx="4710113" cy="2614613"/>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076454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02">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0" y="0"/>
            <a:ext cx="6099600" cy="6858000"/>
          </a:xfrm>
          <a:prstGeom prst="rect">
            <a:avLst/>
          </a:prstGeom>
          <a:solidFill>
            <a:schemeClr val="tx1"/>
          </a:solidFill>
        </p:spPr>
        <p:txBody>
          <a:bodyPr/>
          <a:lstStyle>
            <a:lvl1pPr>
              <a:defRPr b="0" i="0"/>
            </a:lvl1pPr>
          </a:lstStyle>
          <a:p>
            <a:endParaRPr lang="en-US" dirty="0"/>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tx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dirty="0"/>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719732" y="1813466"/>
            <a:ext cx="4688288" cy="1206823"/>
          </a:xfrm>
        </p:spPr>
        <p:txBody>
          <a:bodyPr lIns="0" rIns="0" anchor="b" anchorCtr="0">
            <a:normAutofit/>
          </a:bodyPr>
          <a:lstStyle>
            <a:lvl1pPr algn="l">
              <a:lnSpc>
                <a:spcPct val="85000"/>
              </a:lnSpc>
              <a:spcAft>
                <a:spcPts val="0"/>
              </a:spcAft>
              <a:defRPr sz="3600" b="1" i="0" spc="0" baseline="0">
                <a:solidFill>
                  <a:schemeClr val="accent1"/>
                </a:solidFill>
                <a:latin typeface="Arial Black" panose="020B0604020202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46A68B9B-FDF7-CDEE-FF1E-62AAEFB5C600}"/>
              </a:ext>
            </a:extLst>
          </p:cNvPr>
          <p:cNvSpPr>
            <a:spLocks noGrp="1"/>
          </p:cNvSpPr>
          <p:nvPr>
            <p:ph type="body" sz="quarter" idx="13"/>
          </p:nvPr>
        </p:nvSpPr>
        <p:spPr>
          <a:xfrm>
            <a:off x="6716395" y="3342986"/>
            <a:ext cx="4710113" cy="2614613"/>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Graphic 4" descr="Lilly Logo">
            <a:extLst>
              <a:ext uri="{FF2B5EF4-FFF2-40B4-BE49-F238E27FC236}">
                <a16:creationId xmlns:a16="http://schemas.microsoft.com/office/drawing/2014/main" id="{BB93CDD0-8AE4-8543-74DC-53F575AFBE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53407378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anifesto">
    <p:bg>
      <p:bgPr>
        <a:solidFill>
          <a:srgbClr val="FDE8E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1CCDBA-71E8-BC13-BB47-E5F60BE771F0}"/>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9B1E9773-4780-B8E4-BF69-07DBEDB6073B}"/>
              </a:ext>
            </a:extLst>
          </p:cNvPr>
          <p:cNvSpPr>
            <a:spLocks noGrp="1"/>
          </p:cNvSpPr>
          <p:nvPr>
            <p:ph type="sldNum" sz="quarter" idx="11"/>
          </p:nvPr>
        </p:nvSpPr>
        <p:spPr/>
        <p:txBody>
          <a:bodyPr/>
          <a:lstStyle/>
          <a:p>
            <a:fld id="{48135D20-C3A1-FF4C-B4DB-BE449A9B144D}" type="slidenum">
              <a:rPr lang="en-US"/>
              <a:t>‹#›</a:t>
            </a:fld>
            <a:endParaRPr lang="en-US"/>
          </a:p>
        </p:txBody>
      </p:sp>
      <p:sp>
        <p:nvSpPr>
          <p:cNvPr id="6" name="Text Placeholder 5">
            <a:extLst>
              <a:ext uri="{FF2B5EF4-FFF2-40B4-BE49-F238E27FC236}">
                <a16:creationId xmlns:a16="http://schemas.microsoft.com/office/drawing/2014/main" id="{E9E4F595-4E91-19AD-9AD8-E1D2E5ACC8ED}"/>
              </a:ext>
            </a:extLst>
          </p:cNvPr>
          <p:cNvSpPr>
            <a:spLocks noGrp="1"/>
          </p:cNvSpPr>
          <p:nvPr>
            <p:ph type="body" sz="quarter" idx="12"/>
          </p:nvPr>
        </p:nvSpPr>
        <p:spPr>
          <a:xfrm>
            <a:off x="1281906" y="1083182"/>
            <a:ext cx="9628188" cy="5172763"/>
          </a:xfrm>
        </p:spPr>
        <p:txBody>
          <a:bodyPr>
            <a:noAutofit/>
          </a:bodyPr>
          <a:lstStyle>
            <a:lvl1pPr algn="ctr">
              <a:lnSpc>
                <a:spcPct val="100000"/>
              </a:lnSpc>
              <a:spcBef>
                <a:spcPts val="0"/>
              </a:spcBef>
              <a:spcAft>
                <a:spcPts val="2400"/>
              </a:spcAft>
              <a:defRPr sz="1750"/>
            </a:lvl1pPr>
            <a:lvl2pPr marL="0" indent="0" algn="ctr">
              <a:lnSpc>
                <a:spcPct val="100000"/>
              </a:lnSpc>
              <a:spcBef>
                <a:spcPts val="0"/>
              </a:spcBef>
              <a:buNone/>
              <a:defRPr sz="2400" b="1" i="0" cap="all" baseline="0">
                <a:solidFill>
                  <a:schemeClr val="accent1"/>
                </a:solidFill>
                <a:latin typeface="Arial Black" panose="020B0604020202020204" pitchFamily="34" charset="0"/>
              </a:defRPr>
            </a:lvl2pPr>
            <a:lvl3pPr marL="182871" indent="0" algn="ctr">
              <a:buNone/>
              <a:defRPr sz="1400"/>
            </a:lvl3pPr>
            <a:lvl4pPr algn="ctr">
              <a:defRPr sz="1200"/>
            </a:lvl4pPr>
            <a:lvl5pPr algn="ct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39209659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Pattern Border">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03FF3717-31FB-0D42-AF4C-531F03259192}"/>
              </a:ext>
            </a:extLst>
          </p:cNvPr>
          <p:cNvSpPr>
            <a:spLocks noGrp="1"/>
          </p:cNvSpPr>
          <p:nvPr>
            <p:ph type="pic" sz="quarter" idx="10" hasCustomPrompt="1"/>
          </p:nvPr>
        </p:nvSpPr>
        <p:spPr>
          <a:xfrm>
            <a:off x="0" y="0"/>
            <a:ext cx="12188952" cy="6858000"/>
          </a:xfrm>
          <a:prstGeom prst="rect">
            <a:avLst/>
          </a:prstGeom>
          <a:noFill/>
        </p:spPr>
        <p:txBody>
          <a:bodyPr/>
          <a:lstStyle>
            <a:lvl1pPr>
              <a:defRPr b="0" i="0">
                <a:solidFill>
                  <a:schemeClr val="tx1"/>
                </a:solidFill>
              </a:defRPr>
            </a:lvl1pPr>
          </a:lstStyle>
          <a:p>
            <a:r>
              <a:rPr lang="en-US" dirty="0"/>
              <a:t>Border Picture</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dirty="0"/>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658368" y="649224"/>
            <a:ext cx="10872216" cy="5559552"/>
          </a:xfrm>
          <a:solidFill>
            <a:schemeClr val="accent1"/>
          </a:solidFill>
        </p:spPr>
        <p:txBody>
          <a:bodyPr tIns="1920240">
            <a:noAutofit/>
          </a:bodyPr>
          <a:lstStyle>
            <a:lvl1pPr algn="ctr">
              <a:defRPr sz="9600">
                <a:solidFill>
                  <a:schemeClr val="bg1"/>
                </a:solidFill>
              </a:defRPr>
            </a:lvl1pPr>
          </a:lstStyle>
          <a:p>
            <a:r>
              <a:rPr lang="en-US"/>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2423319" y="3816833"/>
            <a:ext cx="7345362" cy="1271587"/>
          </a:xfrm>
        </p:spPr>
        <p:txBody>
          <a:bodyPr>
            <a:normAutofit/>
          </a:bodyPr>
          <a:lstStyle>
            <a:lvl1pPr algn="ctr">
              <a:lnSpc>
                <a:spcPct val="100000"/>
              </a:lnSpc>
              <a:spcBef>
                <a:spcPts val="0"/>
              </a:spcBef>
              <a:defRPr sz="3200">
                <a:solidFill>
                  <a:schemeClr val="bg1"/>
                </a:solidFill>
              </a:defRPr>
            </a:lvl1pPr>
            <a:lvl2pPr marL="0" indent="0">
              <a:buNone/>
              <a:defRPr/>
            </a:lvl2pPr>
          </a:lstStyle>
          <a:p>
            <a:pPr lvl="0"/>
            <a:r>
              <a:rPr lang="en-US"/>
              <a:t>Subtitle</a:t>
            </a:r>
          </a:p>
        </p:txBody>
      </p:sp>
    </p:spTree>
    <p:extLst>
      <p:ext uri="{BB962C8B-B14F-4D97-AF65-F5344CB8AC3E}">
        <p14:creationId xmlns:p14="http://schemas.microsoft.com/office/powerpoint/2010/main" val="23738596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Half Page Picture">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03FF3717-31FB-0D42-AF4C-531F03259192}"/>
              </a:ext>
            </a:extLst>
          </p:cNvPr>
          <p:cNvSpPr>
            <a:spLocks noGrp="1"/>
          </p:cNvSpPr>
          <p:nvPr>
            <p:ph type="pic" sz="quarter" idx="10" hasCustomPrompt="1"/>
          </p:nvPr>
        </p:nvSpPr>
        <p:spPr>
          <a:xfrm>
            <a:off x="6099048" y="0"/>
            <a:ext cx="6099048" cy="6858000"/>
          </a:xfrm>
          <a:prstGeom prst="rect">
            <a:avLst/>
          </a:prstGeom>
          <a:noFill/>
        </p:spPr>
        <p:txBody>
          <a:bodyPr/>
          <a:lstStyle>
            <a:lvl1pPr>
              <a:defRPr b="0" i="0">
                <a:solidFill>
                  <a:schemeClr val="tx1"/>
                </a:solidFill>
              </a:defRPr>
            </a:lvl1pPr>
          </a:lstStyle>
          <a:p>
            <a:r>
              <a:rPr lang="en-US" dirty="0"/>
              <a:t>Picture</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dirty="0"/>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5"/>
          </a:solidFill>
        </p:spPr>
        <p:txBody>
          <a:bodyPr lIns="640080" tIns="0" rIns="640080" bIns="548640" anchor="ctr" anchorCtr="0">
            <a:noAutofit/>
          </a:bodyPr>
          <a:lstStyle>
            <a:lvl1pPr algn="ctr">
              <a:lnSpc>
                <a:spcPts val="7200"/>
              </a:lnSpc>
              <a:defRPr sz="6800">
                <a:solidFill>
                  <a:schemeClr val="tx2"/>
                </a:solidFill>
              </a:defRPr>
            </a:lvl1pPr>
          </a:lstStyle>
          <a:p>
            <a:r>
              <a:rPr lang="en-US" dirty="0"/>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tx2"/>
                </a:solidFill>
              </a:defRPr>
            </a:lvl1pPr>
            <a:lvl2pPr marL="0" indent="0">
              <a:buNone/>
              <a:defRPr/>
            </a:lvl2pPr>
          </a:lstStyle>
          <a:p>
            <a:pPr lvl="0"/>
            <a:r>
              <a:rPr lang="en-US"/>
              <a:t>Subtitle</a:t>
            </a:r>
          </a:p>
        </p:txBody>
      </p:sp>
      <p:pic>
        <p:nvPicPr>
          <p:cNvPr id="3" name="Graphic 2" descr="Lilly Logo">
            <a:extLst>
              <a:ext uri="{FF2B5EF4-FFF2-40B4-BE49-F238E27FC236}">
                <a16:creationId xmlns:a16="http://schemas.microsoft.com/office/drawing/2014/main" id="{58DB6D87-6329-6E37-1448-8541CCCDAEB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83193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Title over Dark Background">
    <p:bg>
      <p:bgPr>
        <a:solidFill>
          <a:srgbClr val="C6DCD8"/>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dirty="0"/>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2"/>
          </a:solidFill>
        </p:spPr>
        <p:txBody>
          <a:bodyPr lIns="640080" tIns="0" rIns="640080" bIns="548640" anchor="ctr" anchorCtr="0">
            <a:noAutofit/>
          </a:bodyPr>
          <a:lstStyle>
            <a:lvl1pPr algn="ctr">
              <a:lnSpc>
                <a:spcPts val="7200"/>
              </a:lnSpc>
              <a:defRPr sz="6800">
                <a:solidFill>
                  <a:schemeClr val="bg1"/>
                </a:solidFill>
              </a:defRPr>
            </a:lvl1pPr>
          </a:lstStyle>
          <a:p>
            <a:r>
              <a:rPr lang="en-US" dirty="0"/>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bg1"/>
                </a:solidFill>
              </a:defRPr>
            </a:lvl1pPr>
            <a:lvl2pPr marL="0" indent="0">
              <a:buNone/>
              <a:defRPr/>
            </a:lvl2pPr>
          </a:lstStyle>
          <a:p>
            <a:pPr lvl="0"/>
            <a:r>
              <a:rPr lang="en-US"/>
              <a:t>Subtitle</a:t>
            </a:r>
          </a:p>
        </p:txBody>
      </p:sp>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7132320" y="1261872"/>
            <a:ext cx="4142232" cy="4270248"/>
          </a:xfrm>
        </p:spPr>
        <p:txBody>
          <a:bodyPr anchor="ctr" anchorCtr="0">
            <a:noAutofit/>
          </a:bodyPr>
          <a:lstStyle>
            <a:lvl1pPr>
              <a:lnSpc>
                <a:spcPts val="2100"/>
              </a:lnSpc>
              <a:spcBef>
                <a:spcPts val="1600"/>
              </a:spcBef>
              <a:defRPr sz="21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descr="Lilly Logo">
            <a:extLst>
              <a:ext uri="{FF2B5EF4-FFF2-40B4-BE49-F238E27FC236}">
                <a16:creationId xmlns:a16="http://schemas.microsoft.com/office/drawing/2014/main" id="{40462F35-0FED-7E5F-47F2-94298139995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30431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Title over Light Background">
    <p:bg>
      <p:bgPr>
        <a:solidFill>
          <a:srgbClr val="E4EBF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3"/>
          </a:solidFill>
        </p:spPr>
        <p:txBody>
          <a:bodyPr lIns="640080" tIns="0" rIns="640080" bIns="548640" anchor="ctr" anchorCtr="0">
            <a:noAutofit/>
          </a:bodyPr>
          <a:lstStyle>
            <a:lvl1pPr algn="ctr">
              <a:lnSpc>
                <a:spcPts val="7200"/>
              </a:lnSpc>
              <a:defRPr sz="6800">
                <a:solidFill>
                  <a:schemeClr val="tx1"/>
                </a:solidFill>
              </a:defRPr>
            </a:lvl1pPr>
          </a:lstStyle>
          <a:p>
            <a:r>
              <a:rPr lang="en-US" dirty="0"/>
              <a:t>Divider </a:t>
            </a:r>
            <a:r>
              <a:rPr lang="en-US" dirty="0" err="1"/>
              <a:t>Title</a:t>
            </a:r>
            <a:endParaRPr lang="en-US" dirty="0"/>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dirty="0"/>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tx1"/>
                </a:solidFill>
              </a:defRPr>
            </a:lvl1pPr>
            <a:lvl2pPr marL="0" indent="0">
              <a:buNone/>
              <a:defRPr/>
            </a:lvl2pPr>
          </a:lstStyle>
          <a:p>
            <a:pPr lvl="0"/>
            <a:r>
              <a:rPr lang="en-US"/>
              <a:t>Subtitle</a:t>
            </a:r>
          </a:p>
        </p:txBody>
      </p:sp>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7132320" y="1261872"/>
            <a:ext cx="4142232" cy="4270248"/>
          </a:xfrm>
        </p:spPr>
        <p:txBody>
          <a:bodyPr anchor="ctr" anchorCtr="0">
            <a:noAutofit/>
          </a:bodyPr>
          <a:lstStyle>
            <a:lvl1pPr>
              <a:lnSpc>
                <a:spcPts val="2100"/>
              </a:lnSpc>
              <a:spcBef>
                <a:spcPts val="1600"/>
              </a:spcBef>
              <a:defRPr sz="21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descr="Lilly Logo">
            <a:extLst>
              <a:ext uri="{FF2B5EF4-FFF2-40B4-BE49-F238E27FC236}">
                <a16:creationId xmlns:a16="http://schemas.microsoft.com/office/drawing/2014/main" id="{8EE2D2FE-3BDB-C184-6CC2-ACA96563242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886090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Divider with Two Copy 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6096000" y="3474720"/>
            <a:ext cx="6099048" cy="3383280"/>
          </a:xfrm>
          <a:solidFill>
            <a:schemeClr val="tx1"/>
          </a:solidFill>
        </p:spPr>
        <p:txBody>
          <a:bodyPr lIns="640080" tIns="228600" rIns="457200" bIns="594360" anchor="ctr" anchorCtr="0">
            <a:normAutofit/>
          </a:bodyPr>
          <a:lstStyle>
            <a:lvl1pPr>
              <a:lnSpc>
                <a:spcPct val="85000"/>
              </a:lnSpc>
              <a:spcBef>
                <a:spcPts val="1600"/>
              </a:spcBef>
              <a:defRPr sz="25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lvl1pPr>
              <a:defRPr>
                <a:solidFill>
                  <a:schemeClr val="bg1"/>
                </a:solidFill>
              </a:defRPr>
            </a:lvl1p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dirty="0"/>
          </a:p>
        </p:txBody>
      </p:sp>
      <p:sp>
        <p:nvSpPr>
          <p:cNvPr id="7" name="Text Placeholder 2">
            <a:extLst>
              <a:ext uri="{FF2B5EF4-FFF2-40B4-BE49-F238E27FC236}">
                <a16:creationId xmlns:a16="http://schemas.microsoft.com/office/drawing/2014/main" id="{39A58E7B-9AE6-071A-3557-31D4B11A3CDB}"/>
              </a:ext>
            </a:extLst>
          </p:cNvPr>
          <p:cNvSpPr>
            <a:spLocks noGrp="1"/>
          </p:cNvSpPr>
          <p:nvPr>
            <p:ph type="body" sz="quarter" idx="15"/>
          </p:nvPr>
        </p:nvSpPr>
        <p:spPr>
          <a:xfrm>
            <a:off x="-1" y="3474720"/>
            <a:ext cx="6099048" cy="3383280"/>
          </a:xfrm>
          <a:noFill/>
        </p:spPr>
        <p:txBody>
          <a:bodyPr lIns="640080" tIns="228600" rIns="457200" bIns="594360" anchor="ctr" anchorCtr="0">
            <a:normAutofit/>
          </a:bodyPr>
          <a:lstStyle>
            <a:lvl1pPr>
              <a:lnSpc>
                <a:spcPct val="85000"/>
              </a:lnSpc>
              <a:spcBef>
                <a:spcPts val="1600"/>
              </a:spcBef>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12188952" cy="3474720"/>
          </a:xfrm>
          <a:solidFill>
            <a:schemeClr val="accent1"/>
          </a:solidFill>
        </p:spPr>
        <p:txBody>
          <a:bodyPr lIns="640080" tIns="822960" rIns="640080" bIns="548640" anchor="t" anchorCtr="0">
            <a:noAutofit/>
          </a:bodyPr>
          <a:lstStyle>
            <a:lvl1pPr algn="l">
              <a:lnSpc>
                <a:spcPts val="7200"/>
              </a:lnSpc>
              <a:defRPr sz="6400">
                <a:solidFill>
                  <a:schemeClr val="bg1"/>
                </a:solidFill>
              </a:defRPr>
            </a:lvl1pPr>
          </a:lstStyle>
          <a:p>
            <a:r>
              <a:rPr lang="en-US" dirty="0"/>
              <a:t>Divider Title</a:t>
            </a:r>
          </a:p>
        </p:txBody>
      </p:sp>
    </p:spTree>
    <p:extLst>
      <p:ext uri="{BB962C8B-B14F-4D97-AF65-F5344CB8AC3E}">
        <p14:creationId xmlns:p14="http://schemas.microsoft.com/office/powerpoint/2010/main" val="21599441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1/3 Page Picture">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dirty="0"/>
          </a:p>
        </p:txBody>
      </p:sp>
      <p:sp>
        <p:nvSpPr>
          <p:cNvPr id="7" name="Title 6">
            <a:extLst>
              <a:ext uri="{FF2B5EF4-FFF2-40B4-BE49-F238E27FC236}">
                <a16:creationId xmlns:a16="http://schemas.microsoft.com/office/drawing/2014/main" id="{277AC90C-7F28-B72B-C6F4-042785B04416}"/>
              </a:ext>
            </a:extLst>
          </p:cNvPr>
          <p:cNvSpPr>
            <a:spLocks noGrp="1"/>
          </p:cNvSpPr>
          <p:nvPr>
            <p:ph type="title" hasCustomPrompt="1"/>
          </p:nvPr>
        </p:nvSpPr>
        <p:spPr>
          <a:xfrm>
            <a:off x="640080" y="671513"/>
            <a:ext cx="5762625" cy="1757361"/>
          </a:xfrm>
        </p:spPr>
        <p:txBody>
          <a:bodyPr anchor="b" anchorCtr="0">
            <a:noAutofit/>
          </a:bodyPr>
          <a:lstStyle>
            <a:lvl1pPr>
              <a:lnSpc>
                <a:spcPts val="6400"/>
              </a:lnSpc>
              <a:defRPr sz="6400" spc="-200" baseline="0"/>
            </a:lvl1pPr>
          </a:lstStyle>
          <a:p>
            <a:r>
              <a:rPr lang="en-US"/>
              <a:t>Click to insert Heading</a:t>
            </a:r>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640080" y="2642615"/>
            <a:ext cx="5975033" cy="3400997"/>
          </a:xfrm>
        </p:spPr>
        <p:txBody>
          <a:bodyPr>
            <a:normAutofit/>
          </a:bodyPr>
          <a:lstStyle>
            <a:lvl1pPr marL="0" indent="0">
              <a:lnSpc>
                <a:spcPts val="1440"/>
              </a:lnSpc>
              <a:spcBef>
                <a:spcPts val="1800"/>
              </a:spcBef>
              <a:buNone/>
              <a:defRPr sz="1200"/>
            </a:lvl1pPr>
            <a:lvl2pPr marL="182880" indent="-182880">
              <a:lnSpc>
                <a:spcPts val="1440"/>
              </a:lnSpc>
              <a:spcBef>
                <a:spcPts val="1000"/>
              </a:spcBef>
              <a:defRPr sz="1200"/>
            </a:lvl2pPr>
            <a:lvl3pPr indent="-182880">
              <a:lnSpc>
                <a:spcPts val="1440"/>
              </a:lnSpc>
              <a:spcBef>
                <a:spcPts val="800"/>
              </a:spcBef>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A20CADF-878D-63BF-1451-A3E0E5FC543D}"/>
              </a:ext>
            </a:extLst>
          </p:cNvPr>
          <p:cNvSpPr>
            <a:spLocks noGrp="1"/>
          </p:cNvSpPr>
          <p:nvPr>
            <p:ph type="ftr" sz="quarter" idx="16"/>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501C1C1A-4CD1-6997-B931-FC42002CC9A5}"/>
              </a:ext>
            </a:extLst>
          </p:cNvPr>
          <p:cNvSpPr>
            <a:spLocks noGrp="1"/>
          </p:cNvSpPr>
          <p:nvPr>
            <p:ph type="sldNum" sz="quarter" idx="17"/>
          </p:nvPr>
        </p:nvSpPr>
        <p:spPr/>
        <p:txBody>
          <a:bodyPr/>
          <a:lstStyle/>
          <a:p>
            <a:fld id="{48135D20-C3A1-FF4C-B4DB-BE449A9B144D}" type="slidenum">
              <a:rPr lang="en-US"/>
              <a:t>‹#›</a:t>
            </a:fld>
            <a:endParaRPr lang="en-US"/>
          </a:p>
        </p:txBody>
      </p:sp>
    </p:spTree>
    <p:extLst>
      <p:ext uri="{BB962C8B-B14F-4D97-AF65-F5344CB8AC3E}">
        <p14:creationId xmlns:p14="http://schemas.microsoft.com/office/powerpoint/2010/main" val="2691334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and Picture">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dirty="0"/>
          </a:p>
        </p:txBody>
      </p:sp>
      <p:sp>
        <p:nvSpPr>
          <p:cNvPr id="2" name="Footer Placeholder 1">
            <a:extLst>
              <a:ext uri="{FF2B5EF4-FFF2-40B4-BE49-F238E27FC236}">
                <a16:creationId xmlns:a16="http://schemas.microsoft.com/office/drawing/2014/main" id="{817FA129-3605-FEE2-2F8A-D616EDEEAE5A}"/>
              </a:ext>
            </a:extLst>
          </p:cNvPr>
          <p:cNvSpPr>
            <a:spLocks noGrp="1"/>
          </p:cNvSpPr>
          <p:nvPr>
            <p:ph type="ftr" sz="quarter" idx="13"/>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2424C182-D9F8-27AC-F250-1D85B7E20558}"/>
              </a:ext>
            </a:extLst>
          </p:cNvPr>
          <p:cNvSpPr>
            <a:spLocks noGrp="1"/>
          </p:cNvSpPr>
          <p:nvPr>
            <p:ph type="sldNum" idx="14"/>
          </p:nvPr>
        </p:nvSpPr>
        <p:spPr/>
        <p:txBody>
          <a:bodyPr/>
          <a:lstStyle/>
          <a:p>
            <a:fld id="{00000000-1234-1234-1234-123412341234}" type="slidenum">
              <a:rPr lang="en" smtClean="0"/>
              <a:pPr/>
              <a:t>‹#›</a:t>
            </a:fld>
            <a:endParaRPr lang="en" dirty="0"/>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457200" y="722376"/>
            <a:ext cx="7066828" cy="4006642"/>
          </a:xfrm>
        </p:spPr>
        <p:txBody>
          <a:bodyPr>
            <a:noAutofit/>
          </a:bodyPr>
          <a:lstStyle>
            <a:lvl1pPr marL="320040" indent="-228600">
              <a:lnSpc>
                <a:spcPct val="68000"/>
              </a:lnSpc>
              <a:spcBef>
                <a:spcPts val="1800"/>
              </a:spcBef>
              <a:buNone/>
              <a:defRPr sz="5300" b="0" i="0" kern="100" spc="-200">
                <a:latin typeface="Times New Roman" panose="02020603050405020304" pitchFamily="18" charset="0"/>
              </a:defRPr>
            </a:lvl1pPr>
            <a:lvl2pPr marL="548640" indent="-228600">
              <a:lnSpc>
                <a:spcPct val="68000"/>
              </a:lnSpc>
              <a:spcBef>
                <a:spcPts val="1600"/>
              </a:spcBef>
              <a:buFont typeface="Arial" panose="020B0604020202020204" pitchFamily="34" charset="0"/>
              <a:buChar char="−"/>
              <a:defRPr sz="4400" b="0" i="0" kern="100" spc="-200">
                <a:latin typeface="Times New Roman" panose="02020603050405020304" pitchFamily="18" charset="0"/>
              </a:defRPr>
            </a:lvl2pPr>
            <a:lvl3pPr marL="182871" indent="0">
              <a:lnSpc>
                <a:spcPts val="1440"/>
              </a:lnSpc>
              <a:spcBef>
                <a:spcPts val="800"/>
              </a:spcBef>
              <a:buNone/>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dirty="0"/>
              <a:t>Click to edit Master text styles</a:t>
            </a:r>
          </a:p>
          <a:p>
            <a:pPr lvl="1"/>
            <a:r>
              <a:rPr lang="en-US" dirty="0"/>
              <a:t>Second level</a:t>
            </a:r>
          </a:p>
        </p:txBody>
      </p:sp>
      <p:sp>
        <p:nvSpPr>
          <p:cNvPr id="9" name="Text Placeholder 8">
            <a:extLst>
              <a:ext uri="{FF2B5EF4-FFF2-40B4-BE49-F238E27FC236}">
                <a16:creationId xmlns:a16="http://schemas.microsoft.com/office/drawing/2014/main" id="{C3688D7C-1245-BF05-95E9-099C0FD3DF8E}"/>
              </a:ext>
            </a:extLst>
          </p:cNvPr>
          <p:cNvSpPr>
            <a:spLocks noGrp="1"/>
          </p:cNvSpPr>
          <p:nvPr>
            <p:ph type="body" sz="quarter" idx="16"/>
          </p:nvPr>
        </p:nvSpPr>
        <p:spPr>
          <a:xfrm>
            <a:off x="594360" y="4990012"/>
            <a:ext cx="6929668" cy="1145612"/>
          </a:xfrm>
        </p:spPr>
        <p:txBody>
          <a:bodyPr anchor="b"/>
          <a:lstStyle>
            <a:lvl1pPr algn="r">
              <a:spcBef>
                <a:spcPts val="0"/>
              </a:spcBef>
              <a:spcAft>
                <a:spcPts val="1200"/>
              </a:spcAft>
              <a:defRPr sz="1900" b="1" cap="all" baseline="0">
                <a:solidFill>
                  <a:schemeClr val="accent1"/>
                </a:solidFill>
              </a:defRPr>
            </a:lvl1pPr>
            <a:lvl2pPr marL="0" indent="0" algn="r">
              <a:lnSpc>
                <a:spcPct val="70000"/>
              </a:lnSpc>
              <a:spcBef>
                <a:spcPts val="0"/>
              </a:spcBef>
              <a:buNone/>
              <a:defRPr sz="1800"/>
            </a:lvl2pPr>
            <a:lvl3pPr marL="182871" indent="0" algn="r">
              <a:buNone/>
              <a:defRPr/>
            </a:lvl3pPr>
            <a:lvl4pPr algn="r">
              <a:defRPr/>
            </a:lvl4pPr>
            <a:lvl5pPr algn="r">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79133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Quote and Picture over Color Background">
    <p:bg>
      <p:bgPr>
        <a:solidFill>
          <a:schemeClr val="accent6"/>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dirty="0"/>
          </a:p>
        </p:txBody>
      </p:sp>
      <p:sp>
        <p:nvSpPr>
          <p:cNvPr id="2" name="Footer Placeholder 1">
            <a:extLst>
              <a:ext uri="{FF2B5EF4-FFF2-40B4-BE49-F238E27FC236}">
                <a16:creationId xmlns:a16="http://schemas.microsoft.com/office/drawing/2014/main" id="{817FA129-3605-FEE2-2F8A-D616EDEEAE5A}"/>
              </a:ext>
            </a:extLst>
          </p:cNvPr>
          <p:cNvSpPr>
            <a:spLocks noGrp="1"/>
          </p:cNvSpPr>
          <p:nvPr>
            <p:ph type="ftr" sz="quarter" idx="13"/>
          </p:nvPr>
        </p:nvSpPr>
        <p:spPr/>
        <p:txBody>
          <a:bodyPr/>
          <a:lstStyle>
            <a:lvl1pPr>
              <a:defRPr>
                <a:solidFill>
                  <a:schemeClr val="bg1"/>
                </a:solidFill>
              </a:defRPr>
            </a:lvl1p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2424C182-D9F8-27AC-F250-1D85B7E20558}"/>
              </a:ext>
            </a:extLst>
          </p:cNvPr>
          <p:cNvSpPr>
            <a:spLocks noGrp="1"/>
          </p:cNvSpPr>
          <p:nvPr>
            <p:ph type="sldNum" idx="14"/>
          </p:nvPr>
        </p:nvSpPr>
        <p:spPr/>
        <p:txBody>
          <a:bodyPr/>
          <a:lstStyle>
            <a:lvl1pPr>
              <a:defRPr>
                <a:solidFill>
                  <a:schemeClr val="bg1"/>
                </a:solidFill>
              </a:defRPr>
            </a:lvl1pPr>
          </a:lstStyle>
          <a:p>
            <a:fld id="{00000000-1234-1234-1234-123412341234}" type="slidenum">
              <a:rPr lang="en" smtClean="0"/>
              <a:pPr/>
              <a:t>‹#›</a:t>
            </a:fld>
            <a:endParaRPr lang="en" dirty="0"/>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457200" y="722376"/>
            <a:ext cx="7066828" cy="4006642"/>
          </a:xfrm>
        </p:spPr>
        <p:txBody>
          <a:bodyPr>
            <a:noAutofit/>
          </a:bodyPr>
          <a:lstStyle>
            <a:lvl1pPr marL="320040" indent="-228600">
              <a:lnSpc>
                <a:spcPct val="68000"/>
              </a:lnSpc>
              <a:spcBef>
                <a:spcPts val="1800"/>
              </a:spcBef>
              <a:buNone/>
              <a:defRPr sz="5300" b="0" i="0" kern="100" spc="-200">
                <a:solidFill>
                  <a:schemeClr val="bg2"/>
                </a:solidFill>
                <a:latin typeface="Times New Roman" panose="02020603050405020304" pitchFamily="18" charset="0"/>
              </a:defRPr>
            </a:lvl1pPr>
            <a:lvl2pPr marL="548640" indent="-228600">
              <a:lnSpc>
                <a:spcPct val="68000"/>
              </a:lnSpc>
              <a:spcBef>
                <a:spcPts val="1600"/>
              </a:spcBef>
              <a:buFont typeface="Arial" panose="020B0604020202020204" pitchFamily="34" charset="0"/>
              <a:buChar char="−"/>
              <a:defRPr sz="4400" b="0" i="0" kern="100" spc="-200">
                <a:solidFill>
                  <a:schemeClr val="bg2"/>
                </a:solidFill>
                <a:latin typeface="Times New Roman" panose="02020603050405020304" pitchFamily="18" charset="0"/>
              </a:defRPr>
            </a:lvl2pPr>
            <a:lvl3pPr marL="182871" indent="0">
              <a:lnSpc>
                <a:spcPts val="1440"/>
              </a:lnSpc>
              <a:spcBef>
                <a:spcPts val="800"/>
              </a:spcBef>
              <a:buNone/>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dirty="0"/>
              <a:t>Click to edit Master text styles</a:t>
            </a:r>
          </a:p>
          <a:p>
            <a:pPr lvl="1"/>
            <a:r>
              <a:rPr lang="en-US" dirty="0"/>
              <a:t>Second level</a:t>
            </a:r>
          </a:p>
        </p:txBody>
      </p:sp>
      <p:sp>
        <p:nvSpPr>
          <p:cNvPr id="9" name="Text Placeholder 8">
            <a:extLst>
              <a:ext uri="{FF2B5EF4-FFF2-40B4-BE49-F238E27FC236}">
                <a16:creationId xmlns:a16="http://schemas.microsoft.com/office/drawing/2014/main" id="{C3688D7C-1245-BF05-95E9-099C0FD3DF8E}"/>
              </a:ext>
            </a:extLst>
          </p:cNvPr>
          <p:cNvSpPr>
            <a:spLocks noGrp="1"/>
          </p:cNvSpPr>
          <p:nvPr>
            <p:ph type="body" sz="quarter" idx="16"/>
          </p:nvPr>
        </p:nvSpPr>
        <p:spPr>
          <a:xfrm>
            <a:off x="594360" y="4990012"/>
            <a:ext cx="6929668" cy="1145612"/>
          </a:xfrm>
        </p:spPr>
        <p:txBody>
          <a:bodyPr anchor="b"/>
          <a:lstStyle>
            <a:lvl1pPr algn="r">
              <a:spcBef>
                <a:spcPts val="0"/>
              </a:spcBef>
              <a:spcAft>
                <a:spcPts val="1200"/>
              </a:spcAft>
              <a:defRPr sz="1900" b="1" cap="all" baseline="0">
                <a:solidFill>
                  <a:schemeClr val="bg2"/>
                </a:solidFill>
              </a:defRPr>
            </a:lvl1pPr>
            <a:lvl2pPr marL="0" indent="0" algn="r">
              <a:lnSpc>
                <a:spcPct val="70000"/>
              </a:lnSpc>
              <a:spcBef>
                <a:spcPts val="0"/>
              </a:spcBef>
              <a:buNone/>
              <a:defRPr sz="1800">
                <a:solidFill>
                  <a:schemeClr val="bg2"/>
                </a:solidFill>
              </a:defRPr>
            </a:lvl2pPr>
            <a:lvl3pPr marL="182871" indent="0" algn="r">
              <a:buNone/>
              <a:defRPr/>
            </a:lvl3pPr>
            <a:lvl4pPr algn="r">
              <a:defRPr/>
            </a:lvl4pPr>
            <a:lvl5pPr algn="r">
              <a:defRPr/>
            </a:lvl5pPr>
          </a:lstStyle>
          <a:p>
            <a:pPr lvl="0"/>
            <a:r>
              <a:rPr lang="en-US"/>
              <a:t>Click to edit Master text styles</a:t>
            </a:r>
          </a:p>
          <a:p>
            <a:pPr lvl="1"/>
            <a:r>
              <a:rPr lang="en-US"/>
              <a:t>Second level</a:t>
            </a:r>
          </a:p>
        </p:txBody>
      </p:sp>
      <p:pic>
        <p:nvPicPr>
          <p:cNvPr id="12" name="Graphic 11" descr="Lilly Logo">
            <a:extLst>
              <a:ext uri="{FF2B5EF4-FFF2-40B4-BE49-F238E27FC236}">
                <a16:creationId xmlns:a16="http://schemas.microsoft.com/office/drawing/2014/main" id="{57AA9D94-46CD-6D4B-3C13-1B8BB317CE1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504030371"/>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Lilly Script Logo on Light Backgroun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3E22E6C-9A8A-E612-CB10-5F586CD9DB5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220486" y="1855351"/>
            <a:ext cx="5759825" cy="3145536"/>
          </a:xfrm>
          <a:prstGeom prst="rect">
            <a:avLst/>
          </a:prstGeom>
        </p:spPr>
      </p:pic>
    </p:spTree>
    <p:extLst>
      <p:ext uri="{BB962C8B-B14F-4D97-AF65-F5344CB8AC3E}">
        <p14:creationId xmlns:p14="http://schemas.microsoft.com/office/powerpoint/2010/main" val="2809116726"/>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Lilly Script Logo on Dark Background">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11BF0-FFC8-4F2F-0FB4-80139E7028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220486" y="1855351"/>
            <a:ext cx="5759825" cy="3145536"/>
          </a:xfrm>
          <a:prstGeom prst="rect">
            <a:avLst/>
          </a:prstGeom>
        </p:spPr>
      </p:pic>
    </p:spTree>
    <p:extLst>
      <p:ext uri="{BB962C8B-B14F-4D97-AF65-F5344CB8AC3E}">
        <p14:creationId xmlns:p14="http://schemas.microsoft.com/office/powerpoint/2010/main" val="3963175107"/>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Lilly AMC Vertical Lockup on Light Backgroun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58687D6-21CA-9E97-A869-9175E8FC2D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749550" y="1924050"/>
            <a:ext cx="6692900" cy="3009900"/>
          </a:xfrm>
          <a:prstGeom prst="rect">
            <a:avLst/>
          </a:prstGeom>
        </p:spPr>
      </p:pic>
    </p:spTree>
    <p:extLst>
      <p:ext uri="{BB962C8B-B14F-4D97-AF65-F5344CB8AC3E}">
        <p14:creationId xmlns:p14="http://schemas.microsoft.com/office/powerpoint/2010/main" val="3758680919"/>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Lilly AMC Vertical Lockup on Dark Background">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689AA62-884F-5503-10FE-F102255B9C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749550" y="1924050"/>
            <a:ext cx="6692900" cy="3009900"/>
          </a:xfrm>
          <a:prstGeom prst="rect">
            <a:avLst/>
          </a:prstGeom>
        </p:spPr>
      </p:pic>
    </p:spTree>
    <p:extLst>
      <p:ext uri="{BB962C8B-B14F-4D97-AF65-F5344CB8AC3E}">
        <p14:creationId xmlns:p14="http://schemas.microsoft.com/office/powerpoint/2010/main" val="1244120272"/>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Lilly AMC Horizontal Lockup on Light Backgroun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014A565-5CFE-EEEF-9242-F9F55A73D78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709929" y="2596896"/>
            <a:ext cx="8769094" cy="1665018"/>
          </a:xfrm>
          <a:prstGeom prst="rect">
            <a:avLst/>
          </a:prstGeom>
        </p:spPr>
      </p:pic>
    </p:spTree>
    <p:extLst>
      <p:ext uri="{BB962C8B-B14F-4D97-AF65-F5344CB8AC3E}">
        <p14:creationId xmlns:p14="http://schemas.microsoft.com/office/powerpoint/2010/main" val="150960003"/>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illy AMC Horizontal Lockup on Dark Background">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19B9881-6D87-F82C-9EC5-8C94F5CEC2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709929" y="2596896"/>
            <a:ext cx="8769094" cy="1665018"/>
          </a:xfrm>
          <a:prstGeom prst="rect">
            <a:avLst/>
          </a:prstGeom>
        </p:spPr>
      </p:pic>
    </p:spTree>
    <p:extLst>
      <p:ext uri="{BB962C8B-B14F-4D97-AF65-F5344CB8AC3E}">
        <p14:creationId xmlns:p14="http://schemas.microsoft.com/office/powerpoint/2010/main" val="3167497529"/>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Blank" preserve="1">
  <p:cSld name="Blank">
    <p:spTree>
      <p:nvGrpSpPr>
        <p:cNvPr id="1" name="Shape 961"/>
        <p:cNvGrpSpPr/>
        <p:nvPr/>
      </p:nvGrpSpPr>
      <p:grpSpPr>
        <a:xfrm>
          <a:off x="0" y="0"/>
          <a:ext cx="0" cy="0"/>
          <a:chOff x="0" y="0"/>
          <a:chExt cx="0" cy="0"/>
        </a:xfrm>
      </p:grpSpPr>
    </p:spTree>
    <p:extLst>
      <p:ext uri="{BB962C8B-B14F-4D97-AF65-F5344CB8AC3E}">
        <p14:creationId xmlns:p14="http://schemas.microsoft.com/office/powerpoint/2010/main" val="38936572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Neutral Stone">
    <p:bg>
      <p:bgPr>
        <a:solidFill>
          <a:srgbClr val="E4EBF1"/>
        </a:solidFill>
        <a:effectLst/>
      </p:bgPr>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5B2F4E6-CFEB-D921-4BBF-F716D58C4C17}"/>
              </a:ext>
            </a:extLst>
          </p:cNvPr>
          <p:cNvSpPr>
            <a:spLocks noGrp="1"/>
          </p:cNvSpPr>
          <p:nvPr>
            <p:ph type="ftr" sz="quarter" idx="10"/>
          </p:nvPr>
        </p:nvSpPr>
        <p:spPr/>
        <p:txBody>
          <a:bodyPr/>
          <a:lstStyle/>
          <a:p>
            <a:r>
              <a:rPr lang="en-US" dirty="0"/>
              <a:t>Company Confidential  © 2025 Eli Lilly and Company</a:t>
            </a:r>
          </a:p>
        </p:txBody>
      </p:sp>
      <p:sp>
        <p:nvSpPr>
          <p:cNvPr id="9" name="Slide Number Placeholder 8">
            <a:extLst>
              <a:ext uri="{FF2B5EF4-FFF2-40B4-BE49-F238E27FC236}">
                <a16:creationId xmlns:a16="http://schemas.microsoft.com/office/drawing/2014/main" id="{920E5A23-7457-D569-77A4-37A2D9A74B76}"/>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708387610"/>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Thank you" preserve="1">
  <p:cSld name="Thank you">
    <p:bg>
      <p:bgPr>
        <a:solidFill>
          <a:schemeClr val="accent1"/>
        </a:solidFill>
        <a:effectLst/>
      </p:bgPr>
    </p:bg>
    <p:spTree>
      <p:nvGrpSpPr>
        <p:cNvPr id="1" name="Shape 959"/>
        <p:cNvGrpSpPr/>
        <p:nvPr/>
      </p:nvGrpSpPr>
      <p:grpSpPr>
        <a:xfrm>
          <a:off x="0" y="0"/>
          <a:ext cx="0" cy="0"/>
          <a:chOff x="0" y="0"/>
          <a:chExt cx="0" cy="0"/>
        </a:xfrm>
      </p:grpSpPr>
      <p:grpSp>
        <p:nvGrpSpPr>
          <p:cNvPr id="3" name="Group 2">
            <a:extLst>
              <a:ext uri="{FF2B5EF4-FFF2-40B4-BE49-F238E27FC236}">
                <a16:creationId xmlns:a16="http://schemas.microsoft.com/office/drawing/2014/main" id="{37A6BB7C-472B-E741-A8E9-28276611E82F}"/>
              </a:ext>
            </a:extLst>
          </p:cNvPr>
          <p:cNvGrpSpPr/>
          <p:nvPr userDrawn="1"/>
        </p:nvGrpSpPr>
        <p:grpSpPr>
          <a:xfrm>
            <a:off x="1818578" y="1034171"/>
            <a:ext cx="8869571" cy="4780301"/>
            <a:chOff x="1073328" y="775628"/>
            <a:chExt cx="6652178" cy="3585226"/>
          </a:xfrm>
        </p:grpSpPr>
        <p:sp>
          <p:nvSpPr>
            <p:cNvPr id="2" name="TextBox 1">
              <a:extLst>
                <a:ext uri="{FF2B5EF4-FFF2-40B4-BE49-F238E27FC236}">
                  <a16:creationId xmlns:a16="http://schemas.microsoft.com/office/drawing/2014/main" id="{376A4C34-B060-6A45-A415-A863572E7CCB}"/>
                </a:ext>
              </a:extLst>
            </p:cNvPr>
            <p:cNvSpPr txBox="1"/>
            <p:nvPr userDrawn="1"/>
          </p:nvSpPr>
          <p:spPr>
            <a:xfrm>
              <a:off x="1073328" y="775628"/>
              <a:ext cx="5744361" cy="2431339"/>
            </a:xfrm>
            <a:prstGeom prst="rect">
              <a:avLst/>
            </a:prstGeom>
            <a:noFill/>
          </p:spPr>
          <p:txBody>
            <a:bodyPr wrap="none" lIns="0" tIns="0" rIns="0" bIns="0" rtlCol="0">
              <a:spAutoFit/>
            </a:bodyPr>
            <a:lstStyle/>
            <a:p>
              <a:r>
                <a:rPr lang="en-US" sz="21066" b="1" i="0" dirty="0">
                  <a:solidFill>
                    <a:schemeClr val="tx1"/>
                  </a:solidFill>
                  <a:latin typeface="Times New Roman" panose="02020603050405020304" pitchFamily="18" charset="0"/>
                </a:rPr>
                <a:t>Thank</a:t>
              </a:r>
            </a:p>
          </p:txBody>
        </p:sp>
        <p:sp>
          <p:nvSpPr>
            <p:cNvPr id="4" name="TextBox 3">
              <a:extLst>
                <a:ext uri="{FF2B5EF4-FFF2-40B4-BE49-F238E27FC236}">
                  <a16:creationId xmlns:a16="http://schemas.microsoft.com/office/drawing/2014/main" id="{15743AC7-ACB7-BA4B-926B-0F389F33FE1B}"/>
                </a:ext>
              </a:extLst>
            </p:cNvPr>
            <p:cNvSpPr txBox="1"/>
            <p:nvPr userDrawn="1"/>
          </p:nvSpPr>
          <p:spPr>
            <a:xfrm>
              <a:off x="4571998" y="1929515"/>
              <a:ext cx="3153508" cy="2431339"/>
            </a:xfrm>
            <a:prstGeom prst="rect">
              <a:avLst/>
            </a:prstGeom>
            <a:noFill/>
          </p:spPr>
          <p:txBody>
            <a:bodyPr wrap="none" lIns="0" tIns="0" rIns="0" bIns="0" rtlCol="0">
              <a:spAutoFit/>
            </a:bodyPr>
            <a:lstStyle/>
            <a:p>
              <a:r>
                <a:rPr lang="en-US" sz="21066" b="1" i="0" dirty="0">
                  <a:solidFill>
                    <a:schemeClr val="tx1"/>
                  </a:solidFill>
                  <a:latin typeface="Times New Roman" panose="02020603050405020304" pitchFamily="18" charset="0"/>
                </a:rPr>
                <a:t>you</a:t>
              </a:r>
            </a:p>
          </p:txBody>
        </p:sp>
      </p:grpSp>
      <p:sp>
        <p:nvSpPr>
          <p:cNvPr id="9" name="Footer Placeholder 8">
            <a:extLst>
              <a:ext uri="{FF2B5EF4-FFF2-40B4-BE49-F238E27FC236}">
                <a16:creationId xmlns:a16="http://schemas.microsoft.com/office/drawing/2014/main" id="{01110F0B-57F1-A6ED-09EC-04C0F42B0EF2}"/>
              </a:ext>
            </a:extLst>
          </p:cNvPr>
          <p:cNvSpPr>
            <a:spLocks noGrp="1"/>
          </p:cNvSpPr>
          <p:nvPr>
            <p:ph type="ftr" sz="quarter" idx="10"/>
          </p:nvPr>
        </p:nvSpPr>
        <p:spPr>
          <a:xfrm>
            <a:off x="609600" y="6181196"/>
            <a:ext cx="10972800" cy="228885"/>
          </a:xfrm>
        </p:spPr>
        <p:txBody>
          <a:bodyPr/>
          <a:lstStyle>
            <a:lvl1pPr algn="ctr">
              <a:defRPr sz="1067" b="1" i="0">
                <a:latin typeface="Arial Black" panose="020B0604020202020204" pitchFamily="34" charset="0"/>
              </a:defRPr>
            </a:lvl1pPr>
          </a:lstStyle>
          <a:p>
            <a:r>
              <a:rPr lang="en-US" dirty="0"/>
              <a:t>Company Confidential  © 2025 Eli Lilly and Company</a:t>
            </a:r>
          </a:p>
        </p:txBody>
      </p:sp>
    </p:spTree>
    <p:extLst>
      <p:ext uri="{BB962C8B-B14F-4D97-AF65-F5344CB8AC3E}">
        <p14:creationId xmlns:p14="http://schemas.microsoft.com/office/powerpoint/2010/main" val="2119904605"/>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White" preserve="1">
  <p:cSld name="White">
    <p:spTree>
      <p:nvGrpSpPr>
        <p:cNvPr id="1" name="Shape 57"/>
        <p:cNvGrpSpPr/>
        <p:nvPr/>
      </p:nvGrpSpPr>
      <p:grpSpPr>
        <a:xfrm>
          <a:off x="0" y="0"/>
          <a:ext cx="0" cy="0"/>
          <a:chOff x="0" y="0"/>
          <a:chExt cx="0" cy="0"/>
        </a:xfrm>
      </p:grpSpPr>
      <p:sp>
        <p:nvSpPr>
          <p:cNvPr id="3" name="Footer Placeholder 2">
            <a:extLst>
              <a:ext uri="{FF2B5EF4-FFF2-40B4-BE49-F238E27FC236}">
                <a16:creationId xmlns:a16="http://schemas.microsoft.com/office/drawing/2014/main" id="{7243D0F9-0884-8DD7-D8CF-269A5589E5C4}"/>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AD4B0633-3E0D-462A-BC82-159B256F960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710246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Number 1 and Title">
    <p:bg>
      <p:bgPr>
        <a:solidFill>
          <a:schemeClr val="bg2"/>
        </a:solid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CA46359-578F-5BD5-8F60-868EF995C4D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852783" y="728357"/>
            <a:ext cx="2578607" cy="5140251"/>
          </a:xfrm>
          <a:prstGeom prst="rect">
            <a:avLst/>
          </a:prstGeom>
        </p:spPr>
      </p:pic>
      <p:sp>
        <p:nvSpPr>
          <p:cNvPr id="5" name="Footer Placeholder 4">
            <a:extLst>
              <a:ext uri="{FF2B5EF4-FFF2-40B4-BE49-F238E27FC236}">
                <a16:creationId xmlns:a16="http://schemas.microsoft.com/office/drawing/2014/main" id="{E490119D-777B-13E5-733E-F07D898A913D}"/>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62FC3CCC-DEB2-2369-3D61-EDD7F533CBD4}"/>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8E305E80-E4EE-216E-00AE-403BE2031BF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74D4CF99-BF0A-DE8F-6BB6-9F62A7AB181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537688399"/>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Number 2 and Title">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692E1C-4E3D-00C0-D25E-FE1D56BBE16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526280" y="704088"/>
            <a:ext cx="3054095" cy="5141061"/>
          </a:xfrm>
          <a:prstGeom prst="rect">
            <a:avLst/>
          </a:prstGeom>
        </p:spPr>
      </p:pic>
      <p:sp>
        <p:nvSpPr>
          <p:cNvPr id="5" name="Footer Placeholder 4">
            <a:extLst>
              <a:ext uri="{FF2B5EF4-FFF2-40B4-BE49-F238E27FC236}">
                <a16:creationId xmlns:a16="http://schemas.microsoft.com/office/drawing/2014/main" id="{E490119D-777B-13E5-733E-F07D898A913D}"/>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62FC3CCC-DEB2-2369-3D61-EDD7F533CBD4}"/>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8E305E80-E4EE-216E-00AE-403BE2031BF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4" name="Graphic 3" descr="Lilly Logo">
            <a:extLst>
              <a:ext uri="{FF2B5EF4-FFF2-40B4-BE49-F238E27FC236}">
                <a16:creationId xmlns:a16="http://schemas.microsoft.com/office/drawing/2014/main" id="{A6DFE348-1BF6-AEA9-D7AF-07268B0F894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429254459"/>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Number 3 and Title">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198A3B9-0DEF-9029-2E7F-60000E6AFBF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480560" y="466344"/>
            <a:ext cx="3246120" cy="5754870"/>
          </a:xfrm>
          <a:prstGeom prst="rect">
            <a:avLst/>
          </a:prstGeom>
        </p:spPr>
      </p:pic>
      <p:sp>
        <p:nvSpPr>
          <p:cNvPr id="5" name="Footer Placeholder 4">
            <a:extLst>
              <a:ext uri="{FF2B5EF4-FFF2-40B4-BE49-F238E27FC236}">
                <a16:creationId xmlns:a16="http://schemas.microsoft.com/office/drawing/2014/main" id="{23A22FAC-E206-554E-2BBA-F0DD66885CE7}"/>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CDCE4390-8345-7954-6324-E604264933B4}"/>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547C276B-8B64-FCF9-C52B-C6F58BE801B5}"/>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5E196520-EE12-AFA5-7D7F-9947CA87F06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74985848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Number 4 and Title">
    <p:bg>
      <p:bgPr>
        <a:solidFill>
          <a:schemeClr val="bg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D36A0F4-8633-41A7-463F-51E1BAB2ACF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361688" y="502920"/>
            <a:ext cx="3493007" cy="5663420"/>
          </a:xfrm>
          <a:prstGeom prst="rect">
            <a:avLst/>
          </a:prstGeom>
        </p:spPr>
      </p:pic>
      <p:sp>
        <p:nvSpPr>
          <p:cNvPr id="10" name="Footer Placeholder 9">
            <a:extLst>
              <a:ext uri="{FF2B5EF4-FFF2-40B4-BE49-F238E27FC236}">
                <a16:creationId xmlns:a16="http://schemas.microsoft.com/office/drawing/2014/main" id="{7C53B84B-E35A-BB1F-E8FD-4E3CEA6A6490}"/>
              </a:ext>
            </a:extLst>
          </p:cNvPr>
          <p:cNvSpPr>
            <a:spLocks noGrp="1"/>
          </p:cNvSpPr>
          <p:nvPr>
            <p:ph type="ftr" sz="quarter" idx="10"/>
          </p:nvPr>
        </p:nvSpPr>
        <p:spPr/>
        <p:txBody>
          <a:bodyPr/>
          <a:lstStyle/>
          <a:p>
            <a:r>
              <a:rPr lang="en-US" dirty="0"/>
              <a:t>Company Confidential  © 2025 Eli Lilly and Company</a:t>
            </a:r>
          </a:p>
        </p:txBody>
      </p:sp>
      <p:sp>
        <p:nvSpPr>
          <p:cNvPr id="11" name="Slide Number Placeholder 10">
            <a:extLst>
              <a:ext uri="{FF2B5EF4-FFF2-40B4-BE49-F238E27FC236}">
                <a16:creationId xmlns:a16="http://schemas.microsoft.com/office/drawing/2014/main" id="{8571CEA6-7F4E-1833-E6FB-29542C5FA358}"/>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2" name="Title 9">
            <a:extLst>
              <a:ext uri="{FF2B5EF4-FFF2-40B4-BE49-F238E27FC236}">
                <a16:creationId xmlns:a16="http://schemas.microsoft.com/office/drawing/2014/main" id="{4A59F95A-499B-0850-39CF-45FDB939CBD3}"/>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9E6A4090-FA35-6BB5-F5BA-0B6FB5ACC96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48195884"/>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Number 5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3CDBFF2-D5FE-8BB3-0FB6-2AF9355E7CC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672584" y="594360"/>
            <a:ext cx="2898647" cy="5670162"/>
          </a:xfrm>
          <a:prstGeom prst="rect">
            <a:avLst/>
          </a:prstGeom>
        </p:spPr>
      </p:pic>
      <p:sp>
        <p:nvSpPr>
          <p:cNvPr id="10" name="Footer Placeholder 9">
            <a:extLst>
              <a:ext uri="{FF2B5EF4-FFF2-40B4-BE49-F238E27FC236}">
                <a16:creationId xmlns:a16="http://schemas.microsoft.com/office/drawing/2014/main" id="{6FEB92B3-E79D-ABC7-DB74-319045C59A56}"/>
              </a:ext>
            </a:extLst>
          </p:cNvPr>
          <p:cNvSpPr>
            <a:spLocks noGrp="1"/>
          </p:cNvSpPr>
          <p:nvPr>
            <p:ph type="ftr" sz="quarter" idx="10"/>
          </p:nvPr>
        </p:nvSpPr>
        <p:spPr/>
        <p:txBody>
          <a:bodyPr/>
          <a:lstStyle/>
          <a:p>
            <a:r>
              <a:rPr lang="en-US" dirty="0"/>
              <a:t>Company Confidential  © 2025 Eli Lilly and Company</a:t>
            </a:r>
          </a:p>
        </p:txBody>
      </p:sp>
      <p:sp>
        <p:nvSpPr>
          <p:cNvPr id="11" name="Slide Number Placeholder 10">
            <a:extLst>
              <a:ext uri="{FF2B5EF4-FFF2-40B4-BE49-F238E27FC236}">
                <a16:creationId xmlns:a16="http://schemas.microsoft.com/office/drawing/2014/main" id="{0451E03F-70A5-AB50-A50F-8BE1921D3F37}"/>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2" name="Title 9">
            <a:extLst>
              <a:ext uri="{FF2B5EF4-FFF2-40B4-BE49-F238E27FC236}">
                <a16:creationId xmlns:a16="http://schemas.microsoft.com/office/drawing/2014/main" id="{24FDE47F-1315-6753-F25E-245DF83BE0CB}"/>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C6DBE7E8-6762-B803-206B-FD2904BEE1B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33216969"/>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Number 6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699FAF1-DADD-43F1-8BE4-49F546D4AD3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425696" y="374904"/>
            <a:ext cx="3401567" cy="5954864"/>
          </a:xfrm>
          <a:prstGeom prst="rect">
            <a:avLst/>
          </a:prstGeom>
        </p:spPr>
      </p:pic>
      <p:sp>
        <p:nvSpPr>
          <p:cNvPr id="5" name="Footer Placeholder 4">
            <a:extLst>
              <a:ext uri="{FF2B5EF4-FFF2-40B4-BE49-F238E27FC236}">
                <a16:creationId xmlns:a16="http://schemas.microsoft.com/office/drawing/2014/main" id="{84D7F927-9CF1-8D94-D55E-C07305226C0F}"/>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3AC5646F-C1CB-0086-CC6D-01AAA063F10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F852F334-70B0-BB91-6BD1-93831585552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28A378CD-9AB4-858F-602B-14B362C1F35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770759939"/>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Number 7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CB9E668-9570-B066-B9C8-FF322BD167F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562856" y="640080"/>
            <a:ext cx="3255264" cy="5575595"/>
          </a:xfrm>
          <a:prstGeom prst="rect">
            <a:avLst/>
          </a:prstGeom>
        </p:spPr>
      </p:pic>
      <p:sp>
        <p:nvSpPr>
          <p:cNvPr id="5" name="Footer Placeholder 4">
            <a:extLst>
              <a:ext uri="{FF2B5EF4-FFF2-40B4-BE49-F238E27FC236}">
                <a16:creationId xmlns:a16="http://schemas.microsoft.com/office/drawing/2014/main" id="{AF226803-C2D9-8E86-CFEC-A49F70B071F5}"/>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6B508287-475D-C61C-34A0-03B128987BC2}"/>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6CC55A9F-9A2E-B557-772A-CB321AB6A86C}"/>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0E556F8D-0DAB-96A8-04A3-3FF47101AFE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671612620"/>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Number 8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9B8A09A-A167-3699-550F-66B84F4D958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352544" y="786384"/>
            <a:ext cx="3520439" cy="5242486"/>
          </a:xfrm>
          <a:prstGeom prst="rect">
            <a:avLst/>
          </a:prstGeom>
        </p:spPr>
      </p:pic>
      <p:sp>
        <p:nvSpPr>
          <p:cNvPr id="5" name="Footer Placeholder 4">
            <a:extLst>
              <a:ext uri="{FF2B5EF4-FFF2-40B4-BE49-F238E27FC236}">
                <a16:creationId xmlns:a16="http://schemas.microsoft.com/office/drawing/2014/main" id="{89A5D64B-AFFB-5EB8-4BF4-2CA424CF0348}"/>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B07BD71C-D92E-9483-DC5E-6D89F8A48A62}"/>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9" name="Title 9">
            <a:extLst>
              <a:ext uri="{FF2B5EF4-FFF2-40B4-BE49-F238E27FC236}">
                <a16:creationId xmlns:a16="http://schemas.microsoft.com/office/drawing/2014/main" id="{8FFFE94C-1EAC-D14F-FBF2-EF65DD62CBA3}"/>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dirty="0"/>
              <a:t>Click to edit Master title style</a:t>
            </a:r>
          </a:p>
        </p:txBody>
      </p:sp>
      <p:pic>
        <p:nvPicPr>
          <p:cNvPr id="3" name="Graphic 2" descr="Lilly Logo">
            <a:extLst>
              <a:ext uri="{FF2B5EF4-FFF2-40B4-BE49-F238E27FC236}">
                <a16:creationId xmlns:a16="http://schemas.microsoft.com/office/drawing/2014/main" id="{AA18A9B0-D383-7CED-696E-26FA788DED7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4136745"/>
      </p:ext>
    </p:extLst>
  </p:cSld>
  <p:clrMapOvr>
    <a:overrideClrMapping bg1="dk1" tx1="lt1" bg2="dk2" tx2="lt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Number 1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sp>
        <p:nvSpPr>
          <p:cNvPr id="17" name="Text Placeholder 16">
            <a:extLst>
              <a:ext uri="{FF2B5EF4-FFF2-40B4-BE49-F238E27FC236}">
                <a16:creationId xmlns:a16="http://schemas.microsoft.com/office/drawing/2014/main" id="{2AE0FB6F-D1A9-203E-9F8B-2A3565773404}"/>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0C5F47E7-0C8F-D398-7B51-4C0E52C09A5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754112" y="1078992"/>
            <a:ext cx="2194559" cy="4374682"/>
          </a:xfrm>
          <a:prstGeom prst="rect">
            <a:avLst/>
          </a:prstGeom>
        </p:spPr>
      </p:pic>
      <p:pic>
        <p:nvPicPr>
          <p:cNvPr id="3" name="Graphic 2" descr="Lilly Logo">
            <a:extLst>
              <a:ext uri="{FF2B5EF4-FFF2-40B4-BE49-F238E27FC236}">
                <a16:creationId xmlns:a16="http://schemas.microsoft.com/office/drawing/2014/main" id="{DB9565DC-C2B2-5A46-1D3D-B20C3AF83D49}"/>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190380629"/>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Number 2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11" name="Graphic 10">
            <a:extLst>
              <a:ext uri="{FF2B5EF4-FFF2-40B4-BE49-F238E27FC236}">
                <a16:creationId xmlns:a16="http://schemas.microsoft.com/office/drawing/2014/main" id="{8BB5BB1C-BAF6-C046-161B-FC5748FBC57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478146" y="1132247"/>
            <a:ext cx="2607398" cy="4389119"/>
          </a:xfrm>
          <a:prstGeom prst="rect">
            <a:avLst/>
          </a:prstGeom>
        </p:spPr>
      </p:pic>
      <p:pic>
        <p:nvPicPr>
          <p:cNvPr id="3" name="Graphic 2" descr="Lilly Logo">
            <a:extLst>
              <a:ext uri="{FF2B5EF4-FFF2-40B4-BE49-F238E27FC236}">
                <a16:creationId xmlns:a16="http://schemas.microsoft.com/office/drawing/2014/main" id="{9AF570B6-F6EF-786D-2CBD-18EE9AE3B2E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2EACAB58-5C81-E331-8D75-744FB6F5F115}"/>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58319812"/>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Number 3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8" name="Graphic 7">
            <a:extLst>
              <a:ext uri="{FF2B5EF4-FFF2-40B4-BE49-F238E27FC236}">
                <a16:creationId xmlns:a16="http://schemas.microsoft.com/office/drawing/2014/main" id="{6C30FFE8-BFD9-018E-8F2F-325FBB159AA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442297" y="951325"/>
            <a:ext cx="2761488" cy="4895692"/>
          </a:xfrm>
          <a:prstGeom prst="rect">
            <a:avLst/>
          </a:prstGeom>
        </p:spPr>
      </p:pic>
      <p:pic>
        <p:nvPicPr>
          <p:cNvPr id="3" name="Graphic 2" descr="Lilly Logo">
            <a:extLst>
              <a:ext uri="{FF2B5EF4-FFF2-40B4-BE49-F238E27FC236}">
                <a16:creationId xmlns:a16="http://schemas.microsoft.com/office/drawing/2014/main" id="{AB0B3A72-DCD9-1810-E207-D9EDF9798D5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885DE359-4183-B64E-38E2-3A808686AE31}"/>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24185861"/>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Number 4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7" name="Graphic 6">
            <a:extLst>
              <a:ext uri="{FF2B5EF4-FFF2-40B4-BE49-F238E27FC236}">
                <a16:creationId xmlns:a16="http://schemas.microsoft.com/office/drawing/2014/main" id="{E9B47A71-DE5E-0E99-C81D-A3ABC6DF1D6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34709" y="898178"/>
            <a:ext cx="2978073" cy="4828527"/>
          </a:xfrm>
          <a:prstGeom prst="rect">
            <a:avLst/>
          </a:prstGeom>
        </p:spPr>
      </p:pic>
      <p:pic>
        <p:nvPicPr>
          <p:cNvPr id="3" name="Graphic 2" descr="Lilly Logo">
            <a:extLst>
              <a:ext uri="{FF2B5EF4-FFF2-40B4-BE49-F238E27FC236}">
                <a16:creationId xmlns:a16="http://schemas.microsoft.com/office/drawing/2014/main" id="{1FF88C86-552A-BA1D-EBA7-030D10AF0CB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72E81EE3-1AD7-4EAD-89E2-D7C036C6F39F}"/>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32799805"/>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Number 5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10" name="Graphic 9">
            <a:extLst>
              <a:ext uri="{FF2B5EF4-FFF2-40B4-BE49-F238E27FC236}">
                <a16:creationId xmlns:a16="http://schemas.microsoft.com/office/drawing/2014/main" id="{48153A1A-A22E-ADB2-141B-DA52EB175BE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594256" y="1058356"/>
            <a:ext cx="2468880" cy="4829475"/>
          </a:xfrm>
          <a:prstGeom prst="rect">
            <a:avLst/>
          </a:prstGeom>
        </p:spPr>
      </p:pic>
      <p:pic>
        <p:nvPicPr>
          <p:cNvPr id="3" name="Graphic 2" descr="Lilly Logo">
            <a:extLst>
              <a:ext uri="{FF2B5EF4-FFF2-40B4-BE49-F238E27FC236}">
                <a16:creationId xmlns:a16="http://schemas.microsoft.com/office/drawing/2014/main" id="{6E7944BC-19DF-2C52-3CA5-9AEB6AB6D1F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7B7EFC86-3704-0B96-10E5-01893E116E81}"/>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69870974"/>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Number 6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3" name="Title 14">
            <a:extLst>
              <a:ext uri="{FF2B5EF4-FFF2-40B4-BE49-F238E27FC236}">
                <a16:creationId xmlns:a16="http://schemas.microsoft.com/office/drawing/2014/main" id="{A1B1BE8D-058F-47C6-B816-8CB9B5231236}"/>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8" name="Graphic 7">
            <a:extLst>
              <a:ext uri="{FF2B5EF4-FFF2-40B4-BE49-F238E27FC236}">
                <a16:creationId xmlns:a16="http://schemas.microsoft.com/office/drawing/2014/main" id="{4F296183-4F3C-92BC-431D-F143050DDDD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97264" y="829734"/>
            <a:ext cx="2902839" cy="5081778"/>
          </a:xfrm>
          <a:prstGeom prst="rect">
            <a:avLst/>
          </a:prstGeom>
        </p:spPr>
      </p:pic>
      <p:pic>
        <p:nvPicPr>
          <p:cNvPr id="2" name="Graphic 1" descr="Lilly Logo">
            <a:extLst>
              <a:ext uri="{FF2B5EF4-FFF2-40B4-BE49-F238E27FC236}">
                <a16:creationId xmlns:a16="http://schemas.microsoft.com/office/drawing/2014/main" id="{5DEFA694-35ED-F09F-636B-72DA7B01A8A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7" name="Text Placeholder 16">
            <a:extLst>
              <a:ext uri="{FF2B5EF4-FFF2-40B4-BE49-F238E27FC236}">
                <a16:creationId xmlns:a16="http://schemas.microsoft.com/office/drawing/2014/main" id="{F00AC004-EDD5-6226-8F45-1F6A159474B7}"/>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987224372"/>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Number 7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4" name="Graphic 3">
            <a:extLst>
              <a:ext uri="{FF2B5EF4-FFF2-40B4-BE49-F238E27FC236}">
                <a16:creationId xmlns:a16="http://schemas.microsoft.com/office/drawing/2014/main" id="{A4A05FAD-719F-A05B-375E-4DF568299D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506074" y="1090550"/>
            <a:ext cx="2772537" cy="4748784"/>
          </a:xfrm>
          <a:prstGeom prst="rect">
            <a:avLst/>
          </a:prstGeom>
        </p:spPr>
      </p:pic>
      <p:pic>
        <p:nvPicPr>
          <p:cNvPr id="3" name="Graphic 2" descr="Lilly Logo">
            <a:extLst>
              <a:ext uri="{FF2B5EF4-FFF2-40B4-BE49-F238E27FC236}">
                <a16:creationId xmlns:a16="http://schemas.microsoft.com/office/drawing/2014/main" id="{46E50484-BBED-8E1D-B959-5097016F847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A01C942B-9242-4159-E910-C0D2A3D5C174}"/>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9048568"/>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Number 8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dirty="0"/>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dirty="0"/>
              <a:t>Click to edit Master title style</a:t>
            </a:r>
          </a:p>
        </p:txBody>
      </p:sp>
      <p:pic>
        <p:nvPicPr>
          <p:cNvPr id="4" name="Graphic 3">
            <a:extLst>
              <a:ext uri="{FF2B5EF4-FFF2-40B4-BE49-F238E27FC236}">
                <a16:creationId xmlns:a16="http://schemas.microsoft.com/office/drawing/2014/main" id="{5FC89900-AF3E-A7ED-31AD-29E985E2A7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29657" y="1103416"/>
            <a:ext cx="3004185" cy="4473702"/>
          </a:xfrm>
          <a:prstGeom prst="rect">
            <a:avLst/>
          </a:prstGeom>
        </p:spPr>
      </p:pic>
      <p:pic>
        <p:nvPicPr>
          <p:cNvPr id="3" name="Graphic 2" descr="Lilly Logo">
            <a:extLst>
              <a:ext uri="{FF2B5EF4-FFF2-40B4-BE49-F238E27FC236}">
                <a16:creationId xmlns:a16="http://schemas.microsoft.com/office/drawing/2014/main" id="{CCDFC921-1D29-352F-C629-4E3A3D17372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935AC9F7-2FC1-61EE-6A24-BE2AC7738759}"/>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84269321"/>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Number 1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49D4427D-C7E2-B176-C9C7-D9BF8F8755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87552" y="1307592"/>
            <a:ext cx="2084830" cy="4155945"/>
          </a:xfrm>
          <a:prstGeom prst="rect">
            <a:avLst/>
          </a:prstGeom>
        </p:spPr>
      </p:pic>
      <p:sp>
        <p:nvSpPr>
          <p:cNvPr id="6" name="Text Placeholder 7">
            <a:extLst>
              <a:ext uri="{FF2B5EF4-FFF2-40B4-BE49-F238E27FC236}">
                <a16:creationId xmlns:a16="http://schemas.microsoft.com/office/drawing/2014/main" id="{9ECCE3A2-0815-85F7-BCA3-2F24864FDBB3}"/>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665702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Number 2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6F89F311-8B50-CBE3-A484-EF38341D2B5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22376" y="1344168"/>
            <a:ext cx="2471596" cy="4160519"/>
          </a:xfrm>
          <a:prstGeom prst="rect">
            <a:avLst/>
          </a:prstGeom>
        </p:spPr>
      </p:pic>
      <p:sp>
        <p:nvSpPr>
          <p:cNvPr id="9" name="Text Placeholder 7">
            <a:extLst>
              <a:ext uri="{FF2B5EF4-FFF2-40B4-BE49-F238E27FC236}">
                <a16:creationId xmlns:a16="http://schemas.microsoft.com/office/drawing/2014/main" id="{8CC2A39D-4C51-44CD-BDCA-273DDE33C398}"/>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370179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Number 3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E60C88E0-D980-9B0C-1767-2A90456540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94944" y="1133856"/>
            <a:ext cx="2626614" cy="4656582"/>
          </a:xfrm>
          <a:prstGeom prst="rect">
            <a:avLst/>
          </a:prstGeom>
        </p:spPr>
      </p:pic>
      <p:sp>
        <p:nvSpPr>
          <p:cNvPr id="9" name="Text Placeholder 7">
            <a:extLst>
              <a:ext uri="{FF2B5EF4-FFF2-40B4-BE49-F238E27FC236}">
                <a16:creationId xmlns:a16="http://schemas.microsoft.com/office/drawing/2014/main" id="{1D3C07C6-0D53-0870-B55B-DEB8C85CE2AA}"/>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6113747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Number 4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F4F4D83C-6743-3CD9-AC7C-32993037C4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4360" y="941832"/>
            <a:ext cx="2825496" cy="4581144"/>
          </a:xfrm>
          <a:prstGeom prst="rect">
            <a:avLst/>
          </a:prstGeom>
        </p:spPr>
      </p:pic>
      <p:sp>
        <p:nvSpPr>
          <p:cNvPr id="10" name="Text Placeholder 7">
            <a:extLst>
              <a:ext uri="{FF2B5EF4-FFF2-40B4-BE49-F238E27FC236}">
                <a16:creationId xmlns:a16="http://schemas.microsoft.com/office/drawing/2014/main" id="{1F7DED82-CBA3-CF52-333A-0D26685C0B84}"/>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731064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Number 5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CC69CA02-CBB0-134E-6AB0-F754D536DC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5256" y="1170432"/>
            <a:ext cx="2345436" cy="4588002"/>
          </a:xfrm>
          <a:prstGeom prst="rect">
            <a:avLst/>
          </a:prstGeom>
        </p:spPr>
      </p:pic>
      <p:sp>
        <p:nvSpPr>
          <p:cNvPr id="6" name="Text Placeholder 7">
            <a:extLst>
              <a:ext uri="{FF2B5EF4-FFF2-40B4-BE49-F238E27FC236}">
                <a16:creationId xmlns:a16="http://schemas.microsoft.com/office/drawing/2014/main" id="{4F84F7B6-868D-32BB-82E0-F6C25E9EB6D3}"/>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4781588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Number 6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2B12D5FA-7DCA-F9B5-5254-63DECE52A8B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49224" y="960120"/>
            <a:ext cx="2752343" cy="4818317"/>
          </a:xfrm>
          <a:prstGeom prst="rect">
            <a:avLst/>
          </a:prstGeom>
        </p:spPr>
      </p:pic>
      <p:sp>
        <p:nvSpPr>
          <p:cNvPr id="8" name="Text Placeholder 7">
            <a:extLst>
              <a:ext uri="{FF2B5EF4-FFF2-40B4-BE49-F238E27FC236}">
                <a16:creationId xmlns:a16="http://schemas.microsoft.com/office/drawing/2014/main" id="{EBA002E3-0D7F-4C93-5DEE-3E680AB00394}"/>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609106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Number 7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a:extLst>
              <a:ext uri="{FF2B5EF4-FFF2-40B4-BE49-F238E27FC236}">
                <a16:creationId xmlns:a16="http://schemas.microsoft.com/office/drawing/2014/main" id="{2E09ED98-CD0E-0F4C-4913-04881A34545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04672" y="1234440"/>
            <a:ext cx="2624328" cy="4494932"/>
          </a:xfrm>
          <a:prstGeom prst="rect">
            <a:avLst/>
          </a:prstGeom>
        </p:spPr>
      </p:pic>
      <p:sp>
        <p:nvSpPr>
          <p:cNvPr id="8" name="Text Placeholder 7">
            <a:extLst>
              <a:ext uri="{FF2B5EF4-FFF2-40B4-BE49-F238E27FC236}">
                <a16:creationId xmlns:a16="http://schemas.microsoft.com/office/drawing/2014/main" id="{FEF78683-D1F9-A7B5-5939-F2514A4FB8AA}"/>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927474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Number8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5376E1DD-66B0-5143-E559-55CA1F5E2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85216" y="1316736"/>
            <a:ext cx="2846070" cy="4238244"/>
          </a:xfrm>
          <a:prstGeom prst="rect">
            <a:avLst/>
          </a:prstGeom>
        </p:spPr>
      </p:pic>
      <p:sp>
        <p:nvSpPr>
          <p:cNvPr id="8" name="Text Placeholder 7">
            <a:extLst>
              <a:ext uri="{FF2B5EF4-FFF2-40B4-BE49-F238E27FC236}">
                <a16:creationId xmlns:a16="http://schemas.microsoft.com/office/drawing/2014/main" id="{CA305C76-51D8-6CB2-713C-357936DA608F}"/>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7343536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matchingName="Red" preserve="1">
  <p:cSld name="Red">
    <p:bg>
      <p:bgRef idx="1001">
        <a:schemeClr val="bg2"/>
      </p:bgRef>
    </p:bg>
    <p:spTree>
      <p:nvGrpSpPr>
        <p:cNvPr id="1" name="Shape 63"/>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23EBE6-368C-AABD-B2EA-795883AD82CC}"/>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12AE3C09-9B54-44B9-EC3E-D950BA48161E}"/>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D92314BA-1663-BF45-E1D9-B82EBA5889E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38233803"/>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Pink" preserve="1">
  <p:cSld name="Pink">
    <p:bg>
      <p:bgRef idx="1001">
        <a:schemeClr val="bg2"/>
      </p:bgRef>
    </p:bg>
    <p:spTree>
      <p:nvGrpSpPr>
        <p:cNvPr id="1" name="Shape 75"/>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690A0-0AF5-E732-C5CD-5AA98AB3E4D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FD62D8EC-4B60-FE0E-8399-27620E8BC271}"/>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971352237"/>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matchingName="Black" preserve="1">
  <p:cSld name="Black">
    <p:bg>
      <p:bgRef idx="1001">
        <a:schemeClr val="bg1"/>
      </p:bgRef>
    </p:bg>
    <p:spTree>
      <p:nvGrpSpPr>
        <p:cNvPr id="1" name="Shape 69"/>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B3A4E0-B45B-FC58-7EC9-0BE82D9BAF29}"/>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C9F28F76-0637-4D79-19A0-06B26525E7B5}"/>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4" name="Graphic 3" descr="Lilly Logo">
            <a:extLst>
              <a:ext uri="{FF2B5EF4-FFF2-40B4-BE49-F238E27FC236}">
                <a16:creationId xmlns:a16="http://schemas.microsoft.com/office/drawing/2014/main" id="{B42BC263-056D-8556-F4A0-F4F184450BC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308682626"/>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Bold Brown">
    <p:bg>
      <p:bgRef idx="1001">
        <a:schemeClr val="bg2"/>
      </p:bgRef>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57A89135-A0FA-5053-BB8C-D9E2E2608AAB}"/>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B8E43B90-5ACF-20B0-B297-2CC79068BCA6}"/>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B8B511B0-14FA-1F35-CA2A-DC60E451EC0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808822559"/>
      </p:ext>
    </p:extLst>
  </p:cSld>
  <p:clrMapOvr>
    <a:overrideClrMapping bg1="dk1" tx1="lt1" bg2="dk2" tx2="lt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Vibrant Coral">
    <p:bg>
      <p:bgPr>
        <a:solidFill>
          <a:schemeClr val="accent6"/>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37F6F2-A00E-AB7E-6878-C701C8A3E2AD}"/>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800E802-7AF1-7E71-20B8-D2E280421C1A}"/>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FC008224-A307-5198-D20A-ED2D3C56C7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6169873"/>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Vibrant Gold">
    <p:bg>
      <p:bgPr>
        <a:solidFill>
          <a:schemeClr val="accent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940314-69C9-4DBF-41A7-ACC5E7EAB70B}"/>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F114F74A-26E9-9137-77AC-B80E8B1DA00B}"/>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B5C455CC-2884-9A2F-CEF2-8FD068060DB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59116307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Bold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BEE7CC-12FD-5CBA-D24E-BB5332B1170D}"/>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383FC1A3-4701-B3A6-6768-B79DF7276E45}"/>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19F48EAB-6B61-BE5C-E2D9-40FEB35F20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31060341"/>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Bold Grey">
    <p:bg>
      <p:bgPr>
        <a:solidFill>
          <a:srgbClr val="8A969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8D593F-C3B0-D522-950C-FCDD0CAD5FD2}"/>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3718B3F-DE77-B077-838D-A80969B44A9C}"/>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4" name="Graphic 3" descr="Lilly Logo">
            <a:extLst>
              <a:ext uri="{FF2B5EF4-FFF2-40B4-BE49-F238E27FC236}">
                <a16:creationId xmlns:a16="http://schemas.microsoft.com/office/drawing/2014/main" id="{4B0CBC21-00EF-8889-F5E0-B4564A0F280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111272136"/>
      </p:ext>
    </p:extLst>
  </p:cSld>
  <p:clrMapOvr>
    <a:overrideClrMapping bg1="dk1" tx1="lt1" bg2="dk2" tx2="lt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Bold Green">
    <p:bg>
      <p:bgPr>
        <a:solidFill>
          <a:schemeClr val="accent4"/>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B0F3AC-294D-C390-F99D-4727F882F49D}"/>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EE6A5E8E-A931-69BF-CF5B-3AEA79E0F029}"/>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825034CD-302B-54D9-9A84-7965CACF081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742106184"/>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Neutral Rose">
    <p:bg>
      <p:bgPr>
        <a:solidFill>
          <a:srgbClr val="FDE8E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30357D-78AB-0892-6ADB-E040BDF5B3AD}"/>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5910FB57-E9B9-3D93-8A94-747DA59071B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68035126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Vibrant Orange">
    <p:bg>
      <p:bgPr>
        <a:solidFill>
          <a:srgbClr val="FDD1B0"/>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14C915-0776-3FFB-B4A1-F4753B08CCA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90ED15C3-7EFF-F9EB-2871-08BF9EABD3F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7456033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Neutral Cream">
    <p:bg>
      <p:bgPr>
        <a:solidFill>
          <a:srgbClr val="FFF0D8"/>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1DCFD5-C8E7-348F-8DBC-838E76182B24}"/>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453A3925-24E5-0B08-5FA2-EA1C2FD7D4E6}"/>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413538208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Vibrant Azure">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AFD8C6-78D3-1B98-2061-75C98E8BCBA3}"/>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09A722E2-B13F-99B3-9BB7-82864936ADFA}"/>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869025EA-BCDC-6401-B601-B335355F68C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5169994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Neutral Stone">
    <p:bg>
      <p:bgPr>
        <a:solidFill>
          <a:srgbClr val="E4EBF1"/>
        </a:solidFill>
        <a:effectLst/>
      </p:bgPr>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5B2F4E6-CFEB-D921-4BBF-F716D58C4C17}"/>
              </a:ext>
            </a:extLst>
          </p:cNvPr>
          <p:cNvSpPr>
            <a:spLocks noGrp="1"/>
          </p:cNvSpPr>
          <p:nvPr>
            <p:ph type="ftr" sz="quarter" idx="10"/>
          </p:nvPr>
        </p:nvSpPr>
        <p:spPr/>
        <p:txBody>
          <a:bodyPr/>
          <a:lstStyle/>
          <a:p>
            <a:r>
              <a:rPr lang="en-US" dirty="0"/>
              <a:t>Company Confidential  © 2025 Eli Lilly and Company</a:t>
            </a:r>
          </a:p>
        </p:txBody>
      </p:sp>
      <p:sp>
        <p:nvSpPr>
          <p:cNvPr id="9" name="Slide Number Placeholder 8">
            <a:extLst>
              <a:ext uri="{FF2B5EF4-FFF2-40B4-BE49-F238E27FC236}">
                <a16:creationId xmlns:a16="http://schemas.microsoft.com/office/drawing/2014/main" id="{920E5A23-7457-D569-77A4-37A2D9A74B76}"/>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FC6B477F-E225-69FE-81F9-36107F11DA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141578943"/>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Neutral Sage">
    <p:bg>
      <p:bgPr>
        <a:solidFill>
          <a:srgbClr val="C6DCD8"/>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41127B-1FFE-47BE-573E-2B787B28E067}"/>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98876C61-846E-D20A-CCFD-6D27A27C985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58710066-0C2C-84FB-E0BE-299AB67FC5D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71779491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Black and Red">
    <p:bg>
      <p:bgRef idx="1001">
        <a:schemeClr val="bg1"/>
      </p:bgRef>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D8C92394-9294-C448-588A-6CEC498483BA}"/>
              </a:ext>
            </a:extLst>
          </p:cNvPr>
          <p:cNvSpPr txBox="1"/>
          <p:nvPr userDrawn="1"/>
        </p:nvSpPr>
        <p:spPr>
          <a:xfrm>
            <a:off x="6099600" y="0"/>
            <a:ext cx="6099048"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1" name="Footer Placeholder 10">
            <a:extLst>
              <a:ext uri="{FF2B5EF4-FFF2-40B4-BE49-F238E27FC236}">
                <a16:creationId xmlns:a16="http://schemas.microsoft.com/office/drawing/2014/main" id="{D903013C-AAD6-C175-4988-A40FD450CD2C}"/>
              </a:ext>
            </a:extLst>
          </p:cNvPr>
          <p:cNvSpPr>
            <a:spLocks noGrp="1"/>
          </p:cNvSpPr>
          <p:nvPr>
            <p:ph type="ftr" sz="quarter" idx="10"/>
          </p:nvPr>
        </p:nvSpPr>
        <p:spPr/>
        <p:txBody>
          <a:bodyPr/>
          <a:lstStyle/>
          <a:p>
            <a:r>
              <a:rPr lang="en-US" dirty="0"/>
              <a:t>Company Confidential  © 2025 Eli Lilly and Company</a:t>
            </a:r>
          </a:p>
        </p:txBody>
      </p:sp>
      <p:sp>
        <p:nvSpPr>
          <p:cNvPr id="12" name="Slide Number Placeholder 11">
            <a:extLst>
              <a:ext uri="{FF2B5EF4-FFF2-40B4-BE49-F238E27FC236}">
                <a16:creationId xmlns:a16="http://schemas.microsoft.com/office/drawing/2014/main" id="{9BF89B2B-0900-715F-DD8A-C103C0A342FB}"/>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D2363839-810A-1A57-3E02-D40239662BB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015636952"/>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Bold Brown and Vibrant Coral">
    <p:bg>
      <p:bgPr>
        <a:solidFill>
          <a:schemeClr val="bg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8CEF30A3-0D61-2402-CDFD-3EC9FE1667C5}"/>
              </a:ext>
            </a:extLst>
          </p:cNvPr>
          <p:cNvSpPr txBox="1"/>
          <p:nvPr userDrawn="1"/>
        </p:nvSpPr>
        <p:spPr>
          <a:xfrm>
            <a:off x="6099600" y="0"/>
            <a:ext cx="6099048"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3F8D11CB-F744-9B72-DFB3-C7DD197FE6E2}"/>
              </a:ext>
            </a:extLst>
          </p:cNvPr>
          <p:cNvSpPr>
            <a:spLocks noGrp="1"/>
          </p:cNvSpPr>
          <p:nvPr>
            <p:ph type="ftr" sz="quarter" idx="10"/>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9DCA2F63-24BF-1619-BA8A-B0C03D1D483D}"/>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A1A249A8-728C-4A04-C462-6B3A776EF29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10907304"/>
      </p:ext>
    </p:extLst>
  </p:cSld>
  <p:clrMapOvr>
    <a:overrideClrMapping bg1="dk1" tx1="lt1" bg2="dk2" tx2="lt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Vibrant Coral and Vibrant Orange">
    <p:bg>
      <p:bgPr>
        <a:solidFill>
          <a:schemeClr val="accent6"/>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1066CCC6-BBBB-2238-5375-08C1BB7A21A4}"/>
              </a:ext>
            </a:extLst>
          </p:cNvPr>
          <p:cNvSpPr txBox="1"/>
          <p:nvPr userDrawn="1"/>
        </p:nvSpPr>
        <p:spPr>
          <a:xfrm>
            <a:off x="6096000" y="0"/>
            <a:ext cx="6099048"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0B3C8DF1-9030-253E-3B4D-AEEE5DD8E35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FD60AD2C-B57C-2182-3EBD-689676CACAE9}"/>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6" name="Graphic 5" descr="Lilly Logo">
            <a:extLst>
              <a:ext uri="{FF2B5EF4-FFF2-40B4-BE49-F238E27FC236}">
                <a16:creationId xmlns:a16="http://schemas.microsoft.com/office/drawing/2014/main" id="{7219C4BA-7CC4-DCC0-B415-72E6B046F5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894121307"/>
      </p:ext>
    </p:extLst>
  </p:cSld>
  <p:clrMapOvr>
    <a:overrideClrMapping bg1="lt1" tx1="dk1" bg2="lt2" tx2="dk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Bold Grey and Vibrant Gold">
    <p:bg>
      <p:bgPr>
        <a:solidFill>
          <a:srgbClr val="8A969E"/>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C5433B73-DDEC-0660-EE8E-94E632A15178}"/>
              </a:ext>
            </a:extLst>
          </p:cNvPr>
          <p:cNvSpPr txBox="1"/>
          <p:nvPr userDrawn="1"/>
        </p:nvSpPr>
        <p:spPr>
          <a:xfrm>
            <a:off x="6099600" y="0"/>
            <a:ext cx="6099048"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22E5B61-81DA-2E54-81B2-110C020B4DA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874FFB3-35F9-B525-0C51-5AB13BF9B9A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7" name="Graphic 6" descr="Lilly Logo">
            <a:extLst>
              <a:ext uri="{FF2B5EF4-FFF2-40B4-BE49-F238E27FC236}">
                <a16:creationId xmlns:a16="http://schemas.microsoft.com/office/drawing/2014/main" id="{82A33979-656F-4830-D581-EA97BC91AF7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937166881"/>
      </p:ext>
    </p:extLst>
  </p:cSld>
  <p:clrMapOvr>
    <a:overrideClrMapping bg1="lt1" tx1="dk1" bg2="lt2" tx2="dk2" accent1="accent1" accent2="accent2" accent3="accent3" accent4="accent4" accent5="accent5" accent6="accent6" hlink="hlink" folHlink="folHlink"/>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Bold Blue and Neutral Ros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A1444D88-11A9-4AB2-8037-794498641DD5}"/>
              </a:ext>
            </a:extLst>
          </p:cNvPr>
          <p:cNvSpPr txBox="1"/>
          <p:nvPr userDrawn="1"/>
        </p:nvSpPr>
        <p:spPr>
          <a:xfrm>
            <a:off x="6099048" y="0"/>
            <a:ext cx="6099048"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2CCE0376-5957-F02C-1732-0D76A95498BA}"/>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E65B1694-0B9D-BCDF-A506-84A9AC166A86}"/>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9BEC5666-3E95-F856-C816-561889AD209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831267468"/>
      </p:ext>
    </p:extLst>
  </p:cSld>
  <p:clrMapOvr>
    <a:overrideClrMapping bg1="lt1" tx1="dk1" bg2="lt2" tx2="dk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Bold Blue and Vibrant Azur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8F11EB4E-F745-1F09-720D-3118D13B1790}"/>
              </a:ext>
            </a:extLst>
          </p:cNvPr>
          <p:cNvSpPr txBox="1"/>
          <p:nvPr userDrawn="1"/>
        </p:nvSpPr>
        <p:spPr>
          <a:xfrm>
            <a:off x="6099600" y="0"/>
            <a:ext cx="6099048"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442B5C8A-9889-9AB6-6A5E-2B6C93578A0A}"/>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10965F61-EBCF-3EBF-4E9E-2401A4858760}"/>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7C45AF83-5C51-E8E6-A8D5-1D2B2D50BE9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6849807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Bold Blue and Neutral Sag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6E89C09C-E750-0A94-987D-D9025F1893E9}"/>
              </a:ext>
            </a:extLst>
          </p:cNvPr>
          <p:cNvSpPr txBox="1"/>
          <p:nvPr userDrawn="1"/>
        </p:nvSpPr>
        <p:spPr>
          <a:xfrm>
            <a:off x="6099600" y="0"/>
            <a:ext cx="6099048"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011B7DD-0C72-223D-635B-81987CABB16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2593A34-7967-87EA-407B-7E67EA406657}"/>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6" name="Graphic 5" descr="Lilly Logo">
            <a:extLst>
              <a:ext uri="{FF2B5EF4-FFF2-40B4-BE49-F238E27FC236}">
                <a16:creationId xmlns:a16="http://schemas.microsoft.com/office/drawing/2014/main" id="{35A7E62E-5737-83A9-43D5-797B138F72F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97513683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Bold Green and Vibrant Coral">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09C8A19A-D34B-8FDD-CC7E-12BF835FB6EE}"/>
              </a:ext>
            </a:extLst>
          </p:cNvPr>
          <p:cNvSpPr txBox="1"/>
          <p:nvPr userDrawn="1"/>
        </p:nvSpPr>
        <p:spPr>
          <a:xfrm>
            <a:off x="6099048"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4" name="Footer Placeholder 13">
            <a:extLst>
              <a:ext uri="{FF2B5EF4-FFF2-40B4-BE49-F238E27FC236}">
                <a16:creationId xmlns:a16="http://schemas.microsoft.com/office/drawing/2014/main" id="{84C97BA9-6ED1-EDBA-E7DA-CC65E9E96728}"/>
              </a:ext>
            </a:extLst>
          </p:cNvPr>
          <p:cNvSpPr>
            <a:spLocks noGrp="1"/>
          </p:cNvSpPr>
          <p:nvPr>
            <p:ph type="ftr" sz="quarter" idx="10"/>
          </p:nvPr>
        </p:nvSpPr>
        <p:spPr/>
        <p:txBody>
          <a:bodyPr/>
          <a:lstStyle/>
          <a:p>
            <a:r>
              <a:rPr lang="en-US" dirty="0"/>
              <a:t>Company Confidential  © 2025 Eli Lilly and Company</a:t>
            </a:r>
          </a:p>
        </p:txBody>
      </p:sp>
      <p:sp>
        <p:nvSpPr>
          <p:cNvPr id="15" name="Slide Number Placeholder 14">
            <a:extLst>
              <a:ext uri="{FF2B5EF4-FFF2-40B4-BE49-F238E27FC236}">
                <a16:creationId xmlns:a16="http://schemas.microsoft.com/office/drawing/2014/main" id="{58EA5993-75D8-A526-26CD-9E97D521A1BC}"/>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1943D7D0-EC2E-784F-4267-AFCCE9F37F6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45546056"/>
      </p:ext>
    </p:extLst>
  </p:cSld>
  <p:clrMapOvr>
    <a:overrideClrMapping bg1="lt1" tx1="dk1" bg2="lt2" tx2="dk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Bold Green and Vibrant Gold">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5E8730F4-B379-9264-D110-6E0A2BE28BBE}"/>
              </a:ext>
            </a:extLst>
          </p:cNvPr>
          <p:cNvSpPr txBox="1"/>
          <p:nvPr userDrawn="1"/>
        </p:nvSpPr>
        <p:spPr>
          <a:xfrm>
            <a:off x="6099048"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62F756A4-2EAE-D65E-52E3-4A4E00A0BDAA}"/>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295738CE-34E4-0D12-8256-A99A6DAF9A83}"/>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E78C0484-B700-02DB-B191-BA0088E0046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7462047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Bold Green and Neutral Sage">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3A598F32-3159-4C9B-9FCE-52E813BC2D27}"/>
              </a:ext>
            </a:extLst>
          </p:cNvPr>
          <p:cNvSpPr txBox="1"/>
          <p:nvPr userDrawn="1"/>
        </p:nvSpPr>
        <p:spPr>
          <a:xfrm>
            <a:off x="6099048"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62B4E36-7CA8-2015-3DF8-D054F3D020A9}"/>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44D10D6C-8DC8-4B94-7AEA-C7F14E34FAF5}"/>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6" name="Graphic 5" descr="Lilly Logo">
            <a:extLst>
              <a:ext uri="{FF2B5EF4-FFF2-40B4-BE49-F238E27FC236}">
                <a16:creationId xmlns:a16="http://schemas.microsoft.com/office/drawing/2014/main" id="{BCF19112-32EF-4117-49A6-AB4541D16F3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579061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Red and Blue" preserve="1">
  <p:cSld name="Red and Blue">
    <p:bg>
      <p:bgPr>
        <a:solidFill>
          <a:schemeClr val="accent1"/>
        </a:solidFill>
        <a:effectLst/>
      </p:bgPr>
    </p:bg>
    <p:spTree>
      <p:nvGrpSpPr>
        <p:cNvPr id="1" name="Shape 139"/>
        <p:cNvGrpSpPr/>
        <p:nvPr/>
      </p:nvGrpSpPr>
      <p:grpSpPr>
        <a:xfrm>
          <a:off x="0" y="0"/>
          <a:ext cx="0" cy="0"/>
          <a:chOff x="0" y="0"/>
          <a:chExt cx="0" cy="0"/>
        </a:xfrm>
      </p:grpSpPr>
      <p:sp>
        <p:nvSpPr>
          <p:cNvPr id="140" name="Google Shape;140;p28"/>
          <p:cNvSpPr txBox="1"/>
          <p:nvPr/>
        </p:nvSpPr>
        <p:spPr>
          <a:xfrm>
            <a:off x="6099048"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5BD708D-4B30-675B-C94B-3685E7F1400B}"/>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A2ADA769-3C99-A5EC-F4B8-9C2090FCA4FA}"/>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A3055280-96E9-CBC9-A333-DC001D75B31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82276524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Vibrant Azure and Neutral Stone">
    <p:bg>
      <p:bgPr>
        <a:solidFill>
          <a:schemeClr val="accent3"/>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746037C6-49A0-2CFF-6B34-286B73D401A5}"/>
              </a:ext>
            </a:extLst>
          </p:cNvPr>
          <p:cNvSpPr txBox="1"/>
          <p:nvPr userDrawn="1"/>
        </p:nvSpPr>
        <p:spPr>
          <a:xfrm>
            <a:off x="6099048" y="0"/>
            <a:ext cx="6099048"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28350D8A-070E-B09A-A5EF-CC7DF9348055}"/>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CBC062A1-026A-D2D0-7896-0FDED0CFBB91}"/>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5C07D0D1-BFD3-FBAA-D1C0-95ACC7EE1E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58105046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Vibrant Coral and Pink">
    <p:bg>
      <p:bgPr>
        <a:solidFill>
          <a:schemeClr val="accent6"/>
        </a:solidFill>
        <a:effectLst/>
      </p:bgPr>
    </p:bg>
    <p:spTree>
      <p:nvGrpSpPr>
        <p:cNvPr id="1" name=""/>
        <p:cNvGrpSpPr/>
        <p:nvPr/>
      </p:nvGrpSpPr>
      <p:grpSpPr>
        <a:xfrm>
          <a:off x="0" y="0"/>
          <a:ext cx="0" cy="0"/>
          <a:chOff x="0" y="0"/>
          <a:chExt cx="0" cy="0"/>
        </a:xfrm>
      </p:grpSpPr>
      <p:sp>
        <p:nvSpPr>
          <p:cNvPr id="4" name="Google Shape;168;p32">
            <a:extLst>
              <a:ext uri="{FF2B5EF4-FFF2-40B4-BE49-F238E27FC236}">
                <a16:creationId xmlns:a16="http://schemas.microsoft.com/office/drawing/2014/main" id="{4E4D00AB-FA68-E139-D39F-B729EC8136F3}"/>
              </a:ext>
            </a:extLst>
          </p:cNvPr>
          <p:cNvSpPr txBox="1"/>
          <p:nvPr userDrawn="1"/>
        </p:nvSpPr>
        <p:spPr>
          <a:xfrm>
            <a:off x="6099048"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C3481B50-9B8E-284C-9369-EFCF3B98B59A}"/>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F2BA5445-A9BB-B4A8-C095-0B4E6A8E7C6D}"/>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1DD611E7-A7BE-FE00-315A-50721D9B56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54714807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Vibrant Gold and Vibrant Orange">
    <p:bg>
      <p:bgPr>
        <a:solidFill>
          <a:schemeClr val="accent5"/>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FD05E963-EF1C-6F1B-1CF2-86E33DBF65E2}"/>
              </a:ext>
            </a:extLst>
          </p:cNvPr>
          <p:cNvSpPr txBox="1"/>
          <p:nvPr userDrawn="1"/>
        </p:nvSpPr>
        <p:spPr>
          <a:xfrm>
            <a:off x="6099600" y="0"/>
            <a:ext cx="6099048"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D62E88C-FF5B-EA16-850F-5865FE687622}"/>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3DE070AA-F576-D824-C559-7913128339B9}"/>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6" name="Graphic 5" descr="Lilly Logo">
            <a:extLst>
              <a:ext uri="{FF2B5EF4-FFF2-40B4-BE49-F238E27FC236}">
                <a16:creationId xmlns:a16="http://schemas.microsoft.com/office/drawing/2014/main" id="{793A8C23-5DF7-9599-0436-9F9F68DBBD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25048965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Neutral Sage and Neutral Stone">
    <p:bg>
      <p:bgPr>
        <a:solidFill>
          <a:srgbClr val="C6DCD8"/>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6F1A950B-6F13-FAD4-531A-60923E4A428D}"/>
              </a:ext>
            </a:extLst>
          </p:cNvPr>
          <p:cNvSpPr txBox="1"/>
          <p:nvPr userDrawn="1"/>
        </p:nvSpPr>
        <p:spPr>
          <a:xfrm>
            <a:off x="6099600" y="0"/>
            <a:ext cx="6099048"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EA1B2FE4-0FF5-4B47-1149-F9C3158A0E04}"/>
              </a:ext>
            </a:extLst>
          </p:cNvPr>
          <p:cNvSpPr>
            <a:spLocks noGrp="1"/>
          </p:cNvSpPr>
          <p:nvPr>
            <p:ph type="ftr" sz="quarter" idx="10"/>
          </p:nvPr>
        </p:nvSpPr>
        <p:spPr/>
        <p:txBody>
          <a:bodyPr/>
          <a:lstStyle/>
          <a:p>
            <a:r>
              <a:rPr lang="en-US" dirty="0"/>
              <a:t>Company Confidential  © 2025 Eli Lilly and Company</a:t>
            </a:r>
          </a:p>
        </p:txBody>
      </p:sp>
      <p:sp>
        <p:nvSpPr>
          <p:cNvPr id="8" name="Slide Number Placeholder 7">
            <a:extLst>
              <a:ext uri="{FF2B5EF4-FFF2-40B4-BE49-F238E27FC236}">
                <a16:creationId xmlns:a16="http://schemas.microsoft.com/office/drawing/2014/main" id="{B47F558E-C82A-5E7B-94E0-77370DA04FAB}"/>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2" name="Graphic 1" descr="Lilly Logo">
            <a:extLst>
              <a:ext uri="{FF2B5EF4-FFF2-40B4-BE49-F238E27FC236}">
                <a16:creationId xmlns:a16="http://schemas.microsoft.com/office/drawing/2014/main" id="{77C0D1BC-C022-077B-F0F3-FD47E488DCE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9846861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Vibrant Gold and Bold Green">
    <p:bg>
      <p:bgPr>
        <a:solidFill>
          <a:schemeClr val="accent5"/>
        </a:solidFill>
        <a:effectLst/>
      </p:bgPr>
    </p:bg>
    <p:spTree>
      <p:nvGrpSpPr>
        <p:cNvPr id="1" name=""/>
        <p:cNvGrpSpPr/>
        <p:nvPr/>
      </p:nvGrpSpPr>
      <p:grpSpPr>
        <a:xfrm>
          <a:off x="0" y="0"/>
          <a:ext cx="0" cy="0"/>
          <a:chOff x="0" y="0"/>
          <a:chExt cx="0" cy="0"/>
        </a:xfrm>
      </p:grpSpPr>
      <p:sp>
        <p:nvSpPr>
          <p:cNvPr id="4" name="Google Shape;154;p30">
            <a:extLst>
              <a:ext uri="{FF2B5EF4-FFF2-40B4-BE49-F238E27FC236}">
                <a16:creationId xmlns:a16="http://schemas.microsoft.com/office/drawing/2014/main" id="{021788CD-93C6-293C-2D8E-8498377BA399}"/>
              </a:ext>
            </a:extLst>
          </p:cNvPr>
          <p:cNvSpPr txBox="1"/>
          <p:nvPr userDrawn="1"/>
        </p:nvSpPr>
        <p:spPr>
          <a:xfrm>
            <a:off x="60924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01BE1444-0776-2766-8BD5-F9EF437C39EF}"/>
              </a:ext>
            </a:extLst>
          </p:cNvPr>
          <p:cNvSpPr>
            <a:spLocks noGrp="1"/>
          </p:cNvSpPr>
          <p:nvPr>
            <p:ph type="ftr" sz="quarter" idx="10"/>
          </p:nvPr>
        </p:nvSpPr>
        <p:spPr/>
        <p:txBody>
          <a:bodyPr/>
          <a:lstStyle>
            <a:lvl1pPr>
              <a:defRPr>
                <a:solidFill>
                  <a:schemeClr val="bg1"/>
                </a:solidFill>
              </a:defRPr>
            </a:lvl1p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EEBD25C-8B18-AEB4-7CF2-6BFD58BEBD95}"/>
              </a:ext>
            </a:extLst>
          </p:cNvPr>
          <p:cNvSpPr>
            <a:spLocks noGrp="1"/>
          </p:cNvSpPr>
          <p:nvPr>
            <p:ph type="sldNum" idx="11"/>
          </p:nvPr>
        </p:nvSpPr>
        <p:spPr/>
        <p:txBody>
          <a:bodyPr/>
          <a:lstStyle>
            <a:lvl1pPr>
              <a:defRPr>
                <a:solidFill>
                  <a:schemeClr val="bg1"/>
                </a:solidFill>
              </a:defRPr>
            </a:lvl1p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38EB5089-A6C4-8114-AC39-653FB028047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7029156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Pink and Red" preserve="1">
  <p:cSld name="Pink and Red">
    <p:bg>
      <p:bgPr>
        <a:solidFill>
          <a:schemeClr val="tx2"/>
        </a:solidFill>
        <a:effectLst/>
      </p:bgPr>
    </p:bg>
    <p:spTree>
      <p:nvGrpSpPr>
        <p:cNvPr id="1" name="Shape 167"/>
        <p:cNvGrpSpPr/>
        <p:nvPr/>
      </p:nvGrpSpPr>
      <p:grpSpPr>
        <a:xfrm>
          <a:off x="0" y="0"/>
          <a:ext cx="0" cy="0"/>
          <a:chOff x="0" y="0"/>
          <a:chExt cx="0" cy="0"/>
        </a:xfrm>
      </p:grpSpPr>
      <p:sp>
        <p:nvSpPr>
          <p:cNvPr id="168" name="Google Shape;168;p32"/>
          <p:cNvSpPr txBox="1"/>
          <p:nvPr/>
        </p:nvSpPr>
        <p:spPr>
          <a:xfrm>
            <a:off x="60924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4" name="Footer Placeholder 3">
            <a:extLst>
              <a:ext uri="{FF2B5EF4-FFF2-40B4-BE49-F238E27FC236}">
                <a16:creationId xmlns:a16="http://schemas.microsoft.com/office/drawing/2014/main" id="{111E649E-4FEE-59E9-C264-F2A29F904D92}"/>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02351E68-EF86-A820-EC41-F75449B80C10}"/>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222461798"/>
      </p:ext>
    </p:extLst>
  </p:cSld>
  <p:clrMapOvr>
    <a:overrideClrMapping bg1="dk1" tx1="lt1" bg2="dk2" tx2="lt2" accent1="accent1" accent2="accent2" accent3="accent3" accent4="accent4" accent5="accent5" accent6="accent6" hlink="hlink" folHlink="folHlink"/>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Neutral Rose and Pink">
    <p:bg>
      <p:bgPr>
        <a:solidFill>
          <a:srgbClr val="FDE8E5"/>
        </a:solidFill>
        <a:effectLst/>
      </p:bgPr>
    </p:bg>
    <p:spTree>
      <p:nvGrpSpPr>
        <p:cNvPr id="1" name=""/>
        <p:cNvGrpSpPr/>
        <p:nvPr/>
      </p:nvGrpSpPr>
      <p:grpSpPr>
        <a:xfrm>
          <a:off x="0" y="0"/>
          <a:ext cx="0" cy="0"/>
          <a:chOff x="0" y="0"/>
          <a:chExt cx="0" cy="0"/>
        </a:xfrm>
      </p:grpSpPr>
      <p:sp>
        <p:nvSpPr>
          <p:cNvPr id="4" name="Google Shape;168;p32">
            <a:extLst>
              <a:ext uri="{FF2B5EF4-FFF2-40B4-BE49-F238E27FC236}">
                <a16:creationId xmlns:a16="http://schemas.microsoft.com/office/drawing/2014/main" id="{1870BD6A-3782-545C-84C8-A727B3EA6BCA}"/>
              </a:ext>
            </a:extLst>
          </p:cNvPr>
          <p:cNvSpPr txBox="1"/>
          <p:nvPr userDrawn="1"/>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33BC27CC-7C44-0DA3-EBB9-A04BDAA167B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498ACF51-59A5-8F14-E1FC-E9F205A2B1F6}"/>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746954386"/>
      </p:ext>
    </p:extLst>
  </p:cSld>
  <p:clrMapOvr>
    <a:overrideClrMapping bg1="lt1" tx1="dk1" bg2="lt2" tx2="dk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White and Red" preserve="1">
  <p:cSld name="White and Red">
    <p:bg>
      <p:bgPr>
        <a:solidFill>
          <a:schemeClr val="tx1"/>
        </a:solidFill>
        <a:effectLst/>
      </p:bgPr>
    </p:bg>
    <p:spTree>
      <p:nvGrpSpPr>
        <p:cNvPr id="1" name="Shape 174"/>
        <p:cNvGrpSpPr/>
        <p:nvPr/>
      </p:nvGrpSpPr>
      <p:grpSpPr>
        <a:xfrm>
          <a:off x="0" y="0"/>
          <a:ext cx="0" cy="0"/>
          <a:chOff x="0" y="0"/>
          <a:chExt cx="0" cy="0"/>
        </a:xfrm>
      </p:grpSpPr>
      <p:sp>
        <p:nvSpPr>
          <p:cNvPr id="175" name="Google Shape;175;p33"/>
          <p:cNvSpPr txBox="1"/>
          <p:nvPr userDrawn="1"/>
        </p:nvSpPr>
        <p:spPr>
          <a:xfrm>
            <a:off x="60924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B7D8F88-716C-126B-6788-0533CEB2974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BC4FDF0-F456-5C80-3615-FD3AD03E36F1}"/>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697654601"/>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White and Red" preserve="1">
  <p:cSld name="1_White and Red">
    <p:bg>
      <p:bgPr>
        <a:solidFill>
          <a:schemeClr val="tx1"/>
        </a:solidFill>
        <a:effectLst/>
      </p:bgPr>
    </p:bg>
    <p:spTree>
      <p:nvGrpSpPr>
        <p:cNvPr id="1" name="Shape 174"/>
        <p:cNvGrpSpPr/>
        <p:nvPr/>
      </p:nvGrpSpPr>
      <p:grpSpPr>
        <a:xfrm>
          <a:off x="0" y="0"/>
          <a:ext cx="0" cy="0"/>
          <a:chOff x="0" y="0"/>
          <a:chExt cx="0" cy="0"/>
        </a:xfrm>
      </p:grpSpPr>
      <p:sp>
        <p:nvSpPr>
          <p:cNvPr id="175" name="Google Shape;175;p33"/>
          <p:cNvSpPr txBox="1"/>
          <p:nvPr userDrawn="1"/>
        </p:nvSpPr>
        <p:spPr>
          <a:xfrm>
            <a:off x="-36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B7D8F88-716C-126B-6788-0533CEB2974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BC4FDF0-F456-5C80-3615-FD3AD03E36F1}"/>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DC0B1046-F8D9-2A0C-740E-84B529A362C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11164700"/>
      </p:ext>
    </p:extLst>
  </p:cSld>
  <p:clrMapOvr>
    <a:overrideClrMapping bg1="dk1" tx1="lt1" bg2="dk2" tx2="lt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White and Pink" preserve="1">
  <p:cSld name="White and Pink">
    <p:spTree>
      <p:nvGrpSpPr>
        <p:cNvPr id="1" name="Shape 202"/>
        <p:cNvGrpSpPr/>
        <p:nvPr/>
      </p:nvGrpSpPr>
      <p:grpSpPr>
        <a:xfrm>
          <a:off x="0" y="0"/>
          <a:ext cx="0" cy="0"/>
          <a:chOff x="0" y="0"/>
          <a:chExt cx="0" cy="0"/>
        </a:xfrm>
      </p:grpSpPr>
      <p:sp>
        <p:nvSpPr>
          <p:cNvPr id="203" name="Google Shape;203;p37"/>
          <p:cNvSpPr txBox="1"/>
          <p:nvPr/>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B8E36140-7D9B-23AC-F661-22C62F132714}"/>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14B4CB4-C84E-6511-6895-D571A8A846D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29049136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White and Pink" preserve="1">
  <p:cSld name="1_White and Pink">
    <p:spTree>
      <p:nvGrpSpPr>
        <p:cNvPr id="1" name="Shape 202"/>
        <p:cNvGrpSpPr/>
        <p:nvPr/>
      </p:nvGrpSpPr>
      <p:grpSpPr>
        <a:xfrm>
          <a:off x="0" y="0"/>
          <a:ext cx="0" cy="0"/>
          <a:chOff x="0" y="0"/>
          <a:chExt cx="0" cy="0"/>
        </a:xfrm>
      </p:grpSpPr>
      <p:sp>
        <p:nvSpPr>
          <p:cNvPr id="203" name="Google Shape;203;p37"/>
          <p:cNvSpPr txBox="1"/>
          <p:nvPr/>
        </p:nvSpPr>
        <p:spPr>
          <a:xfrm>
            <a:off x="12723"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B8E36140-7D9B-23AC-F661-22C62F132714}"/>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14B4CB4-C84E-6511-6895-D571A8A846D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BE21979C-DB4F-7E58-A172-FFE09FB91CE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89378" y="6412833"/>
            <a:ext cx="484391" cy="264534"/>
          </a:xfrm>
          <a:prstGeom prst="rect">
            <a:avLst/>
          </a:prstGeom>
        </p:spPr>
      </p:pic>
    </p:spTree>
    <p:extLst>
      <p:ext uri="{BB962C8B-B14F-4D97-AF65-F5344CB8AC3E}">
        <p14:creationId xmlns:p14="http://schemas.microsoft.com/office/powerpoint/2010/main" val="157143094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White and Bold Brow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6C01281B-B095-A32C-1D35-942861334395}"/>
              </a:ext>
            </a:extLst>
          </p:cNvPr>
          <p:cNvSpPr txBox="1"/>
          <p:nvPr userDrawn="1"/>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7C7E3C4-AFE1-15D2-5646-80B860024012}"/>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A173FD20-69BB-6866-10DE-53B0B26032D1}"/>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392270836"/>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White and Bold Brow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6C01281B-B095-A32C-1D35-942861334395}"/>
              </a:ext>
            </a:extLst>
          </p:cNvPr>
          <p:cNvSpPr txBox="1"/>
          <p:nvPr userDrawn="1"/>
        </p:nvSpPr>
        <p:spPr>
          <a:xfrm>
            <a:off x="-36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7C7E3C4-AFE1-15D2-5646-80B860024012}"/>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A173FD20-69BB-6866-10DE-53B0B26032D1}"/>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5A4E2A6A-9611-5308-9908-87E4B21FDC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2084855416"/>
      </p:ext>
    </p:extLst>
  </p:cSld>
  <p:clrMapOvr>
    <a:overrideClrMapping bg1="dk1" tx1="lt1" bg2="dk2" tx2="lt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White and Vibrant Coral">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7D611C8-25A7-D9FF-501F-5E07AB12707D}"/>
              </a:ext>
            </a:extLst>
          </p:cNvPr>
          <p:cNvSpPr txBox="1"/>
          <p:nvPr userDrawn="1"/>
        </p:nvSpPr>
        <p:spPr>
          <a:xfrm>
            <a:off x="6092400"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6F99ACE-A4B3-58D1-AD1B-D4BE991D63C6}"/>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30274C34-F6A9-4BBB-D901-3369486E0A75}"/>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6181308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White and Vibrant Coral">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7D611C8-25A7-D9FF-501F-5E07AB12707D}"/>
              </a:ext>
            </a:extLst>
          </p:cNvPr>
          <p:cNvSpPr txBox="1"/>
          <p:nvPr userDrawn="1"/>
        </p:nvSpPr>
        <p:spPr>
          <a:xfrm>
            <a:off x="-3600"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6F99ACE-A4B3-58D1-AD1B-D4BE991D63C6}"/>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30274C34-F6A9-4BBB-D901-3369486E0A75}"/>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26C0028C-8A31-DBA3-C788-AEEE6E797A6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86745343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White and Vibrant Gold">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F6084331-CB8E-2A7B-572A-E65085463743}"/>
              </a:ext>
            </a:extLst>
          </p:cNvPr>
          <p:cNvSpPr txBox="1"/>
          <p:nvPr userDrawn="1"/>
        </p:nvSpPr>
        <p:spPr>
          <a:xfrm>
            <a:off x="6092400"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E343C7FA-5284-7EC0-07D3-527905D33739}"/>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A3A6834-4F0E-209B-A937-802FD3E0A342}"/>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22764101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White and Vibrant Gold">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F6084331-CB8E-2A7B-572A-E65085463743}"/>
              </a:ext>
            </a:extLst>
          </p:cNvPr>
          <p:cNvSpPr txBox="1"/>
          <p:nvPr userDrawn="1"/>
        </p:nvSpPr>
        <p:spPr>
          <a:xfrm>
            <a:off x="12723"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E343C7FA-5284-7EC0-07D3-527905D33739}"/>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A3A6834-4F0E-209B-A937-802FD3E0A34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F7CE13DD-847D-506D-BE6B-B1EC7B21E01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167924071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White and Bold Blue">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3DC58A6-2486-FC58-291A-0F0E4211E305}"/>
              </a:ext>
            </a:extLst>
          </p:cNvPr>
          <p:cNvSpPr txBox="1"/>
          <p:nvPr userDrawn="1"/>
        </p:nvSpPr>
        <p:spPr>
          <a:xfrm>
            <a:off x="6092400" y="0"/>
            <a:ext cx="6099600" cy="6858000"/>
          </a:xfrm>
          <a:prstGeom prst="rect">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8C8A426-CFD4-F935-EA1E-C0813BB7D86A}"/>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32F9F6B0-68ED-9FCA-D2D5-DF87AD15EA61}"/>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340950750"/>
      </p:ext>
    </p:extLst>
  </p:cSld>
  <p:clrMapOvr>
    <a:overrideClrMapping bg1="dk1" tx1="lt1" bg2="dk2" tx2="lt2" accent1="accent1" accent2="accent2" accent3="accent3" accent4="accent4" accent5="accent5" accent6="accent6" hlink="hlink" folHlink="folHlink"/>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White and Bold Blue">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3DC58A6-2486-FC58-291A-0F0E4211E305}"/>
              </a:ext>
            </a:extLst>
          </p:cNvPr>
          <p:cNvSpPr txBox="1"/>
          <p:nvPr userDrawn="1"/>
        </p:nvSpPr>
        <p:spPr>
          <a:xfrm>
            <a:off x="-3600" y="0"/>
            <a:ext cx="6099600" cy="6858000"/>
          </a:xfrm>
          <a:prstGeom prst="rect">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8C8A426-CFD4-F935-EA1E-C0813BB7D86A}"/>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32F9F6B0-68ED-9FCA-D2D5-DF87AD15EA61}"/>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2DC21C45-8B2E-B7CC-F3D9-526CAFF8D2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4084032629"/>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White and Bold Grey">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07CD2C47-4F31-9E85-1610-2DD21348C147}"/>
              </a:ext>
            </a:extLst>
          </p:cNvPr>
          <p:cNvSpPr txBox="1"/>
          <p:nvPr userDrawn="1"/>
        </p:nvSpPr>
        <p:spPr>
          <a:xfrm>
            <a:off x="6092400" y="0"/>
            <a:ext cx="6099600" cy="6858000"/>
          </a:xfrm>
          <a:prstGeom prst="rect">
            <a:avLst/>
          </a:prstGeom>
          <a:solidFill>
            <a:srgbClr val="8E969E"/>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AF5891F9-BD86-2AE6-BB9C-E2BE9E491EBC}"/>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828A70D-94EC-AD92-3F44-C37036CFDB7B}"/>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57339929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White and Bold Grey">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07CD2C47-4F31-9E85-1610-2DD21348C147}"/>
              </a:ext>
            </a:extLst>
          </p:cNvPr>
          <p:cNvSpPr txBox="1"/>
          <p:nvPr userDrawn="1"/>
        </p:nvSpPr>
        <p:spPr>
          <a:xfrm>
            <a:off x="-3600" y="0"/>
            <a:ext cx="6099600" cy="6858000"/>
          </a:xfrm>
          <a:prstGeom prst="rect">
            <a:avLst/>
          </a:prstGeom>
          <a:solidFill>
            <a:srgbClr val="8E969E"/>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AF5891F9-BD86-2AE6-BB9C-E2BE9E491EBC}"/>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828A70D-94EC-AD92-3F44-C37036CFDB7B}"/>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8E2A6186-8A5E-A79B-BAEC-4BBABC3FF99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257320768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White and Bold Gree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B2EBAE3-56F9-F6F2-2B14-C52D646F7233}"/>
              </a:ext>
            </a:extLst>
          </p:cNvPr>
          <p:cNvSpPr txBox="1"/>
          <p:nvPr userDrawn="1"/>
        </p:nvSpPr>
        <p:spPr>
          <a:xfrm>
            <a:off x="60924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C48ECBA9-5F0C-10FD-8C61-D143469B2EEE}"/>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BB301D68-36D2-C615-2B29-A3045233CCB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543757835"/>
      </p:ext>
    </p:extLst>
  </p:cSld>
  <p:clrMapOvr>
    <a:overrideClrMapping bg1="dk1" tx1="lt1" bg2="dk2" tx2="lt2" accent1="accent1" accent2="accent2" accent3="accent3" accent4="accent4" accent5="accent5" accent6="accent6" hlink="hlink" folHlink="folHlink"/>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White and Bold Gree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B2EBAE3-56F9-F6F2-2B14-C52D646F7233}"/>
              </a:ext>
            </a:extLst>
          </p:cNvPr>
          <p:cNvSpPr txBox="1"/>
          <p:nvPr userDrawn="1"/>
        </p:nvSpPr>
        <p:spPr>
          <a:xfrm>
            <a:off x="-36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C48ECBA9-5F0C-10FD-8C61-D143469B2EEE}"/>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BB301D68-36D2-C615-2B29-A3045233CCB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249117AD-A595-9644-9131-F8382FA8145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236157269"/>
      </p:ext>
    </p:extLst>
  </p:cSld>
  <p:clrMapOvr>
    <a:overrideClrMapping bg1="dk1" tx1="lt1" bg2="dk2" tx2="lt2" accent1="accent1" accent2="accent2" accent3="accent3" accent4="accent4" accent5="accent5" accent6="accent6" hlink="hlink" folHlink="folHlink"/>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White and Neutral Ros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2DB90A51-59CD-5533-D258-2BD6683E5979}"/>
              </a:ext>
            </a:extLst>
          </p:cNvPr>
          <p:cNvSpPr txBox="1"/>
          <p:nvPr userDrawn="1"/>
        </p:nvSpPr>
        <p:spPr>
          <a:xfrm>
            <a:off x="6092400" y="0"/>
            <a:ext cx="6099600"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2D28650-31C4-E719-56CD-645C9CBD738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A4A9CBE-F9EF-139D-C426-7B2FE2AC7D2B}"/>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45310278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White and Neutral Ros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2DB90A51-59CD-5533-D258-2BD6683E5979}"/>
              </a:ext>
            </a:extLst>
          </p:cNvPr>
          <p:cNvSpPr txBox="1"/>
          <p:nvPr userDrawn="1"/>
        </p:nvSpPr>
        <p:spPr>
          <a:xfrm>
            <a:off x="0" y="0"/>
            <a:ext cx="6099600"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2D28650-31C4-E719-56CD-645C9CBD738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A4A9CBE-F9EF-139D-C426-7B2FE2AC7D2B}"/>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EDF5CC1A-AA99-8527-5B3F-AB653E77F4A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356968675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White and Vibrant Oran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D33CC7A4-9D10-351F-1E4C-5B0C1A6547E7}"/>
              </a:ext>
            </a:extLst>
          </p:cNvPr>
          <p:cNvSpPr txBox="1"/>
          <p:nvPr userDrawn="1"/>
        </p:nvSpPr>
        <p:spPr>
          <a:xfrm>
            <a:off x="6092400" y="0"/>
            <a:ext cx="6099600"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B8017AD-954A-D92A-92EE-F66BA48CB34B}"/>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53B3360E-9EB9-5D38-9718-89B36E24E17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93011441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White and Vibrant Oran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D33CC7A4-9D10-351F-1E4C-5B0C1A6547E7}"/>
              </a:ext>
            </a:extLst>
          </p:cNvPr>
          <p:cNvSpPr txBox="1"/>
          <p:nvPr userDrawn="1"/>
        </p:nvSpPr>
        <p:spPr>
          <a:xfrm>
            <a:off x="0" y="0"/>
            <a:ext cx="6099600"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B8017AD-954A-D92A-92EE-F66BA48CB34B}"/>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53B3360E-9EB9-5D38-9718-89B36E24E17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20756E0A-F9A4-751D-08B2-CB530694ABB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338672277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White and Neutral Cream">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5889ED76-ABD3-5C05-D4E1-ACC3E547B892}"/>
              </a:ext>
            </a:extLst>
          </p:cNvPr>
          <p:cNvSpPr txBox="1"/>
          <p:nvPr userDrawn="1"/>
        </p:nvSpPr>
        <p:spPr>
          <a:xfrm>
            <a:off x="6092400" y="0"/>
            <a:ext cx="6099600" cy="6858000"/>
          </a:xfrm>
          <a:prstGeom prst="rect">
            <a:avLst/>
          </a:prstGeom>
          <a:solidFill>
            <a:srgbClr val="FFF0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54029D9-FE14-064A-60E1-77DDEE557CF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9F8E1548-A57B-B00D-8692-6241BB2D6B02}"/>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7790377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White and Neutral Cream">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5889ED76-ABD3-5C05-D4E1-ACC3E547B892}"/>
              </a:ext>
            </a:extLst>
          </p:cNvPr>
          <p:cNvSpPr txBox="1"/>
          <p:nvPr userDrawn="1"/>
        </p:nvSpPr>
        <p:spPr>
          <a:xfrm>
            <a:off x="12723" y="0"/>
            <a:ext cx="6099600" cy="6858000"/>
          </a:xfrm>
          <a:prstGeom prst="rect">
            <a:avLst/>
          </a:prstGeom>
          <a:solidFill>
            <a:srgbClr val="FFF0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54029D9-FE14-064A-60E1-77DDEE557CF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9F8E1548-A57B-B00D-8692-6241BB2D6B02}"/>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393F5B71-DA68-6C20-025E-DA66C184D91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136552991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White and Vibrant Azure">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7D94791C-1E0A-A915-F047-614C401EB9FC}"/>
              </a:ext>
            </a:extLst>
          </p:cNvPr>
          <p:cNvSpPr txBox="1"/>
          <p:nvPr userDrawn="1"/>
        </p:nvSpPr>
        <p:spPr>
          <a:xfrm>
            <a:off x="6092400"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94F89ED4-96B9-FCBE-645A-F29A8F264328}"/>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1EB8D00-F184-83EF-BC8E-2A2FFF7F9100}"/>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10923986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White and Vibrant Azure">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7D94791C-1E0A-A915-F047-614C401EB9FC}"/>
              </a:ext>
            </a:extLst>
          </p:cNvPr>
          <p:cNvSpPr txBox="1"/>
          <p:nvPr userDrawn="1"/>
        </p:nvSpPr>
        <p:spPr>
          <a:xfrm>
            <a:off x="12723"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94F89ED4-96B9-FCBE-645A-F29A8F264328}"/>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1EB8D00-F184-83EF-BC8E-2A2FFF7F9100}"/>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5CB485A2-920F-AE5D-B41C-73043F54DB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414557923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White and Neutral Ston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832C1C38-8830-A4B0-C7B7-A1D59C254FC6}"/>
              </a:ext>
            </a:extLst>
          </p:cNvPr>
          <p:cNvSpPr txBox="1"/>
          <p:nvPr userDrawn="1"/>
        </p:nvSpPr>
        <p:spPr>
          <a:xfrm>
            <a:off x="6092400" y="0"/>
            <a:ext cx="6099600"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80D78F3-192F-1B82-7723-35806B7EF10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46154F1F-8AFA-597B-2357-601D77890BE7}"/>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78885578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White and Neutral Ston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832C1C38-8830-A4B0-C7B7-A1D59C254FC6}"/>
              </a:ext>
            </a:extLst>
          </p:cNvPr>
          <p:cNvSpPr txBox="1"/>
          <p:nvPr userDrawn="1"/>
        </p:nvSpPr>
        <p:spPr>
          <a:xfrm>
            <a:off x="-15957" y="0"/>
            <a:ext cx="6099600"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80D78F3-192F-1B82-7723-35806B7EF10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46154F1F-8AFA-597B-2357-601D77890BE7}"/>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36538BF5-132D-6FD0-E81B-88712089E3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395405653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White and Neutral Sa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4FC5EC5F-66AA-268D-DF6B-7D6B812CA358}"/>
              </a:ext>
            </a:extLst>
          </p:cNvPr>
          <p:cNvSpPr txBox="1"/>
          <p:nvPr userDrawn="1"/>
        </p:nvSpPr>
        <p:spPr>
          <a:xfrm>
            <a:off x="6092400"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13EAEDE-A63D-7FE8-2043-31E851F760BE}"/>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118C120-BB0F-9525-F1FE-B62847AA0588}"/>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86697175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White and Neutral Sa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4FC5EC5F-66AA-268D-DF6B-7D6B812CA358}"/>
              </a:ext>
            </a:extLst>
          </p:cNvPr>
          <p:cNvSpPr txBox="1"/>
          <p:nvPr userDrawn="1"/>
        </p:nvSpPr>
        <p:spPr>
          <a:xfrm>
            <a:off x="-3600"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13EAEDE-A63D-7FE8-2043-31E851F760BE}"/>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118C120-BB0F-9525-F1FE-B62847AA0588}"/>
              </a:ext>
            </a:extLst>
          </p:cNvPr>
          <p:cNvSpPr>
            <a:spLocks noGrp="1"/>
          </p:cNvSpPr>
          <p:nvPr>
            <p:ph type="sldNum" idx="11"/>
          </p:nvPr>
        </p:nvSpPr>
        <p:spPr/>
        <p:txBody>
          <a:bodyPr/>
          <a:lstStyle/>
          <a:p>
            <a:fld id="{00000000-1234-1234-1234-123412341234}" type="slidenum">
              <a:rPr lang="en" smtClean="0"/>
              <a:pPr/>
              <a:t>‹#›</a:t>
            </a:fld>
            <a:endParaRPr lang="en" dirty="0"/>
          </a:p>
        </p:txBody>
      </p:sp>
      <p:pic>
        <p:nvPicPr>
          <p:cNvPr id="5" name="Graphic 4" descr="Lilly Logo">
            <a:extLst>
              <a:ext uri="{FF2B5EF4-FFF2-40B4-BE49-F238E27FC236}">
                <a16:creationId xmlns:a16="http://schemas.microsoft.com/office/drawing/2014/main" id="{AF8E6D80-647E-DF31-E28D-FC6D7CF31F1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322417634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Pink and Black" preserve="1">
  <p:cSld name="Pink and Black">
    <p:bg>
      <p:bgPr>
        <a:solidFill>
          <a:schemeClr val="tx2"/>
        </a:solidFill>
        <a:effectLst/>
      </p:bgPr>
    </p:bg>
    <p:spTree>
      <p:nvGrpSpPr>
        <p:cNvPr id="1" name="Shape 209"/>
        <p:cNvGrpSpPr/>
        <p:nvPr/>
      </p:nvGrpSpPr>
      <p:grpSpPr>
        <a:xfrm>
          <a:off x="0" y="0"/>
          <a:ext cx="0" cy="0"/>
          <a:chOff x="0" y="0"/>
          <a:chExt cx="0" cy="0"/>
        </a:xfrm>
      </p:grpSpPr>
      <p:sp>
        <p:nvSpPr>
          <p:cNvPr id="210" name="Google Shape;210;p38"/>
          <p:cNvSpPr txBox="1"/>
          <p:nvPr/>
        </p:nvSpPr>
        <p:spPr>
          <a:xfrm>
            <a:off x="6092400" y="0"/>
            <a:ext cx="6099600" cy="6858000"/>
          </a:xfrm>
          <a:prstGeom prst="rect">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2371C50-9545-C05E-A0AB-9BF8D679744A}"/>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7329807E-D15B-EC15-1B12-9C482B1C9C99}"/>
              </a:ext>
            </a:extLst>
          </p:cNvPr>
          <p:cNvSpPr>
            <a:spLocks noGrp="1"/>
          </p:cNvSpPr>
          <p:nvPr>
            <p:ph type="sldNum" idx="11"/>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966175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Pink and Black" preserve="1">
  <p:cSld name="1_Pink and Black">
    <p:bg>
      <p:bgPr>
        <a:solidFill>
          <a:schemeClr val="tx2"/>
        </a:solidFill>
        <a:effectLst/>
      </p:bgPr>
    </p:bg>
    <p:spTree>
      <p:nvGrpSpPr>
        <p:cNvPr id="1" name="Shape 209"/>
        <p:cNvGrpSpPr/>
        <p:nvPr/>
      </p:nvGrpSpPr>
      <p:grpSpPr>
        <a:xfrm>
          <a:off x="0" y="0"/>
          <a:ext cx="0" cy="0"/>
          <a:chOff x="0" y="0"/>
          <a:chExt cx="0" cy="0"/>
        </a:xfrm>
      </p:grpSpPr>
      <p:sp>
        <p:nvSpPr>
          <p:cNvPr id="210" name="Google Shape;210;p38"/>
          <p:cNvSpPr txBox="1"/>
          <p:nvPr/>
        </p:nvSpPr>
        <p:spPr>
          <a:xfrm>
            <a:off x="-3600" y="0"/>
            <a:ext cx="6099600" cy="6858000"/>
          </a:xfrm>
          <a:prstGeom prst="rect">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dirty="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2371C50-9545-C05E-A0AB-9BF8D679744A}"/>
              </a:ext>
            </a:extLst>
          </p:cNvPr>
          <p:cNvSpPr>
            <a:spLocks noGrp="1"/>
          </p:cNvSpPr>
          <p:nvPr>
            <p:ph type="ftr" sz="quarter" idx="10"/>
          </p:nvPr>
        </p:nvSpPr>
        <p:spPr/>
        <p:txBody>
          <a:bodyPr/>
          <a:lstStyle>
            <a:lvl1pPr>
              <a:defRPr>
                <a:solidFill>
                  <a:schemeClr val="bg1"/>
                </a:solidFill>
              </a:defRPr>
            </a:lvl1p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7329807E-D15B-EC15-1B12-9C482B1C9C99}"/>
              </a:ext>
            </a:extLst>
          </p:cNvPr>
          <p:cNvSpPr>
            <a:spLocks noGrp="1"/>
          </p:cNvSpPr>
          <p:nvPr>
            <p:ph type="sldNum" idx="11"/>
          </p:nvPr>
        </p:nvSpPr>
        <p:spPr/>
        <p:txBody>
          <a:bodyPr/>
          <a:lstStyle>
            <a:lvl1pPr>
              <a:defRPr>
                <a:solidFill>
                  <a:schemeClr val="bg1"/>
                </a:solidFill>
              </a:defRPr>
            </a:lvl1pPr>
          </a:lstStyle>
          <a:p>
            <a:fld id="{00000000-1234-1234-1234-123412341234}" type="slidenum">
              <a:rPr lang="en" smtClean="0"/>
              <a:pPr/>
              <a:t>‹#›</a:t>
            </a:fld>
            <a:endParaRPr lang="en" dirty="0"/>
          </a:p>
        </p:txBody>
      </p:sp>
      <p:pic>
        <p:nvPicPr>
          <p:cNvPr id="3" name="Graphic 2" descr="Lilly Logo">
            <a:extLst>
              <a:ext uri="{FF2B5EF4-FFF2-40B4-BE49-F238E27FC236}">
                <a16:creationId xmlns:a16="http://schemas.microsoft.com/office/drawing/2014/main" id="{1F06A5DB-39F8-8325-16C4-39B26205D2C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1960320975"/>
      </p:ext>
    </p:extLst>
  </p:cSld>
  <p:clrMapOvr>
    <a:overrideClrMapping bg1="dk1" tx1="lt1" bg2="dk2" tx2="lt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Bold Brown and White and Vibrant Coral">
    <p:bg>
      <p:bgPr>
        <a:solidFill>
          <a:schemeClr val="accent1"/>
        </a:solidFill>
        <a:effectLst/>
      </p:bgPr>
    </p:bg>
    <p:spTree>
      <p:nvGrpSpPr>
        <p:cNvPr id="1" name=""/>
        <p:cNvGrpSpPr/>
        <p:nvPr/>
      </p:nvGrpSpPr>
      <p:grpSpPr>
        <a:xfrm>
          <a:off x="0" y="0"/>
          <a:ext cx="0" cy="0"/>
          <a:chOff x="0" y="0"/>
          <a:chExt cx="0" cy="0"/>
        </a:xfrm>
      </p:grpSpPr>
      <p:sp>
        <p:nvSpPr>
          <p:cNvPr id="4" name="Google Shape;401;p63">
            <a:extLst>
              <a:ext uri="{FF2B5EF4-FFF2-40B4-BE49-F238E27FC236}">
                <a16:creationId xmlns:a16="http://schemas.microsoft.com/office/drawing/2014/main" id="{18236F2F-3EE4-404F-9E32-4EC6672B628E}"/>
              </a:ext>
            </a:extLst>
          </p:cNvPr>
          <p:cNvSpPr/>
          <p:nvPr userDrawn="1"/>
        </p:nvSpPr>
        <p:spPr>
          <a:xfrm>
            <a:off x="6092033" y="3505000"/>
            <a:ext cx="6100000" cy="3353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5" name="Google Shape;402;p63">
            <a:extLst>
              <a:ext uri="{FF2B5EF4-FFF2-40B4-BE49-F238E27FC236}">
                <a16:creationId xmlns:a16="http://schemas.microsoft.com/office/drawing/2014/main" id="{695F6EE7-F393-D645-B8DF-59B8E86F00AE}"/>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2" name="Footer Placeholder 1">
            <a:extLst>
              <a:ext uri="{FF2B5EF4-FFF2-40B4-BE49-F238E27FC236}">
                <a16:creationId xmlns:a16="http://schemas.microsoft.com/office/drawing/2014/main" id="{42B03FB9-F2CF-E9E2-CD16-EFAF39A54C0C}"/>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164CD42C-6FD6-83F9-3066-E738240B842C}"/>
              </a:ext>
            </a:extLst>
          </p:cNvPr>
          <p:cNvSpPr>
            <a:spLocks noGrp="1"/>
          </p:cNvSpPr>
          <p:nvPr>
            <p:ph type="sldNum" sz="quarter" idx="11"/>
          </p:nvPr>
        </p:nvSpPr>
        <p:spPr/>
        <p:txBody>
          <a:bodyPr/>
          <a:lstStyle/>
          <a:p>
            <a:fld id="{48135D20-C3A1-FF4C-B4DB-BE449A9B144D}" type="slidenum">
              <a:rPr lang="en-US"/>
              <a:t>‹#›</a:t>
            </a:fld>
            <a:endParaRPr lang="en-US"/>
          </a:p>
        </p:txBody>
      </p:sp>
      <p:pic>
        <p:nvPicPr>
          <p:cNvPr id="3" name="Graphic 2" descr="Lilly Logo">
            <a:extLst>
              <a:ext uri="{FF2B5EF4-FFF2-40B4-BE49-F238E27FC236}">
                <a16:creationId xmlns:a16="http://schemas.microsoft.com/office/drawing/2014/main" id="{67F930FD-CFCB-3EA9-5116-35EAAECE2D9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0305848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Bold Blue and White and Vibrant Azure">
    <p:bg>
      <p:bgPr>
        <a:solidFill>
          <a:schemeClr val="accent2"/>
        </a:solidFill>
        <a:effectLst/>
      </p:bgPr>
    </p:bg>
    <p:spTree>
      <p:nvGrpSpPr>
        <p:cNvPr id="1" name=""/>
        <p:cNvGrpSpPr/>
        <p:nvPr/>
      </p:nvGrpSpPr>
      <p:grpSpPr>
        <a:xfrm>
          <a:off x="0" y="0"/>
          <a:ext cx="0" cy="0"/>
          <a:chOff x="0" y="0"/>
          <a:chExt cx="0" cy="0"/>
        </a:xfrm>
      </p:grpSpPr>
      <p:sp>
        <p:nvSpPr>
          <p:cNvPr id="4" name="Google Shape;409;p64">
            <a:extLst>
              <a:ext uri="{FF2B5EF4-FFF2-40B4-BE49-F238E27FC236}">
                <a16:creationId xmlns:a16="http://schemas.microsoft.com/office/drawing/2014/main" id="{9156921D-1EF5-FD46-8EE2-FA2234B3619C}"/>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5" name="Google Shape;410;p64">
            <a:extLst>
              <a:ext uri="{FF2B5EF4-FFF2-40B4-BE49-F238E27FC236}">
                <a16:creationId xmlns:a16="http://schemas.microsoft.com/office/drawing/2014/main" id="{02F24FD1-1B81-D745-912D-C6B06C789EFE}"/>
              </a:ext>
            </a:extLst>
          </p:cNvPr>
          <p:cNvSpPr/>
          <p:nvPr userDrawn="1"/>
        </p:nvSpPr>
        <p:spPr>
          <a:xfrm>
            <a:off x="6092033" y="3505200"/>
            <a:ext cx="6100000" cy="335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2" name="Footer Placeholder 1">
            <a:extLst>
              <a:ext uri="{FF2B5EF4-FFF2-40B4-BE49-F238E27FC236}">
                <a16:creationId xmlns:a16="http://schemas.microsoft.com/office/drawing/2014/main" id="{419183C1-A797-822E-8EDA-77E79CBE4E1B}"/>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4C38BA8D-9599-99B9-4A78-B8D7FCF23407}"/>
              </a:ext>
            </a:extLst>
          </p:cNvPr>
          <p:cNvSpPr>
            <a:spLocks noGrp="1"/>
          </p:cNvSpPr>
          <p:nvPr>
            <p:ph type="sldNum" sz="quarter" idx="11"/>
          </p:nvPr>
        </p:nvSpPr>
        <p:spPr/>
        <p:txBody>
          <a:bodyPr/>
          <a:lstStyle/>
          <a:p>
            <a:fld id="{48135D20-C3A1-FF4C-B4DB-BE449A9B144D}" type="slidenum">
              <a:rPr lang="en-US"/>
              <a:t>‹#›</a:t>
            </a:fld>
            <a:endParaRPr lang="en-US"/>
          </a:p>
        </p:txBody>
      </p:sp>
      <p:pic>
        <p:nvPicPr>
          <p:cNvPr id="3" name="Graphic 2" descr="Lilly Logo">
            <a:extLst>
              <a:ext uri="{FF2B5EF4-FFF2-40B4-BE49-F238E27FC236}">
                <a16:creationId xmlns:a16="http://schemas.microsoft.com/office/drawing/2014/main" id="{EC9ABE8F-5745-0FA1-E297-9FA2F012C9F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5505785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Red and White and Black">
    <p:bg>
      <p:bgPr>
        <a:solidFill>
          <a:schemeClr val="bg2"/>
        </a:solidFill>
        <a:effectLst/>
      </p:bgPr>
    </p:bg>
    <p:spTree>
      <p:nvGrpSpPr>
        <p:cNvPr id="1" name=""/>
        <p:cNvGrpSpPr/>
        <p:nvPr/>
      </p:nvGrpSpPr>
      <p:grpSpPr>
        <a:xfrm>
          <a:off x="0" y="0"/>
          <a:ext cx="0" cy="0"/>
          <a:chOff x="0" y="0"/>
          <a:chExt cx="0" cy="0"/>
        </a:xfrm>
      </p:grpSpPr>
      <p:sp>
        <p:nvSpPr>
          <p:cNvPr id="4" name="Google Shape;417;p65">
            <a:extLst>
              <a:ext uri="{FF2B5EF4-FFF2-40B4-BE49-F238E27FC236}">
                <a16:creationId xmlns:a16="http://schemas.microsoft.com/office/drawing/2014/main" id="{E828F49A-1DC1-4E41-9553-695334D4256A}"/>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5" name="Google Shape;418;p65">
            <a:extLst>
              <a:ext uri="{FF2B5EF4-FFF2-40B4-BE49-F238E27FC236}">
                <a16:creationId xmlns:a16="http://schemas.microsoft.com/office/drawing/2014/main" id="{4ECCA6D3-3CC3-E44B-870A-40DF98EED6D8}"/>
              </a:ext>
            </a:extLst>
          </p:cNvPr>
          <p:cNvSpPr/>
          <p:nvPr userDrawn="1"/>
        </p:nvSpPr>
        <p:spPr>
          <a:xfrm>
            <a:off x="6092033" y="3505000"/>
            <a:ext cx="6100000" cy="3353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dirty="0">
              <a:latin typeface="Arial" panose="020B0604020202020204" pitchFamily="34" charset="0"/>
            </a:endParaRPr>
          </a:p>
        </p:txBody>
      </p:sp>
      <p:sp>
        <p:nvSpPr>
          <p:cNvPr id="2" name="Footer Placeholder 1">
            <a:extLst>
              <a:ext uri="{FF2B5EF4-FFF2-40B4-BE49-F238E27FC236}">
                <a16:creationId xmlns:a16="http://schemas.microsoft.com/office/drawing/2014/main" id="{0D5EBA5A-6344-EB08-F4A1-732073E8116E}"/>
              </a:ext>
            </a:extLst>
          </p:cNvPr>
          <p:cNvSpPr>
            <a:spLocks noGrp="1"/>
          </p:cNvSpPr>
          <p:nvPr>
            <p:ph type="ftr" sz="quarter" idx="10"/>
          </p:nvPr>
        </p:nvSpPr>
        <p:spPr/>
        <p:txBody>
          <a:bodyPr/>
          <a:lstStyle>
            <a:lvl1pPr>
              <a:defRPr>
                <a:solidFill>
                  <a:schemeClr val="bg1"/>
                </a:solidFill>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E70C6060-E866-16C2-4FE2-8AA0BEF2515C}"/>
              </a:ext>
            </a:extLst>
          </p:cNvPr>
          <p:cNvSpPr>
            <a:spLocks noGrp="1"/>
          </p:cNvSpPr>
          <p:nvPr>
            <p:ph type="sldNum" sz="quarter" idx="11"/>
          </p:nvPr>
        </p:nvSpPr>
        <p:spPr/>
        <p:txBody>
          <a:bodyPr/>
          <a:lstStyle>
            <a:lvl1pPr>
              <a:defRPr>
                <a:solidFill>
                  <a:schemeClr val="bg1"/>
                </a:solidFill>
              </a:defRPr>
            </a:lvl1pPr>
          </a:lstStyle>
          <a:p>
            <a:fld id="{48135D20-C3A1-FF4C-B4DB-BE449A9B144D}" type="slidenum">
              <a:rPr lang="en-US"/>
              <a:pPr/>
              <a:t>‹#›</a:t>
            </a:fld>
            <a:endParaRPr lang="en-US"/>
          </a:p>
        </p:txBody>
      </p:sp>
      <p:pic>
        <p:nvPicPr>
          <p:cNvPr id="3" name="Graphic 2" descr="Lilly Logo">
            <a:extLst>
              <a:ext uri="{FF2B5EF4-FFF2-40B4-BE49-F238E27FC236}">
                <a16:creationId xmlns:a16="http://schemas.microsoft.com/office/drawing/2014/main" id="{C44A2908-867C-974B-B8E4-585D93B5DC8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1045550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0.xml"/><Relationship Id="rId21" Type="http://schemas.openxmlformats.org/officeDocument/2006/relationships/slideLayout" Target="../slideLayouts/slideLayout85.xml"/><Relationship Id="rId42" Type="http://schemas.openxmlformats.org/officeDocument/2006/relationships/slideLayout" Target="../slideLayouts/slideLayout106.xml"/><Relationship Id="rId47" Type="http://schemas.openxmlformats.org/officeDocument/2006/relationships/slideLayout" Target="../slideLayouts/slideLayout111.xml"/><Relationship Id="rId63" Type="http://schemas.openxmlformats.org/officeDocument/2006/relationships/slideLayout" Target="../slideLayouts/slideLayout127.xml"/><Relationship Id="rId68" Type="http://schemas.openxmlformats.org/officeDocument/2006/relationships/slideLayout" Target="../slideLayouts/slideLayout132.xml"/><Relationship Id="rId84" Type="http://schemas.openxmlformats.org/officeDocument/2006/relationships/slideLayout" Target="../slideLayouts/slideLayout148.xml"/><Relationship Id="rId89" Type="http://schemas.openxmlformats.org/officeDocument/2006/relationships/slideLayout" Target="../slideLayouts/slideLayout153.xml"/><Relationship Id="rId16" Type="http://schemas.openxmlformats.org/officeDocument/2006/relationships/slideLayout" Target="../slideLayouts/slideLayout80.xml"/><Relationship Id="rId11" Type="http://schemas.openxmlformats.org/officeDocument/2006/relationships/slideLayout" Target="../slideLayouts/slideLayout75.xml"/><Relationship Id="rId32" Type="http://schemas.openxmlformats.org/officeDocument/2006/relationships/slideLayout" Target="../slideLayouts/slideLayout96.xml"/><Relationship Id="rId37" Type="http://schemas.openxmlformats.org/officeDocument/2006/relationships/slideLayout" Target="../slideLayouts/slideLayout101.xml"/><Relationship Id="rId53" Type="http://schemas.openxmlformats.org/officeDocument/2006/relationships/slideLayout" Target="../slideLayouts/slideLayout117.xml"/><Relationship Id="rId58" Type="http://schemas.openxmlformats.org/officeDocument/2006/relationships/slideLayout" Target="../slideLayouts/slideLayout122.xml"/><Relationship Id="rId74" Type="http://schemas.openxmlformats.org/officeDocument/2006/relationships/slideLayout" Target="../slideLayouts/slideLayout138.xml"/><Relationship Id="rId79" Type="http://schemas.openxmlformats.org/officeDocument/2006/relationships/slideLayout" Target="../slideLayouts/slideLayout143.xml"/><Relationship Id="rId5" Type="http://schemas.openxmlformats.org/officeDocument/2006/relationships/slideLayout" Target="../slideLayouts/slideLayout69.xml"/><Relationship Id="rId90" Type="http://schemas.openxmlformats.org/officeDocument/2006/relationships/slideLayout" Target="../slideLayouts/slideLayout154.xml"/><Relationship Id="rId22" Type="http://schemas.openxmlformats.org/officeDocument/2006/relationships/slideLayout" Target="../slideLayouts/slideLayout86.xml"/><Relationship Id="rId27" Type="http://schemas.openxmlformats.org/officeDocument/2006/relationships/slideLayout" Target="../slideLayouts/slideLayout91.xml"/><Relationship Id="rId43" Type="http://schemas.openxmlformats.org/officeDocument/2006/relationships/slideLayout" Target="../slideLayouts/slideLayout107.xml"/><Relationship Id="rId48" Type="http://schemas.openxmlformats.org/officeDocument/2006/relationships/slideLayout" Target="../slideLayouts/slideLayout112.xml"/><Relationship Id="rId64" Type="http://schemas.openxmlformats.org/officeDocument/2006/relationships/slideLayout" Target="../slideLayouts/slideLayout128.xml"/><Relationship Id="rId69" Type="http://schemas.openxmlformats.org/officeDocument/2006/relationships/slideLayout" Target="../slideLayouts/slideLayout133.xml"/><Relationship Id="rId8" Type="http://schemas.openxmlformats.org/officeDocument/2006/relationships/slideLayout" Target="../slideLayouts/slideLayout72.xml"/><Relationship Id="rId51" Type="http://schemas.openxmlformats.org/officeDocument/2006/relationships/slideLayout" Target="../slideLayouts/slideLayout115.xml"/><Relationship Id="rId72" Type="http://schemas.openxmlformats.org/officeDocument/2006/relationships/slideLayout" Target="../slideLayouts/slideLayout136.xml"/><Relationship Id="rId80" Type="http://schemas.openxmlformats.org/officeDocument/2006/relationships/slideLayout" Target="../slideLayouts/slideLayout144.xml"/><Relationship Id="rId85" Type="http://schemas.openxmlformats.org/officeDocument/2006/relationships/slideLayout" Target="../slideLayouts/slideLayout149.xml"/><Relationship Id="rId93" Type="http://schemas.openxmlformats.org/officeDocument/2006/relationships/image" Target="../media/image1.png"/><Relationship Id="rId3" Type="http://schemas.openxmlformats.org/officeDocument/2006/relationships/slideLayout" Target="../slideLayouts/slideLayout67.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5" Type="http://schemas.openxmlformats.org/officeDocument/2006/relationships/slideLayout" Target="../slideLayouts/slideLayout89.xml"/><Relationship Id="rId33" Type="http://schemas.openxmlformats.org/officeDocument/2006/relationships/slideLayout" Target="../slideLayouts/slideLayout97.xml"/><Relationship Id="rId38" Type="http://schemas.openxmlformats.org/officeDocument/2006/relationships/slideLayout" Target="../slideLayouts/slideLayout102.xml"/><Relationship Id="rId46" Type="http://schemas.openxmlformats.org/officeDocument/2006/relationships/slideLayout" Target="../slideLayouts/slideLayout110.xml"/><Relationship Id="rId59" Type="http://schemas.openxmlformats.org/officeDocument/2006/relationships/slideLayout" Target="../slideLayouts/slideLayout123.xml"/><Relationship Id="rId67" Type="http://schemas.openxmlformats.org/officeDocument/2006/relationships/slideLayout" Target="../slideLayouts/slideLayout131.xml"/><Relationship Id="rId20" Type="http://schemas.openxmlformats.org/officeDocument/2006/relationships/slideLayout" Target="../slideLayouts/slideLayout84.xml"/><Relationship Id="rId41" Type="http://schemas.openxmlformats.org/officeDocument/2006/relationships/slideLayout" Target="../slideLayouts/slideLayout105.xml"/><Relationship Id="rId54" Type="http://schemas.openxmlformats.org/officeDocument/2006/relationships/slideLayout" Target="../slideLayouts/slideLayout118.xml"/><Relationship Id="rId62" Type="http://schemas.openxmlformats.org/officeDocument/2006/relationships/slideLayout" Target="../slideLayouts/slideLayout126.xml"/><Relationship Id="rId70" Type="http://schemas.openxmlformats.org/officeDocument/2006/relationships/slideLayout" Target="../slideLayouts/slideLayout134.xml"/><Relationship Id="rId75" Type="http://schemas.openxmlformats.org/officeDocument/2006/relationships/slideLayout" Target="../slideLayouts/slideLayout139.xml"/><Relationship Id="rId83" Type="http://schemas.openxmlformats.org/officeDocument/2006/relationships/slideLayout" Target="../slideLayouts/slideLayout147.xml"/><Relationship Id="rId88" Type="http://schemas.openxmlformats.org/officeDocument/2006/relationships/slideLayout" Target="../slideLayouts/slideLayout152.xml"/><Relationship Id="rId91" Type="http://schemas.openxmlformats.org/officeDocument/2006/relationships/slideLayout" Target="../slideLayouts/slideLayout155.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5" Type="http://schemas.openxmlformats.org/officeDocument/2006/relationships/slideLayout" Target="../slideLayouts/slideLayout79.xml"/><Relationship Id="rId23" Type="http://schemas.openxmlformats.org/officeDocument/2006/relationships/slideLayout" Target="../slideLayouts/slideLayout87.xml"/><Relationship Id="rId28" Type="http://schemas.openxmlformats.org/officeDocument/2006/relationships/slideLayout" Target="../slideLayouts/slideLayout92.xml"/><Relationship Id="rId36" Type="http://schemas.openxmlformats.org/officeDocument/2006/relationships/slideLayout" Target="../slideLayouts/slideLayout100.xml"/><Relationship Id="rId49" Type="http://schemas.openxmlformats.org/officeDocument/2006/relationships/slideLayout" Target="../slideLayouts/slideLayout113.xml"/><Relationship Id="rId57" Type="http://schemas.openxmlformats.org/officeDocument/2006/relationships/slideLayout" Target="../slideLayouts/slideLayout121.xml"/><Relationship Id="rId10" Type="http://schemas.openxmlformats.org/officeDocument/2006/relationships/slideLayout" Target="../slideLayouts/slideLayout74.xml"/><Relationship Id="rId31" Type="http://schemas.openxmlformats.org/officeDocument/2006/relationships/slideLayout" Target="../slideLayouts/slideLayout95.xml"/><Relationship Id="rId44" Type="http://schemas.openxmlformats.org/officeDocument/2006/relationships/slideLayout" Target="../slideLayouts/slideLayout108.xml"/><Relationship Id="rId52" Type="http://schemas.openxmlformats.org/officeDocument/2006/relationships/slideLayout" Target="../slideLayouts/slideLayout116.xml"/><Relationship Id="rId60" Type="http://schemas.openxmlformats.org/officeDocument/2006/relationships/slideLayout" Target="../slideLayouts/slideLayout124.xml"/><Relationship Id="rId65" Type="http://schemas.openxmlformats.org/officeDocument/2006/relationships/slideLayout" Target="../slideLayouts/slideLayout129.xml"/><Relationship Id="rId73" Type="http://schemas.openxmlformats.org/officeDocument/2006/relationships/slideLayout" Target="../slideLayouts/slideLayout137.xml"/><Relationship Id="rId78" Type="http://schemas.openxmlformats.org/officeDocument/2006/relationships/slideLayout" Target="../slideLayouts/slideLayout142.xml"/><Relationship Id="rId81" Type="http://schemas.openxmlformats.org/officeDocument/2006/relationships/slideLayout" Target="../slideLayouts/slideLayout145.xml"/><Relationship Id="rId86" Type="http://schemas.openxmlformats.org/officeDocument/2006/relationships/slideLayout" Target="../slideLayouts/slideLayout150.xml"/><Relationship Id="rId94" Type="http://schemas.openxmlformats.org/officeDocument/2006/relationships/image" Target="../media/image2.svg"/><Relationship Id="rId4" Type="http://schemas.openxmlformats.org/officeDocument/2006/relationships/slideLayout" Target="../slideLayouts/slideLayout68.xml"/><Relationship Id="rId9" Type="http://schemas.openxmlformats.org/officeDocument/2006/relationships/slideLayout" Target="../slideLayouts/slideLayout73.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39" Type="http://schemas.openxmlformats.org/officeDocument/2006/relationships/slideLayout" Target="../slideLayouts/slideLayout103.xml"/><Relationship Id="rId34" Type="http://schemas.openxmlformats.org/officeDocument/2006/relationships/slideLayout" Target="../slideLayouts/slideLayout98.xml"/><Relationship Id="rId50" Type="http://schemas.openxmlformats.org/officeDocument/2006/relationships/slideLayout" Target="../slideLayouts/slideLayout114.xml"/><Relationship Id="rId55" Type="http://schemas.openxmlformats.org/officeDocument/2006/relationships/slideLayout" Target="../slideLayouts/slideLayout119.xml"/><Relationship Id="rId76" Type="http://schemas.openxmlformats.org/officeDocument/2006/relationships/slideLayout" Target="../slideLayouts/slideLayout140.xml"/><Relationship Id="rId7" Type="http://schemas.openxmlformats.org/officeDocument/2006/relationships/slideLayout" Target="../slideLayouts/slideLayout71.xml"/><Relationship Id="rId71" Type="http://schemas.openxmlformats.org/officeDocument/2006/relationships/slideLayout" Target="../slideLayouts/slideLayout135.xml"/><Relationship Id="rId92" Type="http://schemas.openxmlformats.org/officeDocument/2006/relationships/theme" Target="../theme/theme2.xml"/><Relationship Id="rId2" Type="http://schemas.openxmlformats.org/officeDocument/2006/relationships/slideLayout" Target="../slideLayouts/slideLayout66.xml"/><Relationship Id="rId29" Type="http://schemas.openxmlformats.org/officeDocument/2006/relationships/slideLayout" Target="../slideLayouts/slideLayout93.xml"/><Relationship Id="rId24" Type="http://schemas.openxmlformats.org/officeDocument/2006/relationships/slideLayout" Target="../slideLayouts/slideLayout88.xml"/><Relationship Id="rId40" Type="http://schemas.openxmlformats.org/officeDocument/2006/relationships/slideLayout" Target="../slideLayouts/slideLayout104.xml"/><Relationship Id="rId45" Type="http://schemas.openxmlformats.org/officeDocument/2006/relationships/slideLayout" Target="../slideLayouts/slideLayout109.xml"/><Relationship Id="rId66" Type="http://schemas.openxmlformats.org/officeDocument/2006/relationships/slideLayout" Target="../slideLayouts/slideLayout130.xml"/><Relationship Id="rId87" Type="http://schemas.openxmlformats.org/officeDocument/2006/relationships/slideLayout" Target="../slideLayouts/slideLayout151.xml"/><Relationship Id="rId61" Type="http://schemas.openxmlformats.org/officeDocument/2006/relationships/slideLayout" Target="../slideLayouts/slideLayout125.xml"/><Relationship Id="rId82" Type="http://schemas.openxmlformats.org/officeDocument/2006/relationships/slideLayout" Target="../slideLayouts/slideLayout146.xml"/><Relationship Id="rId19" Type="http://schemas.openxmlformats.org/officeDocument/2006/relationships/slideLayout" Target="../slideLayouts/slideLayout83.xml"/><Relationship Id="rId14" Type="http://schemas.openxmlformats.org/officeDocument/2006/relationships/slideLayout" Target="../slideLayouts/slideLayout78.xml"/><Relationship Id="rId30" Type="http://schemas.openxmlformats.org/officeDocument/2006/relationships/slideLayout" Target="../slideLayouts/slideLayout94.xml"/><Relationship Id="rId35" Type="http://schemas.openxmlformats.org/officeDocument/2006/relationships/slideLayout" Target="../slideLayouts/slideLayout99.xml"/><Relationship Id="rId56" Type="http://schemas.openxmlformats.org/officeDocument/2006/relationships/slideLayout" Target="../slideLayouts/slideLayout120.xml"/><Relationship Id="rId77" Type="http://schemas.openxmlformats.org/officeDocument/2006/relationships/slideLayout" Target="../slideLayouts/slideLayout141.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09F8A9-754B-50DC-2EB7-30305088EC8A}"/>
              </a:ext>
            </a:extLst>
          </p:cNvPr>
          <p:cNvSpPr>
            <a:spLocks noGrp="1"/>
          </p:cNvSpPr>
          <p:nvPr>
            <p:ph type="title"/>
          </p:nvPr>
        </p:nvSpPr>
        <p:spPr>
          <a:xfrm>
            <a:off x="609600" y="567830"/>
            <a:ext cx="11058144" cy="914400"/>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C621CBE9-6956-CE07-CF18-9161E1915B8C}"/>
              </a:ext>
            </a:extLst>
          </p:cNvPr>
          <p:cNvSpPr>
            <a:spLocks noGrp="1"/>
          </p:cNvSpPr>
          <p:nvPr>
            <p:ph type="body" idx="1"/>
          </p:nvPr>
        </p:nvSpPr>
        <p:spPr>
          <a:xfrm>
            <a:off x="609600" y="1828800"/>
            <a:ext cx="11058144" cy="425328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9E89C31-721A-1004-27B2-706A01F95515}"/>
              </a:ext>
            </a:extLst>
          </p:cNvPr>
          <p:cNvSpPr>
            <a:spLocks noGrp="1"/>
          </p:cNvSpPr>
          <p:nvPr>
            <p:ph type="ftr" sz="quarter" idx="3"/>
          </p:nvPr>
        </p:nvSpPr>
        <p:spPr>
          <a:xfrm>
            <a:off x="9192768" y="6510528"/>
            <a:ext cx="2438400" cy="121920"/>
          </a:xfrm>
          <a:prstGeom prst="rect">
            <a:avLst/>
          </a:prstGeom>
        </p:spPr>
        <p:txBody>
          <a:bodyPr vert="horz" wrap="none" lIns="0" tIns="0" rIns="0" bIns="0" rtlCol="0" anchor="ctr"/>
          <a:lstStyle>
            <a:lvl1pPr algn="r">
              <a:defRPr sz="667">
                <a:solidFill>
                  <a:schemeClr val="tx1"/>
                </a:solidFill>
                <a:latin typeface="+mn-lt"/>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B099CE90-F8BE-6030-D2A5-A1D68DB6B9D8}"/>
              </a:ext>
            </a:extLst>
          </p:cNvPr>
          <p:cNvSpPr>
            <a:spLocks noGrp="1"/>
          </p:cNvSpPr>
          <p:nvPr>
            <p:ph type="sldNum" sz="quarter" idx="4"/>
          </p:nvPr>
        </p:nvSpPr>
        <p:spPr>
          <a:xfrm>
            <a:off x="11667744" y="6510528"/>
            <a:ext cx="304800" cy="121920"/>
          </a:xfrm>
          <a:prstGeom prst="rect">
            <a:avLst/>
          </a:prstGeom>
        </p:spPr>
        <p:txBody>
          <a:bodyPr vert="horz" lIns="0" tIns="0" rIns="0" bIns="0" rtlCol="0" anchor="ctr"/>
          <a:lstStyle>
            <a:lvl1pPr algn="r">
              <a:defRPr sz="667">
                <a:solidFill>
                  <a:schemeClr val="tx1"/>
                </a:solidFill>
                <a:latin typeface="+mn-lt"/>
              </a:defRPr>
            </a:lvl1pPr>
          </a:lstStyle>
          <a:p>
            <a:fld id="{48135D20-C3A1-FF4C-B4DB-BE449A9B144D}" type="slidenum">
              <a:t>‹#›</a:t>
            </a:fld>
            <a:endParaRPr lang="en-US"/>
          </a:p>
        </p:txBody>
      </p:sp>
      <p:pic>
        <p:nvPicPr>
          <p:cNvPr id="7" name="Graphic 6" descr="Lilly Logo">
            <a:extLst>
              <a:ext uri="{FF2B5EF4-FFF2-40B4-BE49-F238E27FC236}">
                <a16:creationId xmlns:a16="http://schemas.microsoft.com/office/drawing/2014/main" id="{517F28FA-F288-05D3-13EA-99C0902FA694}"/>
              </a:ext>
            </a:extLst>
          </p:cNvPr>
          <p:cNvPicPr>
            <a:picLocks noChangeAspect="1"/>
          </p:cNvPicPr>
          <p:nvPr userDrawn="1"/>
        </p:nvPicPr>
        <p:blipFill>
          <a:blip r:embed="rId66">
            <a:extLst>
              <a:ext uri="{96DAC541-7B7A-43D3-8B79-37D633B846F1}">
                <asvg:svgBlip xmlns:asvg="http://schemas.microsoft.com/office/drawing/2016/SVG/main" r:embed="rId67"/>
              </a:ext>
            </a:extLst>
          </a:blip>
          <a:srcRect/>
          <a:stretch/>
        </p:blipFill>
        <p:spPr>
          <a:xfrm>
            <a:off x="207264" y="6425184"/>
            <a:ext cx="451103" cy="246355"/>
          </a:xfrm>
          <a:prstGeom prst="rect">
            <a:avLst/>
          </a:prstGeom>
        </p:spPr>
      </p:pic>
    </p:spTree>
    <p:extLst>
      <p:ext uri="{BB962C8B-B14F-4D97-AF65-F5344CB8AC3E}">
        <p14:creationId xmlns:p14="http://schemas.microsoft.com/office/powerpoint/2010/main" val="89711680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998" r:id="rId3"/>
    <p:sldLayoutId id="2147483762" r:id="rId4"/>
    <p:sldLayoutId id="2147483763" r:id="rId5"/>
    <p:sldLayoutId id="2147483861" r:id="rId6"/>
    <p:sldLayoutId id="2147483862" r:id="rId7"/>
    <p:sldLayoutId id="2147483872" r:id="rId8"/>
    <p:sldLayoutId id="2147483895" r:id="rId9"/>
    <p:sldLayoutId id="2147483896" r:id="rId10"/>
    <p:sldLayoutId id="2147483873" r:id="rId11"/>
    <p:sldLayoutId id="2147483876" r:id="rId12"/>
    <p:sldLayoutId id="2147483874" r:id="rId13"/>
    <p:sldLayoutId id="2147483887" r:id="rId14"/>
    <p:sldLayoutId id="2147483888" r:id="rId15"/>
    <p:sldLayoutId id="2147483891" r:id="rId16"/>
    <p:sldLayoutId id="2147483892" r:id="rId17"/>
    <p:sldLayoutId id="2147483965" r:id="rId18"/>
    <p:sldLayoutId id="2147483966" r:id="rId19"/>
    <p:sldLayoutId id="2147483967" r:id="rId20"/>
    <p:sldLayoutId id="2147483893" r:id="rId21"/>
    <p:sldLayoutId id="2147483894" r:id="rId22"/>
    <p:sldLayoutId id="2147483863" r:id="rId23"/>
    <p:sldLayoutId id="2147483974" r:id="rId24"/>
    <p:sldLayoutId id="2147483970" r:id="rId25"/>
    <p:sldLayoutId id="2147483969" r:id="rId26"/>
    <p:sldLayoutId id="2147483971" r:id="rId27"/>
    <p:sldLayoutId id="2147483972" r:id="rId28"/>
    <p:sldLayoutId id="2147483973" r:id="rId29"/>
    <p:sldLayoutId id="2147483875" r:id="rId30"/>
    <p:sldLayoutId id="2147483774" r:id="rId31"/>
    <p:sldLayoutId id="2147483775" r:id="rId32"/>
    <p:sldLayoutId id="2147483866" r:id="rId33"/>
    <p:sldLayoutId id="2147483867" r:id="rId34"/>
    <p:sldLayoutId id="2147483868" r:id="rId35"/>
    <p:sldLayoutId id="2147483869" r:id="rId36"/>
    <p:sldLayoutId id="2147483871" r:id="rId37"/>
    <p:sldLayoutId id="2147483870" r:id="rId38"/>
    <p:sldLayoutId id="2147483771" r:id="rId39"/>
    <p:sldLayoutId id="2147483772" r:id="rId40"/>
    <p:sldLayoutId id="2147483776" r:id="rId41"/>
    <p:sldLayoutId id="2147483777" r:id="rId42"/>
    <p:sldLayoutId id="2147483886" r:id="rId43"/>
    <p:sldLayoutId id="2147483889" r:id="rId44"/>
    <p:sldLayoutId id="2147483883" r:id="rId45"/>
    <p:sldLayoutId id="2147483884" r:id="rId46"/>
    <p:sldLayoutId id="2147483885" r:id="rId47"/>
    <p:sldLayoutId id="2147483780" r:id="rId48"/>
    <p:sldLayoutId id="2147483877" r:id="rId49"/>
    <p:sldLayoutId id="2147483878" r:id="rId50"/>
    <p:sldLayoutId id="2147483879" r:id="rId51"/>
    <p:sldLayoutId id="2147483880" r:id="rId52"/>
    <p:sldLayoutId id="2147483782" r:id="rId53"/>
    <p:sldLayoutId id="2147483881" r:id="rId54"/>
    <p:sldLayoutId id="2147483882" r:id="rId55"/>
    <p:sldLayoutId id="2147483764" r:id="rId56"/>
    <p:sldLayoutId id="2147483765" r:id="rId57"/>
    <p:sldLayoutId id="2147483766" r:id="rId58"/>
    <p:sldLayoutId id="2147483767" r:id="rId59"/>
    <p:sldLayoutId id="2147483768" r:id="rId60"/>
    <p:sldLayoutId id="2147483769" r:id="rId61"/>
    <p:sldLayoutId id="2147483809" r:id="rId62"/>
    <p:sldLayoutId id="2147483865" r:id="rId63"/>
    <p:sldLayoutId id="2147483808" r:id="rId64"/>
  </p:sldLayoutIdLst>
  <p:hf hdr="0" dt="0"/>
  <p:txStyles>
    <p:titleStyle>
      <a:lvl1pPr algn="l" defTabSz="914377" rtl="0" eaLnBrk="1" latinLnBrk="0" hangingPunct="1">
        <a:lnSpc>
          <a:spcPct val="80000"/>
        </a:lnSpc>
        <a:spcBef>
          <a:spcPct val="0"/>
        </a:spcBef>
        <a:buNone/>
        <a:defRPr sz="4000" b="1" kern="400" spc="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E46962"/>
          </p15:clr>
        </p15:guide>
        <p15:guide id="2" pos="7344" userDrawn="1">
          <p15:clr>
            <a:srgbClr val="E46962"/>
          </p15:clr>
        </p15:guide>
        <p15:guide id="3" pos="3840" userDrawn="1">
          <p15:clr>
            <a:srgbClr val="E46962"/>
          </p15:clr>
        </p15:guide>
        <p15:guide id="4" orient="horz" pos="360" userDrawn="1">
          <p15:clr>
            <a:srgbClr val="E46962"/>
          </p15:clr>
        </p15:guide>
        <p15:guide id="5" orient="horz" pos="3960" userDrawn="1">
          <p15:clr>
            <a:srgbClr val="E46962"/>
          </p15:clr>
        </p15:guide>
        <p15:guide id="6" orient="horz" pos="2160" userDrawn="1">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09F8A9-754B-50DC-2EB7-30305088EC8A}"/>
              </a:ext>
            </a:extLst>
          </p:cNvPr>
          <p:cNvSpPr>
            <a:spLocks noGrp="1"/>
          </p:cNvSpPr>
          <p:nvPr>
            <p:ph type="title"/>
          </p:nvPr>
        </p:nvSpPr>
        <p:spPr>
          <a:xfrm>
            <a:off x="609600" y="567830"/>
            <a:ext cx="11058144" cy="914400"/>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C621CBE9-6956-CE07-CF18-9161E1915B8C}"/>
              </a:ext>
            </a:extLst>
          </p:cNvPr>
          <p:cNvSpPr>
            <a:spLocks noGrp="1"/>
          </p:cNvSpPr>
          <p:nvPr>
            <p:ph type="body" idx="1"/>
          </p:nvPr>
        </p:nvSpPr>
        <p:spPr>
          <a:xfrm>
            <a:off x="609600" y="1828800"/>
            <a:ext cx="11058144" cy="425328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9E89C31-721A-1004-27B2-706A01F95515}"/>
              </a:ext>
            </a:extLst>
          </p:cNvPr>
          <p:cNvSpPr>
            <a:spLocks noGrp="1"/>
          </p:cNvSpPr>
          <p:nvPr>
            <p:ph type="ftr" sz="quarter" idx="3"/>
          </p:nvPr>
        </p:nvSpPr>
        <p:spPr>
          <a:xfrm>
            <a:off x="9192768" y="6510528"/>
            <a:ext cx="2438400" cy="121920"/>
          </a:xfrm>
          <a:prstGeom prst="rect">
            <a:avLst/>
          </a:prstGeom>
        </p:spPr>
        <p:txBody>
          <a:bodyPr vert="horz" wrap="none" lIns="0" tIns="0" rIns="0" bIns="0" rtlCol="0" anchor="ctr"/>
          <a:lstStyle>
            <a:lvl1pPr algn="r">
              <a:defRPr sz="667">
                <a:solidFill>
                  <a:schemeClr val="tx1"/>
                </a:solidFill>
                <a:latin typeface="+mn-lt"/>
              </a:defRPr>
            </a:lvl1p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B099CE90-F8BE-6030-D2A5-A1D68DB6B9D8}"/>
              </a:ext>
            </a:extLst>
          </p:cNvPr>
          <p:cNvSpPr>
            <a:spLocks noGrp="1"/>
          </p:cNvSpPr>
          <p:nvPr>
            <p:ph type="sldNum" sz="quarter" idx="4"/>
          </p:nvPr>
        </p:nvSpPr>
        <p:spPr>
          <a:xfrm>
            <a:off x="11667744" y="6510528"/>
            <a:ext cx="304800" cy="121920"/>
          </a:xfrm>
          <a:prstGeom prst="rect">
            <a:avLst/>
          </a:prstGeom>
        </p:spPr>
        <p:txBody>
          <a:bodyPr vert="horz" lIns="0" tIns="0" rIns="0" bIns="0" rtlCol="0" anchor="ctr"/>
          <a:lstStyle>
            <a:lvl1pPr algn="r">
              <a:defRPr sz="667">
                <a:solidFill>
                  <a:schemeClr val="tx1"/>
                </a:solidFill>
                <a:latin typeface="+mn-lt"/>
              </a:defRPr>
            </a:lvl1pPr>
          </a:lstStyle>
          <a:p>
            <a:fld id="{48135D20-C3A1-FF4C-B4DB-BE449A9B144D}" type="slidenum">
              <a:t>‹#›</a:t>
            </a:fld>
            <a:endParaRPr lang="en-US"/>
          </a:p>
        </p:txBody>
      </p:sp>
      <p:pic>
        <p:nvPicPr>
          <p:cNvPr id="4" name="Graphic 3" descr="Lilly Logo">
            <a:extLst>
              <a:ext uri="{FF2B5EF4-FFF2-40B4-BE49-F238E27FC236}">
                <a16:creationId xmlns:a16="http://schemas.microsoft.com/office/drawing/2014/main" id="{1AD531B8-8F8C-2DFF-48D6-A7D2B11A001C}"/>
              </a:ext>
            </a:extLst>
          </p:cNvPr>
          <p:cNvPicPr>
            <a:picLocks noChangeAspect="1"/>
          </p:cNvPicPr>
          <p:nvPr userDrawn="1"/>
        </p:nvPicPr>
        <p:blipFill>
          <a:blip r:embed="rId93">
            <a:extLst>
              <a:ext uri="{96DAC541-7B7A-43D3-8B79-37D633B846F1}">
                <asvg:svgBlip xmlns:asvg="http://schemas.microsoft.com/office/drawing/2016/SVG/main" r:embed="rId94"/>
              </a:ext>
            </a:extLst>
          </a:blip>
          <a:srcRect/>
          <a:stretch/>
        </p:blipFill>
        <p:spPr>
          <a:xfrm>
            <a:off x="207264" y="6425184"/>
            <a:ext cx="451103" cy="246355"/>
          </a:xfrm>
          <a:prstGeom prst="rect">
            <a:avLst/>
          </a:prstGeom>
        </p:spPr>
      </p:pic>
    </p:spTree>
    <p:extLst>
      <p:ext uri="{BB962C8B-B14F-4D97-AF65-F5344CB8AC3E}">
        <p14:creationId xmlns:p14="http://schemas.microsoft.com/office/powerpoint/2010/main" val="2096264003"/>
      </p:ext>
    </p:extLst>
  </p:cSld>
  <p:clrMap bg1="lt1" tx1="dk1" bg2="lt2" tx2="dk2" accent1="accent1" accent2="accent2" accent3="accent3" accent4="accent4" accent5="accent5" accent6="accent6" hlink="hlink" folHlink="folHlink"/>
  <p:sldLayoutIdLst>
    <p:sldLayoutId id="2147483813" r:id="rId1"/>
    <p:sldLayoutId id="2147483976"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77" r:id="rId11"/>
    <p:sldLayoutId id="2147483978" r:id="rId12"/>
    <p:sldLayoutId id="2147483979" r:id="rId13"/>
    <p:sldLayoutId id="2147483980" r:id="rId14"/>
    <p:sldLayoutId id="2147483956" r:id="rId15"/>
    <p:sldLayoutId id="2147483981" r:id="rId16"/>
    <p:sldLayoutId id="2147483982" r:id="rId17"/>
    <p:sldLayoutId id="2147483957" r:id="rId18"/>
    <p:sldLayoutId id="2147483958" r:id="rId19"/>
    <p:sldLayoutId id="2147483959" r:id="rId20"/>
    <p:sldLayoutId id="2147483960" r:id="rId21"/>
    <p:sldLayoutId id="2147483961" r:id="rId22"/>
    <p:sldLayoutId id="2147483962" r:id="rId23"/>
    <p:sldLayoutId id="2147483963" r:id="rId24"/>
    <p:sldLayoutId id="2147483964" r:id="rId25"/>
    <p:sldLayoutId id="2147483811" r:id="rId26"/>
    <p:sldLayoutId id="2147483812" r:id="rId27"/>
    <p:sldLayoutId id="2147483814" r:id="rId28"/>
    <p:sldLayoutId id="2147483815" r:id="rId29"/>
    <p:sldLayoutId id="2147483816" r:id="rId30"/>
    <p:sldLayoutId id="2147483817" r:id="rId31"/>
    <p:sldLayoutId id="2147483818" r:id="rId32"/>
    <p:sldLayoutId id="2147483819" r:id="rId33"/>
    <p:sldLayoutId id="2147483820" r:id="rId34"/>
    <p:sldLayoutId id="2147483821" r:id="rId35"/>
    <p:sldLayoutId id="2147483822" r:id="rId36"/>
    <p:sldLayoutId id="2147483823" r:id="rId37"/>
    <p:sldLayoutId id="2147483824" r:id="rId38"/>
    <p:sldLayoutId id="2147483825" r:id="rId39"/>
    <p:sldLayoutId id="2147483826" r:id="rId40"/>
    <p:sldLayoutId id="2147483828" r:id="rId41"/>
    <p:sldLayoutId id="2147483829" r:id="rId42"/>
    <p:sldLayoutId id="2147483830" r:id="rId43"/>
    <p:sldLayoutId id="2147483831" r:id="rId44"/>
    <p:sldLayoutId id="2147483832" r:id="rId45"/>
    <p:sldLayoutId id="2147483833" r:id="rId46"/>
    <p:sldLayoutId id="2147483834" r:id="rId47"/>
    <p:sldLayoutId id="2147483835" r:id="rId48"/>
    <p:sldLayoutId id="2147483836" r:id="rId49"/>
    <p:sldLayoutId id="2147483837" r:id="rId50"/>
    <p:sldLayoutId id="2147483838" r:id="rId51"/>
    <p:sldLayoutId id="2147483839" r:id="rId52"/>
    <p:sldLayoutId id="2147483840" r:id="rId53"/>
    <p:sldLayoutId id="2147483841" r:id="rId54"/>
    <p:sldLayoutId id="2147483842" r:id="rId55"/>
    <p:sldLayoutId id="2147483843" r:id="rId56"/>
    <p:sldLayoutId id="2147483844" r:id="rId57"/>
    <p:sldLayoutId id="2147483845" r:id="rId58"/>
    <p:sldLayoutId id="2147483846" r:id="rId59"/>
    <p:sldLayoutId id="2147483983" r:id="rId60"/>
    <p:sldLayoutId id="2147483847" r:id="rId61"/>
    <p:sldLayoutId id="2147483984" r:id="rId62"/>
    <p:sldLayoutId id="2147483848" r:id="rId63"/>
    <p:sldLayoutId id="2147483985" r:id="rId64"/>
    <p:sldLayoutId id="2147483849" r:id="rId65"/>
    <p:sldLayoutId id="2147483986" r:id="rId66"/>
    <p:sldLayoutId id="2147483850" r:id="rId67"/>
    <p:sldLayoutId id="2147483987" r:id="rId68"/>
    <p:sldLayoutId id="2147483851" r:id="rId69"/>
    <p:sldLayoutId id="2147483988" r:id="rId70"/>
    <p:sldLayoutId id="2147483852" r:id="rId71"/>
    <p:sldLayoutId id="2147483989" r:id="rId72"/>
    <p:sldLayoutId id="2147483853" r:id="rId73"/>
    <p:sldLayoutId id="2147483990" r:id="rId74"/>
    <p:sldLayoutId id="2147483854" r:id="rId75"/>
    <p:sldLayoutId id="2147483991" r:id="rId76"/>
    <p:sldLayoutId id="2147483855" r:id="rId77"/>
    <p:sldLayoutId id="2147483992" r:id="rId78"/>
    <p:sldLayoutId id="2147483856" r:id="rId79"/>
    <p:sldLayoutId id="2147483993" r:id="rId80"/>
    <p:sldLayoutId id="2147483857" r:id="rId81"/>
    <p:sldLayoutId id="2147483994" r:id="rId82"/>
    <p:sldLayoutId id="2147483858" r:id="rId83"/>
    <p:sldLayoutId id="2147483995" r:id="rId84"/>
    <p:sldLayoutId id="2147483859" r:id="rId85"/>
    <p:sldLayoutId id="2147483996" r:id="rId86"/>
    <p:sldLayoutId id="2147483860" r:id="rId87"/>
    <p:sldLayoutId id="2147483997" r:id="rId88"/>
    <p:sldLayoutId id="2147483805" r:id="rId89"/>
    <p:sldLayoutId id="2147483806" r:id="rId90"/>
    <p:sldLayoutId id="2147483807" r:id="rId91"/>
  </p:sldLayoutIdLst>
  <p:hf hdr="0" dt="0"/>
  <p:txStyles>
    <p:titleStyle>
      <a:lvl1pPr algn="l" defTabSz="914377" rtl="0" eaLnBrk="1" latinLnBrk="0" hangingPunct="1">
        <a:lnSpc>
          <a:spcPct val="80000"/>
        </a:lnSpc>
        <a:spcBef>
          <a:spcPct val="0"/>
        </a:spcBef>
        <a:buNone/>
        <a:defRPr sz="4000" b="1" kern="400" spc="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lnSpc>
          <a:spcPts val="2400"/>
        </a:lnSpc>
        <a:spcBef>
          <a:spcPts val="1000"/>
        </a:spcBef>
        <a:buClrTx/>
        <a:buSzPct val="100000"/>
        <a:buFont typeface="Arial" panose="020B0604020202020204" pitchFamily="34" charset="0"/>
        <a:buNone/>
        <a:defRPr sz="2400" kern="8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8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8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8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8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E46962"/>
          </p15:clr>
        </p15:guide>
        <p15:guide id="2" pos="7344" userDrawn="1">
          <p15:clr>
            <a:srgbClr val="E46962"/>
          </p15:clr>
        </p15:guide>
        <p15:guide id="3" pos="3840" userDrawn="1">
          <p15:clr>
            <a:srgbClr val="E46962"/>
          </p15:clr>
        </p15:guide>
        <p15:guide id="4" orient="horz" pos="360" userDrawn="1">
          <p15:clr>
            <a:srgbClr val="E46962"/>
          </p15:clr>
        </p15:guide>
        <p15:guide id="5" orient="horz" pos="3960" userDrawn="1">
          <p15:clr>
            <a:srgbClr val="E46962"/>
          </p15:clr>
        </p15:guide>
        <p15:guide id="6" orient="horz" pos="2160" userDrawn="1">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Neutral rose" descr="Rectangle base to backdrop logo and monogram assets">
            <a:extLst>
              <a:ext uri="{FF2B5EF4-FFF2-40B4-BE49-F238E27FC236}">
                <a16:creationId xmlns:a16="http://schemas.microsoft.com/office/drawing/2014/main" id="{1D4FA176-C183-04D2-416D-CCB42ABC157E}"/>
              </a:ext>
            </a:extLst>
          </p:cNvPr>
          <p:cNvSpPr/>
          <p:nvPr userDrawn="1"/>
        </p:nvSpPr>
        <p:spPr>
          <a:xfrm>
            <a:off x="5499099" y="0"/>
            <a:ext cx="1193801" cy="1066800"/>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9" name="Graphic 8" descr="Lilly Monogram">
            <a:extLst>
              <a:ext uri="{FF2B5EF4-FFF2-40B4-BE49-F238E27FC236}">
                <a16:creationId xmlns:a16="http://schemas.microsoft.com/office/drawing/2014/main" id="{CCF16586-856A-7C1F-E75C-E8CB8D7D90D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85104" y="278565"/>
            <a:ext cx="621791" cy="474714"/>
          </a:xfrm>
          <a:prstGeom prst="rect">
            <a:avLst/>
          </a:prstGeom>
        </p:spPr>
      </p:pic>
    </p:spTree>
    <p:extLst>
      <p:ext uri="{BB962C8B-B14F-4D97-AF65-F5344CB8AC3E}">
        <p14:creationId xmlns:p14="http://schemas.microsoft.com/office/powerpoint/2010/main" val="3386397417"/>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3.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hyperlink" Target="https://monsido.com/tools/contrast-checker" TargetMode="External"/><Relationship Id="rId2" Type="http://schemas.openxmlformats.org/officeDocument/2006/relationships/notesSlide" Target="../notesSlides/notesSlide2.xml"/><Relationship Id="rId1" Type="http://schemas.openxmlformats.org/officeDocument/2006/relationships/slideLayout" Target="../slideLayouts/slideLayout63.xml"/><Relationship Id="rId6" Type="http://schemas.openxmlformats.org/officeDocument/2006/relationships/hyperlink" Target="https://webaim.org/resources/contrastchecker/" TargetMode="External"/><Relationship Id="rId5" Type="http://schemas.openxmlformats.org/officeDocument/2006/relationships/image" Target="../media/image70.png"/><Relationship Id="rId4" Type="http://schemas.openxmlformats.org/officeDocument/2006/relationships/image" Target="../media/image69.png"/></Relationships>
</file>

<file path=ppt/slides/_rels/slide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xml"/><Relationship Id="rId1" Type="http://schemas.openxmlformats.org/officeDocument/2006/relationships/slideLayout" Target="../slideLayouts/slideLayout63.xml"/><Relationship Id="rId5" Type="http://schemas.openxmlformats.org/officeDocument/2006/relationships/image" Target="../media/image73.png"/><Relationship Id="rId4" Type="http://schemas.openxmlformats.org/officeDocument/2006/relationships/image" Target="../media/image7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3.xml"/><Relationship Id="rId5" Type="http://schemas.openxmlformats.org/officeDocument/2006/relationships/image" Target="../media/image74.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84.jpg"/><Relationship Id="rId1" Type="http://schemas.openxmlformats.org/officeDocument/2006/relationships/slideLayout" Target="../slideLayouts/slideLayout17.xml"/><Relationship Id="rId4" Type="http://schemas.openxmlformats.org/officeDocument/2006/relationships/image" Target="../media/image86.jpg"/></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22.xml"/><Relationship Id="rId1" Type="http://schemas.openxmlformats.org/officeDocument/2006/relationships/slideLayout" Target="../slideLayouts/slideLayout53.xml"/></Relationships>
</file>

<file path=ppt/slides/_rels/slide42.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23.xml"/><Relationship Id="rId1" Type="http://schemas.openxmlformats.org/officeDocument/2006/relationships/slideLayout" Target="../slideLayouts/slideLayout53.xml"/></Relationships>
</file>

<file path=ppt/slides/_rels/slide43.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24.xml"/><Relationship Id="rId1" Type="http://schemas.openxmlformats.org/officeDocument/2006/relationships/slideLayout" Target="../slideLayouts/slideLayout53.xml"/></Relationships>
</file>

<file path=ppt/slides/_rels/slide4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26.xml"/><Relationship Id="rId1" Type="http://schemas.openxmlformats.org/officeDocument/2006/relationships/slideLayout" Target="../slideLayouts/slideLayout53.xml"/></Relationships>
</file>

<file path=ppt/slides/_rels/slide46.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27.xml"/><Relationship Id="rId1" Type="http://schemas.openxmlformats.org/officeDocument/2006/relationships/slideLayout" Target="../slideLayouts/slideLayout5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39.xml"/><Relationship Id="rId5" Type="http://schemas.openxmlformats.org/officeDocument/2006/relationships/image" Target="../media/image11.sv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0.xml"/><Relationship Id="rId4" Type="http://schemas.openxmlformats.org/officeDocument/2006/relationships/image" Target="../media/image4.svg"/></Relationships>
</file>

<file path=ppt/slides/_rels/slide57.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_rels/slide58.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3.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44.xml"/><Relationship Id="rId4" Type="http://schemas.openxmlformats.org/officeDocument/2006/relationships/image" Target="../media/image9.svg"/></Relationships>
</file>

<file path=ppt/slides/_rels/slide61.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42.xml"/><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43.xml"/><Relationship Id="rId1" Type="http://schemas.openxmlformats.org/officeDocument/2006/relationships/slideLayout" Target="../slideLayouts/slideLayout54.xml"/></Relationships>
</file>

<file path=ppt/slides/_rels/slide63.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44.xml"/><Relationship Id="rId1" Type="http://schemas.openxmlformats.org/officeDocument/2006/relationships/slideLayout" Target="../slideLayouts/slideLayout48.xml"/><Relationship Id="rId5" Type="http://schemas.openxmlformats.org/officeDocument/2006/relationships/image" Target="../media/image9.svg"/><Relationship Id="rId4"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49.xml"/><Relationship Id="rId5" Type="http://schemas.openxmlformats.org/officeDocument/2006/relationships/image" Target="../media/image90.jpg"/><Relationship Id="rId4" Type="http://schemas.openxmlformats.org/officeDocument/2006/relationships/image" Target="../media/image9.sv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50.xml"/><Relationship Id="rId4" Type="http://schemas.openxmlformats.org/officeDocument/2006/relationships/image" Target="../media/image7.sv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51.xml"/><Relationship Id="rId4" Type="http://schemas.openxmlformats.org/officeDocument/2006/relationships/image" Target="../media/image9.sv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2.xml"/></Relationships>
</file>

<file path=ppt/slides/_rels/slide70.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51.xml"/><Relationship Id="rId1" Type="http://schemas.openxmlformats.org/officeDocument/2006/relationships/slideLayout" Target="../slideLayouts/slideLayout45.xml"/></Relationships>
</file>

<file path=ppt/slides/_rels/slide71.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52.xml"/><Relationship Id="rId1" Type="http://schemas.openxmlformats.org/officeDocument/2006/relationships/slideLayout" Target="../slideLayouts/slideLayout46.xml"/><Relationship Id="rId5" Type="http://schemas.openxmlformats.org/officeDocument/2006/relationships/image" Target="../media/image7.sv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53.xml"/><Relationship Id="rId1" Type="http://schemas.openxmlformats.org/officeDocument/2006/relationships/slideLayout" Target="../slideLayouts/slideLayout19.xml"/><Relationship Id="rId5" Type="http://schemas.openxmlformats.org/officeDocument/2006/relationships/image" Target="../media/image7.sv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notesSlide" Target="../notesSlides/notesSlide54.xml"/><Relationship Id="rId1" Type="http://schemas.openxmlformats.org/officeDocument/2006/relationships/slideLayout" Target="../slideLayouts/slideLayout20.xml"/><Relationship Id="rId5" Type="http://schemas.openxmlformats.org/officeDocument/2006/relationships/image" Target="../media/image7.sv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55.xml"/><Relationship Id="rId1" Type="http://schemas.openxmlformats.org/officeDocument/2006/relationships/slideLayout" Target="../slideLayouts/slideLayout18.xml"/><Relationship Id="rId5" Type="http://schemas.openxmlformats.org/officeDocument/2006/relationships/image" Target="../media/image7.sv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56.xml"/><Relationship Id="rId1" Type="http://schemas.openxmlformats.org/officeDocument/2006/relationships/slideLayout" Target="../slideLayouts/slideLayout18.xml"/><Relationship Id="rId5" Type="http://schemas.openxmlformats.org/officeDocument/2006/relationships/image" Target="../media/image9.svg"/><Relationship Id="rId4" Type="http://schemas.openxmlformats.org/officeDocument/2006/relationships/image" Target="../media/image8.png"/></Relationships>
</file>

<file path=ppt/slides/_rels/slide76.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57.xml"/><Relationship Id="rId1" Type="http://schemas.openxmlformats.org/officeDocument/2006/relationships/slideLayout" Target="../slideLayouts/slideLayout18.xml"/><Relationship Id="rId5" Type="http://schemas.openxmlformats.org/officeDocument/2006/relationships/image" Target="../media/image9.svg"/><Relationship Id="rId4"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58.xml"/><Relationship Id="rId1" Type="http://schemas.openxmlformats.org/officeDocument/2006/relationships/slideLayout" Target="../slideLayouts/slideLayout18.xml"/><Relationship Id="rId5" Type="http://schemas.openxmlformats.org/officeDocument/2006/relationships/image" Target="../media/image9.sv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59.xml"/><Relationship Id="rId1" Type="http://schemas.openxmlformats.org/officeDocument/2006/relationships/slideLayout" Target="../slideLayouts/slideLayout18.xml"/><Relationship Id="rId5" Type="http://schemas.openxmlformats.org/officeDocument/2006/relationships/image" Target="../media/image9.svg"/><Relationship Id="rId4"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60.xml"/><Relationship Id="rId1" Type="http://schemas.openxmlformats.org/officeDocument/2006/relationships/slideLayout" Target="../slideLayouts/slideLayout18.xml"/><Relationship Id="rId5" Type="http://schemas.openxmlformats.org/officeDocument/2006/relationships/image" Target="../media/image9.svg"/><Relationship Id="rId4" Type="http://schemas.openxmlformats.org/officeDocument/2006/relationships/image" Target="../media/image8.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5.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100.png"/><Relationship Id="rId18" Type="http://schemas.openxmlformats.org/officeDocument/2006/relationships/image" Target="../media/image105.svg"/><Relationship Id="rId26" Type="http://schemas.openxmlformats.org/officeDocument/2006/relationships/image" Target="../media/image107.svg"/><Relationship Id="rId3" Type="http://schemas.openxmlformats.org/officeDocument/2006/relationships/image" Target="../media/image8.png"/><Relationship Id="rId21" Type="http://schemas.openxmlformats.org/officeDocument/2006/relationships/image" Target="../media/image17.png"/><Relationship Id="rId7" Type="http://schemas.openxmlformats.org/officeDocument/2006/relationships/image" Target="../media/image1.png"/><Relationship Id="rId12" Type="http://schemas.openxmlformats.org/officeDocument/2006/relationships/image" Target="../media/image99.svg"/><Relationship Id="rId17" Type="http://schemas.openxmlformats.org/officeDocument/2006/relationships/image" Target="../media/image104.png"/><Relationship Id="rId25" Type="http://schemas.openxmlformats.org/officeDocument/2006/relationships/image" Target="../media/image19.png"/><Relationship Id="rId2" Type="http://schemas.openxmlformats.org/officeDocument/2006/relationships/notesSlide" Target="../notesSlides/notesSlide65.xml"/><Relationship Id="rId16" Type="http://schemas.openxmlformats.org/officeDocument/2006/relationships/image" Target="../media/image103.svg"/><Relationship Id="rId20" Type="http://schemas.openxmlformats.org/officeDocument/2006/relationships/image" Target="../media/image14.svg"/><Relationship Id="rId1" Type="http://schemas.openxmlformats.org/officeDocument/2006/relationships/slideLayout" Target="../slideLayouts/slideLayout63.xml"/><Relationship Id="rId6" Type="http://schemas.openxmlformats.org/officeDocument/2006/relationships/image" Target="../media/image97.svg"/><Relationship Id="rId11" Type="http://schemas.openxmlformats.org/officeDocument/2006/relationships/image" Target="../media/image3.png"/><Relationship Id="rId24" Type="http://schemas.openxmlformats.org/officeDocument/2006/relationships/image" Target="../media/image106.svg"/><Relationship Id="rId5" Type="http://schemas.openxmlformats.org/officeDocument/2006/relationships/image" Target="../media/image96.png"/><Relationship Id="rId15" Type="http://schemas.openxmlformats.org/officeDocument/2006/relationships/image" Target="../media/image102.png"/><Relationship Id="rId23" Type="http://schemas.openxmlformats.org/officeDocument/2006/relationships/image" Target="../media/image15.png"/><Relationship Id="rId10" Type="http://schemas.openxmlformats.org/officeDocument/2006/relationships/image" Target="../media/image98.svg"/><Relationship Id="rId19" Type="http://schemas.openxmlformats.org/officeDocument/2006/relationships/image" Target="../media/image13.png"/><Relationship Id="rId4" Type="http://schemas.openxmlformats.org/officeDocument/2006/relationships/image" Target="../media/image95.svg"/><Relationship Id="rId9" Type="http://schemas.openxmlformats.org/officeDocument/2006/relationships/image" Target="../media/image5.png"/><Relationship Id="rId14" Type="http://schemas.openxmlformats.org/officeDocument/2006/relationships/image" Target="../media/image101.svg"/><Relationship Id="rId22" Type="http://schemas.openxmlformats.org/officeDocument/2006/relationships/image" Target="../media/image18.sv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3.xml"/></Relationships>
</file>

<file path=ppt/slides/_rels/slide87.xml.rels><?xml version="1.0" encoding="UTF-8" standalone="yes"?>
<Relationships xmlns="http://schemas.openxmlformats.org/package/2006/relationships"><Relationship Id="rId3" Type="http://schemas.openxmlformats.org/officeDocument/2006/relationships/image" Target="../media/image77.jpg"/><Relationship Id="rId7" Type="http://schemas.openxmlformats.org/officeDocument/2006/relationships/image" Target="../media/image81.jpg"/><Relationship Id="rId2" Type="http://schemas.openxmlformats.org/officeDocument/2006/relationships/notesSlide" Target="../notesSlides/notesSlide67.xml"/><Relationship Id="rId1" Type="http://schemas.openxmlformats.org/officeDocument/2006/relationships/slideLayout" Target="../slideLayouts/slideLayout63.xml"/><Relationship Id="rId6" Type="http://schemas.openxmlformats.org/officeDocument/2006/relationships/image" Target="../media/image79.jpg"/><Relationship Id="rId5" Type="http://schemas.openxmlformats.org/officeDocument/2006/relationships/image" Target="../media/image80.jpg"/><Relationship Id="rId4" Type="http://schemas.openxmlformats.org/officeDocument/2006/relationships/image" Target="../media/image78.jpg"/></Relationships>
</file>

<file path=ppt/slides/_rels/slide88.xml.rels><?xml version="1.0" encoding="UTF-8" standalone="yes"?>
<Relationships xmlns="http://schemas.openxmlformats.org/package/2006/relationships"><Relationship Id="rId3" Type="http://schemas.openxmlformats.org/officeDocument/2006/relationships/image" Target="../media/image77.jpg"/><Relationship Id="rId7" Type="http://schemas.openxmlformats.org/officeDocument/2006/relationships/image" Target="../media/image81.jpg"/><Relationship Id="rId2" Type="http://schemas.openxmlformats.org/officeDocument/2006/relationships/notesSlide" Target="../notesSlides/notesSlide68.xml"/><Relationship Id="rId1" Type="http://schemas.openxmlformats.org/officeDocument/2006/relationships/slideLayout" Target="../slideLayouts/slideLayout63.xml"/><Relationship Id="rId6" Type="http://schemas.openxmlformats.org/officeDocument/2006/relationships/image" Target="../media/image79.jpg"/><Relationship Id="rId5" Type="http://schemas.openxmlformats.org/officeDocument/2006/relationships/image" Target="../media/image80.jpg"/><Relationship Id="rId4" Type="http://schemas.openxmlformats.org/officeDocument/2006/relationships/image" Target="../media/image78.jpg"/></Relationships>
</file>

<file path=ppt/slides/_rels/slide89.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svg"/><Relationship Id="rId18" Type="http://schemas.openxmlformats.org/officeDocument/2006/relationships/image" Target="../media/image124.png"/><Relationship Id="rId26" Type="http://schemas.openxmlformats.org/officeDocument/2006/relationships/image" Target="../media/image132.png"/><Relationship Id="rId3" Type="http://schemas.openxmlformats.org/officeDocument/2006/relationships/image" Target="../media/image109.png"/><Relationship Id="rId21" Type="http://schemas.openxmlformats.org/officeDocument/2006/relationships/image" Target="../media/image127.png"/><Relationship Id="rId7" Type="http://schemas.openxmlformats.org/officeDocument/2006/relationships/image" Target="../media/image113.svg"/><Relationship Id="rId12" Type="http://schemas.openxmlformats.org/officeDocument/2006/relationships/image" Target="../media/image118.png"/><Relationship Id="rId17" Type="http://schemas.openxmlformats.org/officeDocument/2006/relationships/image" Target="../media/image123.png"/><Relationship Id="rId25" Type="http://schemas.openxmlformats.org/officeDocument/2006/relationships/image" Target="../media/image131.svg"/><Relationship Id="rId2" Type="http://schemas.openxmlformats.org/officeDocument/2006/relationships/image" Target="../media/image108.png"/><Relationship Id="rId16" Type="http://schemas.openxmlformats.org/officeDocument/2006/relationships/image" Target="../media/image122.svg"/><Relationship Id="rId20" Type="http://schemas.openxmlformats.org/officeDocument/2006/relationships/image" Target="../media/image126.png"/><Relationship Id="rId29" Type="http://schemas.openxmlformats.org/officeDocument/2006/relationships/image" Target="../media/image135.png"/><Relationship Id="rId1" Type="http://schemas.openxmlformats.org/officeDocument/2006/relationships/slideLayout" Target="../slideLayouts/slideLayout63.xml"/><Relationship Id="rId6" Type="http://schemas.openxmlformats.org/officeDocument/2006/relationships/image" Target="../media/image112.png"/><Relationship Id="rId11" Type="http://schemas.openxmlformats.org/officeDocument/2006/relationships/image" Target="../media/image117.png"/><Relationship Id="rId24" Type="http://schemas.openxmlformats.org/officeDocument/2006/relationships/image" Target="../media/image130.pn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28" Type="http://schemas.openxmlformats.org/officeDocument/2006/relationships/image" Target="../media/image134.svg"/><Relationship Id="rId10" Type="http://schemas.openxmlformats.org/officeDocument/2006/relationships/image" Target="../media/image116.svg"/><Relationship Id="rId19" Type="http://schemas.openxmlformats.org/officeDocument/2006/relationships/image" Target="../media/image125.svg"/><Relationship Id="rId31" Type="http://schemas.openxmlformats.org/officeDocument/2006/relationships/image" Target="../media/image137.svg"/><Relationship Id="rId4" Type="http://schemas.openxmlformats.org/officeDocument/2006/relationships/image" Target="../media/image110.svg"/><Relationship Id="rId9" Type="http://schemas.openxmlformats.org/officeDocument/2006/relationships/image" Target="../media/image115.png"/><Relationship Id="rId14" Type="http://schemas.openxmlformats.org/officeDocument/2006/relationships/image" Target="../media/image120.png"/><Relationship Id="rId22" Type="http://schemas.openxmlformats.org/officeDocument/2006/relationships/image" Target="../media/image128.svg"/><Relationship Id="rId27" Type="http://schemas.openxmlformats.org/officeDocument/2006/relationships/image" Target="../media/image133.png"/><Relationship Id="rId30" Type="http://schemas.openxmlformats.org/officeDocument/2006/relationships/image" Target="../media/image1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E8E5"/>
        </a:solidFill>
        <a:effectLst/>
      </p:bgPr>
    </p:bg>
    <p:spTree>
      <p:nvGrpSpPr>
        <p:cNvPr id="1" name=""/>
        <p:cNvGrpSpPr/>
        <p:nvPr/>
      </p:nvGrpSpPr>
      <p:grpSpPr>
        <a:xfrm>
          <a:off x="0" y="0"/>
          <a:ext cx="0" cy="0"/>
          <a:chOff x="0" y="0"/>
          <a:chExt cx="0" cy="0"/>
        </a:xfrm>
      </p:grpSpPr>
      <p:sp>
        <p:nvSpPr>
          <p:cNvPr id="2" name="Introduction">
            <a:extLst>
              <a:ext uri="{FF2B5EF4-FFF2-40B4-BE49-F238E27FC236}">
                <a16:creationId xmlns:a16="http://schemas.microsoft.com/office/drawing/2014/main" id="{D81D9564-6205-D941-E8F2-6BE0C3DC4174}"/>
              </a:ext>
            </a:extLst>
          </p:cNvPr>
          <p:cNvSpPr txBox="1">
            <a:spLocks noGrp="1"/>
          </p:cNvSpPr>
          <p:nvPr>
            <p:ph type="title" idx="4294967295"/>
          </p:nvPr>
        </p:nvSpPr>
        <p:spPr>
          <a:xfrm>
            <a:off x="609599" y="513967"/>
            <a:ext cx="1942084" cy="1640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1600"/>
              </a:spcAft>
              <a:buClr>
                <a:srgbClr val="000000"/>
              </a:buClr>
              <a:buSzTx/>
              <a:buFont typeface="Arial"/>
              <a:buNone/>
              <a:tabLst/>
              <a:defRPr/>
            </a:pPr>
            <a:r>
              <a:rPr kumimoji="0" lang="en-US" sz="1067" u="none" strike="noStrike" kern="0" cap="none" spc="0" normalizeH="0" baseline="0" noProof="0" dirty="0">
                <a:ln>
                  <a:noFill/>
                </a:ln>
                <a:solidFill>
                  <a:schemeClr val="accent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INTRODUCTION</a:t>
            </a:r>
            <a:endParaRPr kumimoji="0" lang="en-US" sz="1067" u="none" strike="noStrike" kern="0" cap="none" spc="0" normalizeH="0" baseline="0" noProof="0" dirty="0">
              <a:ln>
                <a:noFill/>
              </a:ln>
              <a:solidFill>
                <a:schemeClr val="accent1"/>
              </a:solidFill>
              <a:effectLst/>
              <a:uLnTx/>
              <a:uFillTx/>
              <a:latin typeface="Arial Black" panose="020B0604020202020204" pitchFamily="34" charset="0"/>
              <a:ea typeface="Arial"/>
              <a:cs typeface="Arial"/>
              <a:sym typeface="Arial"/>
            </a:endParaRPr>
          </a:p>
        </p:txBody>
      </p:sp>
      <p:grpSp>
        <p:nvGrpSpPr>
          <p:cNvPr id="10" name="Group 9" descr="About the Template and use">
            <a:extLst>
              <a:ext uri="{FF2B5EF4-FFF2-40B4-BE49-F238E27FC236}">
                <a16:creationId xmlns:a16="http://schemas.microsoft.com/office/drawing/2014/main" id="{DC2B2DA0-3C4B-1455-E13E-AC062117349F}"/>
              </a:ext>
            </a:extLst>
          </p:cNvPr>
          <p:cNvGrpSpPr/>
          <p:nvPr/>
        </p:nvGrpSpPr>
        <p:grpSpPr>
          <a:xfrm>
            <a:off x="2802836" y="1051560"/>
            <a:ext cx="6586330" cy="4755531"/>
            <a:chOff x="2802836" y="1051560"/>
            <a:chExt cx="6586330" cy="4755531"/>
          </a:xfrm>
        </p:grpSpPr>
        <p:sp>
          <p:nvSpPr>
            <p:cNvPr id="8" name="Please make a copy of this presentation to begin any new work." descr="Introduction text">
              <a:extLst>
                <a:ext uri="{FF2B5EF4-FFF2-40B4-BE49-F238E27FC236}">
                  <a16:creationId xmlns:a16="http://schemas.microsoft.com/office/drawing/2014/main" id="{A6B84FB9-BCA6-02AF-E876-BA866AE4B49C}"/>
                </a:ext>
              </a:extLst>
            </p:cNvPr>
            <p:cNvSpPr txBox="1"/>
            <p:nvPr/>
          </p:nvSpPr>
          <p:spPr>
            <a:xfrm>
              <a:off x="2802836" y="1901675"/>
              <a:ext cx="6586330" cy="3905416"/>
            </a:xfrm>
            <a:prstGeom prst="rect">
              <a:avLst/>
            </a:prstGeom>
            <a:noFill/>
            <a:ln>
              <a:noFill/>
            </a:ln>
          </p:spPr>
          <p:txBody>
            <a:bodyPr spcFirstLastPara="1" wrap="square" lIns="0" tIns="0" rIns="0" bIns="0" anchor="t" anchorCtr="0">
              <a:noAutofit/>
            </a:bodyPr>
            <a:lstStyle/>
            <a:p>
              <a:pPr algn="ctr">
                <a:lnSpc>
                  <a:spcPts val="2133"/>
                </a:lnSpc>
                <a:spcAft>
                  <a:spcPts val="1600"/>
                </a:spcAft>
              </a:pPr>
              <a:r>
                <a:rPr lang="en-US" sz="1600"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The presentation template is available for non-product promotional purposes, including internal and external communications. It supports both corporate/business and scientific/medical presentations.</a:t>
              </a:r>
            </a:p>
            <a:p>
              <a:pPr algn="ctr">
                <a:lnSpc>
                  <a:spcPts val="2133"/>
                </a:lnSpc>
                <a:spcAft>
                  <a:spcPts val="1600"/>
                </a:spcAft>
              </a:pPr>
              <a:r>
                <a:rPr lang="en-US" sz="1600"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While the large variety of slide layouts allows for customization and creativity, Lilly’s visual identity shows consistently across all variations. All pages adhere to the Lilly Brand Book and use branded elements to ensure a look that is ownable and catered to Lilly.</a:t>
              </a:r>
            </a:p>
            <a:p>
              <a:pPr algn="ctr">
                <a:lnSpc>
                  <a:spcPts val="2133"/>
                </a:lnSpc>
                <a:spcAft>
                  <a:spcPts val="1600"/>
                </a:spcAft>
              </a:pPr>
              <a:r>
                <a:rPr lang="en-US" sz="1600"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This template has been built with accessibility standards. For any new slides created, check accessibility while you work. Best practices for making presentations accessible are detailed on the following page. </a:t>
              </a:r>
            </a:p>
            <a:p>
              <a:pPr algn="ctr">
                <a:lnSpc>
                  <a:spcPts val="2133"/>
                </a:lnSpc>
                <a:spcAft>
                  <a:spcPts val="1600"/>
                </a:spcAft>
              </a:pPr>
              <a:r>
                <a:rPr lang="en-US" sz="1600" b="1" dirty="0">
                  <a:latin typeface="Arial Black"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Please make a copy of this presentation</a:t>
              </a:r>
              <a:br>
                <a:rPr lang="en-US" sz="1600" b="1" dirty="0">
                  <a:latin typeface="Arial Black"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br>
              <a:r>
                <a:rPr lang="en-US" sz="1600" b="1" dirty="0">
                  <a:latin typeface="Arial Black"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to begin any new work.</a:t>
              </a:r>
            </a:p>
          </p:txBody>
        </p:sp>
        <p:pic>
          <p:nvPicPr>
            <p:cNvPr id="7" name="Graphic 6">
              <a:extLst>
                <a:ext uri="{FF2B5EF4-FFF2-40B4-BE49-F238E27FC236}">
                  <a16:creationId xmlns:a16="http://schemas.microsoft.com/office/drawing/2014/main" id="{61829B4A-C7C8-39F5-5E10-FD3F3DABBB4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477257" y="1051560"/>
              <a:ext cx="1234438" cy="674147"/>
            </a:xfrm>
            <a:prstGeom prst="rect">
              <a:avLst/>
            </a:prstGeom>
          </p:spPr>
        </p:pic>
      </p:grpSp>
      <p:sp>
        <p:nvSpPr>
          <p:cNvPr id="4" name="Footer Placeholder 3">
            <a:extLst>
              <a:ext uri="{FF2B5EF4-FFF2-40B4-BE49-F238E27FC236}">
                <a16:creationId xmlns:a16="http://schemas.microsoft.com/office/drawing/2014/main" id="{EE1C174A-5475-E647-9BCD-7D6941A8E49A}"/>
              </a:ext>
            </a:extLst>
          </p:cNvPr>
          <p:cNvSpPr>
            <a:spLocks noGrp="1"/>
          </p:cNvSpPr>
          <p:nvPr>
            <p:ph type="ftr" sz="quarter" idx="10"/>
          </p:nvPr>
        </p:nvSpPr>
        <p:spPr/>
        <p:txBody>
          <a:bodyPr/>
          <a:lstStyle/>
          <a:p>
            <a:r>
              <a:rPr lang="en-US" dirty="0"/>
              <a:t>Company Confidential  © 2025 Eli Lilly and Company</a:t>
            </a:r>
          </a:p>
        </p:txBody>
      </p:sp>
      <p:sp>
        <p:nvSpPr>
          <p:cNvPr id="6" name="Slide Number Placeholder 5">
            <a:extLst>
              <a:ext uri="{FF2B5EF4-FFF2-40B4-BE49-F238E27FC236}">
                <a16:creationId xmlns:a16="http://schemas.microsoft.com/office/drawing/2014/main" id="{AA2B8CDB-1A3F-8BBD-F1DC-BB1DD51DEBB5}"/>
              </a:ext>
            </a:extLst>
          </p:cNvPr>
          <p:cNvSpPr>
            <a:spLocks noGrp="1"/>
          </p:cNvSpPr>
          <p:nvPr>
            <p:ph type="sldNum" idx="11"/>
          </p:nvPr>
        </p:nvSpPr>
        <p:spPr/>
        <p:txBody>
          <a:bodyPr/>
          <a:lstStyle/>
          <a:p>
            <a:fld id="{00000000-1234-1234-1234-123412341234}" type="slidenum">
              <a:rPr lang="en" smtClean="0"/>
              <a:pPr/>
              <a:t>1</a:t>
            </a:fld>
            <a:endParaRPr lang="en" dirty="0"/>
          </a:p>
        </p:txBody>
      </p:sp>
    </p:spTree>
    <p:extLst>
      <p:ext uri="{BB962C8B-B14F-4D97-AF65-F5344CB8AC3E}">
        <p14:creationId xmlns:p14="http://schemas.microsoft.com/office/powerpoint/2010/main" val="304327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ccessibility Guidelines and Useful Information">
            <a:extLst>
              <a:ext uri="{FF2B5EF4-FFF2-40B4-BE49-F238E27FC236}">
                <a16:creationId xmlns:a16="http://schemas.microsoft.com/office/drawing/2014/main" id="{55647B2A-A088-46B6-4FBA-47CAA9F916C3}"/>
              </a:ext>
            </a:extLst>
          </p:cNvPr>
          <p:cNvSpPr txBox="1">
            <a:spLocks noGrp="1"/>
          </p:cNvSpPr>
          <p:nvPr>
            <p:ph type="title" idx="4294967295"/>
          </p:nvPr>
        </p:nvSpPr>
        <p:spPr>
          <a:xfrm>
            <a:off x="609600" y="495933"/>
            <a:ext cx="3540000" cy="2968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8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Accessibility Guidelines</a:t>
            </a:r>
            <a:b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b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and Useful Information</a:t>
            </a:r>
          </a:p>
        </p:txBody>
      </p:sp>
      <p:sp>
        <p:nvSpPr>
          <p:cNvPr id="9" name="Accessibility Checker">
            <a:extLst>
              <a:ext uri="{FF2B5EF4-FFF2-40B4-BE49-F238E27FC236}">
                <a16:creationId xmlns:a16="http://schemas.microsoft.com/office/drawing/2014/main" id="{85D4DCC8-B786-2323-DEA6-BCA35F1B501C}"/>
              </a:ext>
            </a:extLst>
          </p:cNvPr>
          <p:cNvSpPr txBox="1"/>
          <p:nvPr/>
        </p:nvSpPr>
        <p:spPr>
          <a:xfrm>
            <a:off x="627799" y="1532104"/>
            <a:ext cx="2011684" cy="377952"/>
          </a:xfrm>
          <a:prstGeom prst="rect">
            <a:avLst/>
          </a:prstGeom>
          <a:noFill/>
          <a:ln>
            <a:noFill/>
          </a:ln>
        </p:spPr>
        <p:txBody>
          <a:bodyPr spcFirstLastPara="1" wrap="square" lIns="0" tIns="0" rIns="0" bIns="0" anchor="t" anchorCtr="0">
            <a:noAutofit/>
          </a:bodyPr>
          <a:lstStyle/>
          <a:p>
            <a:pPr>
              <a:lnSpc>
                <a:spcPts val="1333"/>
              </a:lnSpc>
            </a:pPr>
            <a:r>
              <a:rPr lang="en-US"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Accessibility Checker</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10" name="Text instruction for Accessibility Checker">
            <a:extLst>
              <a:ext uri="{FF2B5EF4-FFF2-40B4-BE49-F238E27FC236}">
                <a16:creationId xmlns:a16="http://schemas.microsoft.com/office/drawing/2014/main" id="{70A90167-82BD-F319-D610-24156021C1DE}"/>
              </a:ext>
            </a:extLst>
          </p:cNvPr>
          <p:cNvSpPr txBox="1"/>
          <p:nvPr/>
        </p:nvSpPr>
        <p:spPr>
          <a:xfrm>
            <a:off x="609600" y="2079793"/>
            <a:ext cx="1920800" cy="4151094"/>
          </a:xfrm>
          <a:prstGeom prst="rect">
            <a:avLst/>
          </a:prstGeom>
          <a:noFill/>
          <a:ln>
            <a:noFill/>
          </a:ln>
        </p:spPr>
        <p:txBody>
          <a:bodyPr spcFirstLastPara="1" wrap="square" lIns="0" tIns="0" rIns="0" bIns="0" anchor="t" anchorCtr="0">
            <a:noAutofit/>
          </a:bodyPr>
          <a:lstStyle/>
          <a:p>
            <a:pPr lvl="0"/>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Run the Accessibility Checker to make your content easier for people with disabilities </a:t>
            </a:r>
            <a:b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to read and edit. </a:t>
            </a:r>
          </a:p>
          <a:p>
            <a:pPr lvl="0"/>
            <a:endPar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lvl="0"/>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On the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Review</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tab choose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Check Accessibility</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Issues are organized into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Warnings</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Errors</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and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Tips</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under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Inspection Results</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Review and select an issue to see all affected items and objects. Select an item or object to see why you should fix the issue and steps to take to correct it.</a:t>
            </a:r>
            <a:endParaRPr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pic>
        <p:nvPicPr>
          <p:cNvPr id="18" name="Screenshot instruction for Accessibility Checker" descr="Screenshot instruction for Accessibility Checker">
            <a:extLst>
              <a:ext uri="{FF2B5EF4-FFF2-40B4-BE49-F238E27FC236}">
                <a16:creationId xmlns:a16="http://schemas.microsoft.com/office/drawing/2014/main" id="{538A7913-197B-92C8-8CB3-B1486B5C5F5C}"/>
              </a:ext>
            </a:extLst>
          </p:cNvPr>
          <p:cNvPicPr>
            <a:picLocks noChangeAspect="1"/>
          </p:cNvPicPr>
          <p:nvPr/>
        </p:nvPicPr>
        <p:blipFill rotWithShape="1">
          <a:blip r:embed="rId3"/>
          <a:srcRect l="932" t="469" r="755" b="1062"/>
          <a:stretch/>
        </p:blipFill>
        <p:spPr>
          <a:xfrm>
            <a:off x="627800" y="4831663"/>
            <a:ext cx="1851677" cy="1219732"/>
          </a:xfrm>
          <a:prstGeom prst="roundRect">
            <a:avLst>
              <a:gd name="adj" fmla="val 2998"/>
            </a:avLst>
          </a:prstGeom>
          <a:effectLst>
            <a:outerShdw blurRad="127000" dist="38100" dir="5400000" algn="ctr" rotWithShape="0">
              <a:schemeClr val="tx1">
                <a:alpha val="20000"/>
              </a:schemeClr>
            </a:outerShdw>
          </a:effectLst>
        </p:spPr>
      </p:pic>
      <p:sp>
        <p:nvSpPr>
          <p:cNvPr id="3" name="Alt Text for Graphical Components and Images">
            <a:extLst>
              <a:ext uri="{FF2B5EF4-FFF2-40B4-BE49-F238E27FC236}">
                <a16:creationId xmlns:a16="http://schemas.microsoft.com/office/drawing/2014/main" id="{61E91458-62C1-DE35-72E0-78C90F5DA991}"/>
              </a:ext>
            </a:extLst>
          </p:cNvPr>
          <p:cNvSpPr txBox="1"/>
          <p:nvPr/>
        </p:nvSpPr>
        <p:spPr>
          <a:xfrm>
            <a:off x="2964954" y="1532104"/>
            <a:ext cx="2011684" cy="378400"/>
          </a:xfrm>
          <a:prstGeom prst="rect">
            <a:avLst/>
          </a:prstGeom>
          <a:noFill/>
          <a:ln>
            <a:noFill/>
          </a:ln>
        </p:spPr>
        <p:txBody>
          <a:bodyPr spcFirstLastPara="1" wrap="square" lIns="0" tIns="0" rIns="0" bIns="0" anchor="t" anchorCtr="0">
            <a:noAutofit/>
          </a:bodyPr>
          <a:lstStyle/>
          <a:p>
            <a:pPr>
              <a:lnSpc>
                <a:spcPts val="1333"/>
              </a:lnSpc>
            </a:pPr>
            <a:r>
              <a:rPr lang="en-US"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Alt Text for Graphical Components and Images</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4" name="Text instruction for Alt Text">
            <a:extLst>
              <a:ext uri="{FF2B5EF4-FFF2-40B4-BE49-F238E27FC236}">
                <a16:creationId xmlns:a16="http://schemas.microsoft.com/office/drawing/2014/main" id="{698F40C5-76A8-5ABB-8B18-BB0CDF4D00A0}"/>
              </a:ext>
            </a:extLst>
          </p:cNvPr>
          <p:cNvSpPr txBox="1"/>
          <p:nvPr/>
        </p:nvSpPr>
        <p:spPr>
          <a:xfrm>
            <a:off x="2988735" y="2079793"/>
            <a:ext cx="1884400" cy="4151094"/>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Alt text helps people with visual disabilities understand pictures and other graphical content. When someone using a screen reader comes across a picture in a document, they will hear the alt text describing the picture.</a:t>
            </a:r>
          </a:p>
          <a:p>
            <a:pPr>
              <a:lnSpc>
                <a:spcPts val="1280"/>
              </a:lnSpc>
            </a:pPr>
            <a:endPar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Control-click or right-click the object, and then select </a:t>
            </a:r>
            <a:r>
              <a:rPr lang="en-US" sz="1067" b="1"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View Alt Text</a:t>
            </a: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 Type 1-2 sentences in the text box to describe the object and its context to someone who cannot see it.</a:t>
            </a:r>
            <a:endParaRPr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pic>
        <p:nvPicPr>
          <p:cNvPr id="27" name="Screenshot instruction for Alt Text " descr="Screenshot instruction for Alt Text">
            <a:extLst>
              <a:ext uri="{FF2B5EF4-FFF2-40B4-BE49-F238E27FC236}">
                <a16:creationId xmlns:a16="http://schemas.microsoft.com/office/drawing/2014/main" id="{E6941D69-47EE-D7B3-3715-276453093696}"/>
              </a:ext>
            </a:extLst>
          </p:cNvPr>
          <p:cNvPicPr>
            <a:picLocks noChangeAspect="1"/>
          </p:cNvPicPr>
          <p:nvPr/>
        </p:nvPicPr>
        <p:blipFill rotWithShape="1">
          <a:blip r:embed="rId4"/>
          <a:srcRect t="59104"/>
          <a:stretch/>
        </p:blipFill>
        <p:spPr>
          <a:xfrm>
            <a:off x="2988733" y="4831663"/>
            <a:ext cx="1879880" cy="1399224"/>
          </a:xfrm>
          <a:prstGeom prst="roundRect">
            <a:avLst>
              <a:gd name="adj" fmla="val 6383"/>
            </a:avLst>
          </a:prstGeom>
          <a:effectLst>
            <a:outerShdw blurRad="127000" dist="38100" dir="5400000" algn="ctr" rotWithShape="0">
              <a:schemeClr val="tx1">
                <a:alpha val="20000"/>
              </a:schemeClr>
            </a:outerShdw>
          </a:effectLst>
        </p:spPr>
      </p:pic>
      <p:sp>
        <p:nvSpPr>
          <p:cNvPr id="5" name="Reading Order">
            <a:extLst>
              <a:ext uri="{FF2B5EF4-FFF2-40B4-BE49-F238E27FC236}">
                <a16:creationId xmlns:a16="http://schemas.microsoft.com/office/drawing/2014/main" id="{C1A95C43-ED4D-79CA-6959-890D20D1E201}"/>
              </a:ext>
            </a:extLst>
          </p:cNvPr>
          <p:cNvSpPr txBox="1"/>
          <p:nvPr/>
        </p:nvSpPr>
        <p:spPr>
          <a:xfrm>
            <a:off x="5302108" y="1532104"/>
            <a:ext cx="1884400" cy="378400"/>
          </a:xfrm>
          <a:prstGeom prst="rect">
            <a:avLst/>
          </a:prstGeom>
          <a:noFill/>
          <a:ln>
            <a:noFill/>
          </a:ln>
        </p:spPr>
        <p:txBody>
          <a:bodyPr spcFirstLastPara="1" wrap="square" lIns="0" tIns="0" rIns="0" bIns="0" anchor="t" anchorCtr="0">
            <a:noAutofit/>
          </a:bodyPr>
          <a:lstStyle/>
          <a:p>
            <a:pPr>
              <a:lnSpc>
                <a:spcPts val="1333"/>
              </a:lnSpc>
            </a:pPr>
            <a:r>
              <a:rPr lang="en-US"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Reading Order</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6" name="Text instruction for Reading Order">
            <a:extLst>
              <a:ext uri="{FF2B5EF4-FFF2-40B4-BE49-F238E27FC236}">
                <a16:creationId xmlns:a16="http://schemas.microsoft.com/office/drawing/2014/main" id="{77709253-AA2F-37FA-FD7D-8874601D7339}"/>
              </a:ext>
            </a:extLst>
          </p:cNvPr>
          <p:cNvSpPr txBox="1"/>
          <p:nvPr/>
        </p:nvSpPr>
        <p:spPr>
          <a:xfrm>
            <a:off x="5302108" y="2079793"/>
            <a:ext cx="1884400" cy="4151094"/>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When you create slides, putting the objects in a logical reading order is crucial for screen-reader users to understand the slide.</a:t>
            </a:r>
          </a:p>
          <a:p>
            <a:pPr>
              <a:lnSpc>
                <a:spcPts val="1280"/>
              </a:lnSpc>
            </a:pPr>
            <a:endPar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On the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Review</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tab choose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Check Accessibility</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then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Selection Pane</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t>
            </a: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US"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In the Selection Pane you will see all the content items listed for the slide. Objects are listed in the order in which they are read by the screen reader.</a:t>
            </a:r>
            <a:br>
              <a:rPr lang="en-US"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br>
            <a:r>
              <a:rPr lang="en-US"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To change the order in which the objects are read, drag the selection upward </a:t>
            </a:r>
            <a:br>
              <a:rPr lang="en-US"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br>
            <a:r>
              <a:rPr lang="en-US"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or downward.</a:t>
            </a:r>
          </a:p>
        </p:txBody>
      </p:sp>
      <p:pic>
        <p:nvPicPr>
          <p:cNvPr id="33" name="Screenshot instruction for Reading Order" descr="Screenshot instruction for Reading Order">
            <a:extLst>
              <a:ext uri="{FF2B5EF4-FFF2-40B4-BE49-F238E27FC236}">
                <a16:creationId xmlns:a16="http://schemas.microsoft.com/office/drawing/2014/main" id="{8EBACD90-801F-A362-9056-2A798782EC34}"/>
              </a:ext>
            </a:extLst>
          </p:cNvPr>
          <p:cNvPicPr>
            <a:picLocks noChangeAspect="1"/>
          </p:cNvPicPr>
          <p:nvPr/>
        </p:nvPicPr>
        <p:blipFill>
          <a:blip r:embed="rId5"/>
          <a:stretch>
            <a:fillRect/>
          </a:stretch>
        </p:blipFill>
        <p:spPr>
          <a:xfrm>
            <a:off x="5302109" y="3793443"/>
            <a:ext cx="1851676" cy="751951"/>
          </a:xfrm>
          <a:prstGeom prst="roundRect">
            <a:avLst>
              <a:gd name="adj" fmla="val 11076"/>
            </a:avLst>
          </a:prstGeom>
          <a:effectLst>
            <a:outerShdw blurRad="127000" dist="38100" dir="5400000" algn="ctr" rotWithShape="0">
              <a:schemeClr val="tx1">
                <a:alpha val="20000"/>
              </a:schemeClr>
            </a:outerShdw>
          </a:effectLst>
        </p:spPr>
      </p:pic>
      <p:sp>
        <p:nvSpPr>
          <p:cNvPr id="22" name="Color Contrast">
            <a:extLst>
              <a:ext uri="{FF2B5EF4-FFF2-40B4-BE49-F238E27FC236}">
                <a16:creationId xmlns:a16="http://schemas.microsoft.com/office/drawing/2014/main" id="{9702B349-7E10-CA38-8EEC-2F33F79A36E5}"/>
              </a:ext>
            </a:extLst>
          </p:cNvPr>
          <p:cNvSpPr txBox="1"/>
          <p:nvPr/>
        </p:nvSpPr>
        <p:spPr>
          <a:xfrm>
            <a:off x="7511979" y="1532104"/>
            <a:ext cx="1884400" cy="378400"/>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Color Contrast</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23" name="Text instruction for Color Contrast">
            <a:extLst>
              <a:ext uri="{FF2B5EF4-FFF2-40B4-BE49-F238E27FC236}">
                <a16:creationId xmlns:a16="http://schemas.microsoft.com/office/drawing/2014/main" id="{CC0E6EB3-2E3C-E22B-8097-36D7230EE602}"/>
              </a:ext>
            </a:extLst>
          </p:cNvPr>
          <p:cNvSpPr txBox="1"/>
          <p:nvPr/>
        </p:nvSpPr>
        <p:spPr>
          <a:xfrm>
            <a:off x="7511979" y="2079793"/>
            <a:ext cx="1884400" cy="4151094"/>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Use the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Accessibility Checker </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to analyze the presentation and find insufficient color contrast. </a:t>
            </a:r>
            <a:b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It finds insufficient color contrast in text with or without highlights or hyperlinks in shapes, tables, </a:t>
            </a:r>
            <a:b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or SmartArt with solid opaque colors. It does not find insufficient color contrast in other cases such as text in a transparent text box or placeholder on top of the slide background, or color contrast issues in non-textual content.</a:t>
            </a:r>
          </a:p>
          <a:p>
            <a:pPr>
              <a:lnSpc>
                <a:spcPts val="1280"/>
              </a:lnSpc>
            </a:pPr>
            <a:endPar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These are other helpful tools to check for sufficient </a:t>
            </a:r>
            <a:b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color contrast:</a:t>
            </a:r>
          </a:p>
          <a:p>
            <a:pPr>
              <a:lnSpc>
                <a:spcPts val="1280"/>
              </a:lnSpc>
            </a:pPr>
            <a:endPar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hlinkClick r:id="rId6">
                  <a:extLst>
                    <a:ext uri="{A12FA001-AC4F-418D-AE19-62706E023703}">
                      <ahyp:hlinkClr xmlns:ahyp="http://schemas.microsoft.com/office/drawing/2018/hyperlinkcolor" val="tx"/>
                    </a:ext>
                  </a:extLst>
                </a:hlinkClick>
              </a:rPr>
              <a:t>WebAIM Contrast Checker</a:t>
            </a:r>
            <a:endParaRPr lang="en-US" sz="1067" b="1"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a:p>
            <a:pPr>
              <a:lnSpc>
                <a:spcPts val="1280"/>
              </a:lnSpc>
            </a:pP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hlinkClick r:id="rId7">
                  <a:extLst>
                    <a:ext uri="{A12FA001-AC4F-418D-AE19-62706E023703}">
                      <ahyp:hlinkClr xmlns:ahyp="http://schemas.microsoft.com/office/drawing/2018/hyperlinkcolor" val="tx"/>
                    </a:ext>
                  </a:extLst>
                </a:hlinkClick>
              </a:rPr>
              <a:t>Monsido Contrast Checker</a:t>
            </a:r>
            <a:endPar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11" name="Typography">
            <a:extLst>
              <a:ext uri="{FF2B5EF4-FFF2-40B4-BE49-F238E27FC236}">
                <a16:creationId xmlns:a16="http://schemas.microsoft.com/office/drawing/2014/main" id="{5A5EF554-082F-111A-3165-38DBB00976B5}"/>
              </a:ext>
            </a:extLst>
          </p:cNvPr>
          <p:cNvSpPr txBox="1"/>
          <p:nvPr/>
        </p:nvSpPr>
        <p:spPr>
          <a:xfrm>
            <a:off x="9721851" y="1532104"/>
            <a:ext cx="1884400" cy="378400"/>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Typography</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8" name="Text instruction for Typography">
            <a:extLst>
              <a:ext uri="{FF2B5EF4-FFF2-40B4-BE49-F238E27FC236}">
                <a16:creationId xmlns:a16="http://schemas.microsoft.com/office/drawing/2014/main" id="{89EA10A8-72F8-6BA4-8438-EE48BA6391E8}"/>
              </a:ext>
            </a:extLst>
          </p:cNvPr>
          <p:cNvSpPr txBox="1"/>
          <p:nvPr/>
        </p:nvSpPr>
        <p:spPr>
          <a:xfrm>
            <a:off x="9721851" y="2079793"/>
            <a:ext cx="1884400" cy="4151094"/>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Conventional wisdom is that line spacing of 150% or 1.5 times the font size is ideal for readability. However, this only works well in situations with minimal page content. The typography on this template follows our Visual Identity Typography guidelines, which differ from the industry standard. Please only set the type to 1.5 line height when the presentation must meet accessibility requirements; otherwise, for all other general purposes, keep the typography as is on the template.</a:t>
            </a:r>
          </a:p>
        </p:txBody>
      </p:sp>
      <p:sp>
        <p:nvSpPr>
          <p:cNvPr id="2" name="Footer Placeholder 1">
            <a:extLst>
              <a:ext uri="{FF2B5EF4-FFF2-40B4-BE49-F238E27FC236}">
                <a16:creationId xmlns:a16="http://schemas.microsoft.com/office/drawing/2014/main" id="{516834EA-BC4A-2DC2-4699-A2D02CB0EC05}"/>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1536A2C7-870D-D3DF-F020-127693273049}"/>
              </a:ext>
            </a:extLst>
          </p:cNvPr>
          <p:cNvSpPr>
            <a:spLocks noGrp="1"/>
          </p:cNvSpPr>
          <p:nvPr>
            <p:ph type="sldNum" idx="11"/>
          </p:nvPr>
        </p:nvSpPr>
        <p:spPr/>
        <p:txBody>
          <a:bodyPr/>
          <a:lstStyle/>
          <a:p>
            <a:fld id="{00000000-1234-1234-1234-123412341234}" type="slidenum">
              <a:rPr lang="en" smtClean="0"/>
              <a:pPr/>
              <a:t>2</a:t>
            </a:fld>
            <a:endParaRPr lang="en" dirty="0"/>
          </a:p>
        </p:txBody>
      </p:sp>
    </p:spTree>
    <p:extLst>
      <p:ext uri="{BB962C8B-B14F-4D97-AF65-F5344CB8AC3E}">
        <p14:creationId xmlns:p14="http://schemas.microsoft.com/office/powerpoint/2010/main" val="3516514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mplate Guidelines and Useful Information">
            <a:extLst>
              <a:ext uri="{FF2B5EF4-FFF2-40B4-BE49-F238E27FC236}">
                <a16:creationId xmlns:a16="http://schemas.microsoft.com/office/drawing/2014/main" id="{55647B2A-A088-46B6-4FBA-47CAA9F916C3}"/>
              </a:ext>
            </a:extLst>
          </p:cNvPr>
          <p:cNvSpPr txBox="1">
            <a:spLocks noGrp="1"/>
          </p:cNvSpPr>
          <p:nvPr>
            <p:ph type="title" idx="4294967295"/>
          </p:nvPr>
        </p:nvSpPr>
        <p:spPr>
          <a:xfrm>
            <a:off x="609600" y="495933"/>
            <a:ext cx="3540000" cy="2968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8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Template Guidelines</a:t>
            </a:r>
            <a:b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b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and Useful Information</a:t>
            </a:r>
          </a:p>
        </p:txBody>
      </p:sp>
      <p:sp>
        <p:nvSpPr>
          <p:cNvPr id="9" name="Fonts Used In Deck">
            <a:extLst>
              <a:ext uri="{FF2B5EF4-FFF2-40B4-BE49-F238E27FC236}">
                <a16:creationId xmlns:a16="http://schemas.microsoft.com/office/drawing/2014/main" id="{85D4DCC8-B786-2323-DEA6-BCA35F1B501C}"/>
              </a:ext>
            </a:extLst>
          </p:cNvPr>
          <p:cNvSpPr txBox="1"/>
          <p:nvPr/>
        </p:nvSpPr>
        <p:spPr>
          <a:xfrm>
            <a:off x="627800" y="1524029"/>
            <a:ext cx="1884400" cy="377952"/>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Fonts Used</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In Deck</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10" name="Text instruction for Fonts Used In Deck" descr="This template uses Lilly’s brand fonts Ringside and ITC Garamond Narrow.">
            <a:extLst>
              <a:ext uri="{FF2B5EF4-FFF2-40B4-BE49-F238E27FC236}">
                <a16:creationId xmlns:a16="http://schemas.microsoft.com/office/drawing/2014/main" id="{70A90167-82BD-F319-D610-24156021C1DE}"/>
              </a:ext>
            </a:extLst>
          </p:cNvPr>
          <p:cNvSpPr txBox="1"/>
          <p:nvPr/>
        </p:nvSpPr>
        <p:spPr>
          <a:xfrm>
            <a:off x="609600" y="2079792"/>
            <a:ext cx="1920800" cy="4034586"/>
          </a:xfrm>
          <a:prstGeom prst="rect">
            <a:avLst/>
          </a:prstGeom>
          <a:noFill/>
          <a:ln>
            <a:noFill/>
          </a:ln>
        </p:spPr>
        <p:txBody>
          <a:bodyPr spcFirstLastPara="1" wrap="square" lIns="0" tIns="0" rIns="0" bIns="0" anchor="t" anchorCtr="0">
            <a:noAutofit/>
          </a:bodyPr>
          <a:lstStyle/>
          <a:p>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template uses Lilly’s system brand fonts </a:t>
            </a:r>
            <a:r>
              <a:rPr lang="en"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Arial</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and </a:t>
            </a:r>
            <a:r>
              <a:rPr lang="en"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Times New Roman</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endParaRPr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buClr>
                <a:schemeClr val="dk1"/>
              </a:buClr>
              <a:buSzPts val="1100"/>
            </a:pPr>
            <a:r>
              <a:rPr lang="en"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Arial</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is reserved for all general purposes, such as body copy. </a:t>
            </a:r>
            <a:r>
              <a:rPr lang="en" sz="1067" dirty="0">
                <a:solidFill>
                  <a:schemeClr val="tx1"/>
                </a:solidFill>
                <a:latin typeface="Arial" panose="020B0604020202020204" pitchFamily="34" charset="0"/>
                <a:ea typeface="Times New Roman" panose="02020603050405020304" pitchFamily="18" charset="0"/>
                <a:cs typeface="Arial" panose="020B0604020202020204" pitchFamily="34" charset="0"/>
                <a:sym typeface="Times New Roman" panose="02020603050405020304" pitchFamily="18" charset="0"/>
              </a:rPr>
              <a:t>Times New Roman </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is used more sparsely for headers and statements to highlight.</a:t>
            </a:r>
          </a:p>
          <a:p>
            <a:pPr>
              <a:buClr>
                <a:schemeClr val="dk1"/>
              </a:buClr>
              <a:buSzPts val="1100"/>
            </a:pPr>
            <a:endPar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buClr>
                <a:schemeClr val="dk1"/>
              </a:buClr>
              <a:buSzPts val="1100"/>
            </a:pP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For Arial, </a:t>
            </a:r>
            <a:r>
              <a:rPr lang="en"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Black</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is ideal for clear legibility. Times New Roman, </a:t>
            </a:r>
            <a:r>
              <a:rPr lang="en"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Bold</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is best recommended across all applications. </a:t>
            </a:r>
            <a:endParaRPr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a:p>
            <a:pPr>
              <a:buClr>
                <a:schemeClr val="dk1"/>
              </a:buClr>
              <a:buSzPts val="1100"/>
            </a:pPr>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121917"/>
            <a:endParaRPr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a:p>
            <a:pPr marL="121917"/>
            <a:endParaRPr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sp>
        <p:nvSpPr>
          <p:cNvPr id="3" name="Color Palette for Deck">
            <a:extLst>
              <a:ext uri="{FF2B5EF4-FFF2-40B4-BE49-F238E27FC236}">
                <a16:creationId xmlns:a16="http://schemas.microsoft.com/office/drawing/2014/main" id="{61E91458-62C1-DE35-72E0-78C90F5DA991}"/>
              </a:ext>
            </a:extLst>
          </p:cNvPr>
          <p:cNvSpPr txBox="1"/>
          <p:nvPr/>
        </p:nvSpPr>
        <p:spPr>
          <a:xfrm>
            <a:off x="3645133" y="1524029"/>
            <a:ext cx="1884400" cy="378400"/>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Color Palette</a:t>
            </a:r>
            <a:b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b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for Deck</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4" name="Text instruction for Color Palette">
            <a:extLst>
              <a:ext uri="{FF2B5EF4-FFF2-40B4-BE49-F238E27FC236}">
                <a16:creationId xmlns:a16="http://schemas.microsoft.com/office/drawing/2014/main" id="{698F40C5-76A8-5ABB-8B18-BB0CDF4D00A0}"/>
              </a:ext>
            </a:extLst>
          </p:cNvPr>
          <p:cNvSpPr txBox="1"/>
          <p:nvPr/>
        </p:nvSpPr>
        <p:spPr>
          <a:xfrm>
            <a:off x="3645133" y="2079792"/>
            <a:ext cx="1884400" cy="4034585"/>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Lilly’s brand colors are embedded in this template and under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Theme Colors</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Please choose colors </a:t>
            </a:r>
            <a:b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from here.</a:t>
            </a:r>
          </a:p>
          <a:p>
            <a:pPr>
              <a:lnSpc>
                <a:spcPts val="1280"/>
              </a:lnSpc>
            </a:pPr>
            <a:endPar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panose="020B0604020202020204" pitchFamily="34" charset="0"/>
            </a:endParaRPr>
          </a:p>
          <a:p>
            <a:pPr>
              <a:lnSpc>
                <a:spcPts val="1280"/>
              </a:lnSpc>
            </a:pPr>
            <a:r>
              <a:rPr lang="en-US" sz="1067" b="1" dirty="0">
                <a:solidFill>
                  <a:schemeClr val="tx1"/>
                </a:solidFill>
                <a:latin typeface="Arial" panose="020B0604020202020204" pitchFamily="34" charset="0"/>
                <a:cs typeface="Arial" panose="020B0604020202020204" pitchFamily="34" charset="0"/>
                <a:sym typeface="Arial Black" panose="020B0A04020102020204" pitchFamily="34" charset="0"/>
              </a:rPr>
              <a:t>Reminder</a:t>
            </a:r>
            <a:r>
              <a:rPr lang="en-US" sz="1067" dirty="0">
                <a:solidFill>
                  <a:schemeClr val="tx1"/>
                </a:solidFill>
                <a:latin typeface="Arial" panose="020B0604020202020204" pitchFamily="34" charset="0"/>
                <a:cs typeface="Arial" panose="020B0604020202020204" pitchFamily="34" charset="0"/>
                <a:sym typeface="Arial Black" panose="020B0A04020102020204" pitchFamily="34" charset="0"/>
              </a:rPr>
              <a:t>:</a:t>
            </a: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 secondary colors should always be</a:t>
            </a:r>
          </a:p>
          <a:p>
            <a:pPr>
              <a:lnSpc>
                <a:spcPts val="1280"/>
              </a:lnSpc>
            </a:pP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considered secondary, be used with the primary</a:t>
            </a:r>
          </a:p>
          <a:p>
            <a:pPr>
              <a:lnSpc>
                <a:spcPts val="1280"/>
              </a:lnSpc>
            </a:pP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color palette, and always in the presence of Lilly</a:t>
            </a:r>
          </a:p>
          <a:p>
            <a:pPr>
              <a:lnSpc>
                <a:spcPts val="1280"/>
              </a:lnSpc>
            </a:pPr>
            <a:r>
              <a:rPr lang="en-US"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Red as the dominant color.</a:t>
            </a:r>
          </a:p>
          <a:p>
            <a:pPr>
              <a:lnSpc>
                <a:spcPts val="1280"/>
              </a:lnSpc>
            </a:pPr>
            <a:endParaRPr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grpSp>
        <p:nvGrpSpPr>
          <p:cNvPr id="11" name="Screenshot instruction for Theme Colors" descr="Screenshot instruction for Theme Colors">
            <a:extLst>
              <a:ext uri="{FF2B5EF4-FFF2-40B4-BE49-F238E27FC236}">
                <a16:creationId xmlns:a16="http://schemas.microsoft.com/office/drawing/2014/main" id="{A916507A-A699-4DFA-A772-54E8F37732BC}"/>
              </a:ext>
            </a:extLst>
          </p:cNvPr>
          <p:cNvGrpSpPr/>
          <p:nvPr/>
        </p:nvGrpSpPr>
        <p:grpSpPr>
          <a:xfrm>
            <a:off x="3645133" y="4348343"/>
            <a:ext cx="1748203" cy="1766036"/>
            <a:chOff x="2723305" y="2362948"/>
            <a:chExt cx="1311152" cy="1324527"/>
          </a:xfrm>
          <a:effectLst>
            <a:outerShdw blurRad="127000" dist="38100" dir="5400000" algn="ctr" rotWithShape="0">
              <a:schemeClr val="tx1">
                <a:alpha val="20000"/>
              </a:schemeClr>
            </a:outerShdw>
          </a:effectLst>
        </p:grpSpPr>
        <p:pic>
          <p:nvPicPr>
            <p:cNvPr id="8" name="Screenshot">
              <a:extLst>
                <a:ext uri="{FF2B5EF4-FFF2-40B4-BE49-F238E27FC236}">
                  <a16:creationId xmlns:a16="http://schemas.microsoft.com/office/drawing/2014/main" id="{E273B20C-1E59-6DC6-BF32-39F453EBDB50}"/>
                </a:ext>
              </a:extLst>
            </p:cNvPr>
            <p:cNvPicPr>
              <a:picLocks noChangeAspect="1"/>
            </p:cNvPicPr>
            <p:nvPr/>
          </p:nvPicPr>
          <p:blipFill>
            <a:blip r:embed="rId3"/>
            <a:srcRect l="505" r="505"/>
            <a:stretch/>
          </p:blipFill>
          <p:spPr>
            <a:xfrm>
              <a:off x="2723309" y="2362948"/>
              <a:ext cx="1311148" cy="1324527"/>
            </a:xfrm>
            <a:prstGeom prst="roundRect">
              <a:avLst>
                <a:gd name="adj" fmla="val 4872"/>
              </a:avLst>
            </a:prstGeom>
          </p:spPr>
        </p:pic>
        <p:sp>
          <p:nvSpPr>
            <p:cNvPr id="16" name="Opaque screen">
              <a:extLst>
                <a:ext uri="{FF2B5EF4-FFF2-40B4-BE49-F238E27FC236}">
                  <a16:creationId xmlns:a16="http://schemas.microsoft.com/office/drawing/2014/main" id="{A7627A1B-A465-130D-F153-7B3E56F05E85}"/>
                </a:ext>
              </a:extLst>
            </p:cNvPr>
            <p:cNvSpPr/>
            <p:nvPr/>
          </p:nvSpPr>
          <p:spPr>
            <a:xfrm rot="10800000">
              <a:off x="2723305" y="2706954"/>
              <a:ext cx="1311147" cy="980519"/>
            </a:xfrm>
            <a:prstGeom prst="round2SameRect">
              <a:avLst>
                <a:gd name="adj1" fmla="val 5952"/>
                <a:gd name="adj2" fmla="val 0"/>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grpSp>
      <p:sp>
        <p:nvSpPr>
          <p:cNvPr id="5" name="Text Boxes: Using Padding">
            <a:extLst>
              <a:ext uri="{FF2B5EF4-FFF2-40B4-BE49-F238E27FC236}">
                <a16:creationId xmlns:a16="http://schemas.microsoft.com/office/drawing/2014/main" id="{C1A95C43-ED4D-79CA-6959-890D20D1E201}"/>
              </a:ext>
            </a:extLst>
          </p:cNvPr>
          <p:cNvSpPr txBox="1"/>
          <p:nvPr/>
        </p:nvSpPr>
        <p:spPr>
          <a:xfrm>
            <a:off x="6662467" y="1524029"/>
            <a:ext cx="1884400" cy="378400"/>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Text Boxes: </a:t>
            </a:r>
            <a:b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b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Using Padding</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6" name="Text instruction for Padding">
            <a:extLst>
              <a:ext uri="{FF2B5EF4-FFF2-40B4-BE49-F238E27FC236}">
                <a16:creationId xmlns:a16="http://schemas.microsoft.com/office/drawing/2014/main" id="{77709253-AA2F-37FA-FD7D-8874601D7339}"/>
              </a:ext>
            </a:extLst>
          </p:cNvPr>
          <p:cNvSpPr txBox="1"/>
          <p:nvPr/>
        </p:nvSpPr>
        <p:spPr>
          <a:xfrm>
            <a:off x="6662467" y="2079793"/>
            <a:ext cx="1884400" cy="4034584"/>
          </a:xfrm>
          <a:prstGeom prst="rect">
            <a:avLst/>
          </a:prstGeom>
          <a:noFill/>
          <a:ln>
            <a:noFill/>
          </a:ln>
        </p:spPr>
        <p:txBody>
          <a:bodyPr spcFirstLastPara="1" wrap="square" lIns="0" tIns="0" rIns="0" bIns="0" anchor="t" anchorCtr="0">
            <a:noAutofit/>
          </a:bodyPr>
          <a:lstStyle/>
          <a:p>
            <a:pPr>
              <a:lnSpc>
                <a:spcPts val="1280"/>
              </a:lnSpc>
            </a:pP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All text boxes in this template use </a:t>
            </a:r>
            <a:r>
              <a:rPr lang="en"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0 (zero) for </a:t>
            </a:r>
            <a:r>
              <a:rPr lang="en" sz="1067" b="1"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Padding</a:t>
            </a:r>
            <a:r>
              <a:rPr lang="en"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rPr>
              <a:t>.</a:t>
            </a: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b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Zero Padding allows for faster alignment adjustments.</a:t>
            </a:r>
            <a:b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endParaRPr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Right-click on a text box, </a:t>
            </a:r>
            <a:b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then Format Shape &gt; Text Options &gt;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Manually set all margins to “0"</a:t>
            </a:r>
            <a:endParaRPr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a:lnSpc>
                <a:spcPts val="1280"/>
              </a:lnSpc>
            </a:pPr>
            <a:endParaRPr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121917">
              <a:lnSpc>
                <a:spcPts val="1280"/>
              </a:lnSpc>
            </a:pPr>
            <a:endParaRPr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a:p>
            <a:pPr marL="121917">
              <a:lnSpc>
                <a:spcPts val="1280"/>
              </a:lnSpc>
            </a:pPr>
            <a:endParaRPr sz="1067" dirty="0">
              <a:solidFill>
                <a:schemeClr val="dk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pic>
        <p:nvPicPr>
          <p:cNvPr id="32" name="Screenshot insturction for Padding" descr="Screenshot instruction for Zero Padding">
            <a:extLst>
              <a:ext uri="{FF2B5EF4-FFF2-40B4-BE49-F238E27FC236}">
                <a16:creationId xmlns:a16="http://schemas.microsoft.com/office/drawing/2014/main" id="{197EF2FE-98BC-D2C4-15B6-052BBDC9D780}"/>
              </a:ext>
            </a:extLst>
          </p:cNvPr>
          <p:cNvPicPr>
            <a:picLocks noChangeAspect="1"/>
          </p:cNvPicPr>
          <p:nvPr/>
        </p:nvPicPr>
        <p:blipFill rotWithShape="1">
          <a:blip r:embed="rId4"/>
          <a:srcRect t="-425" b="10656"/>
          <a:stretch/>
        </p:blipFill>
        <p:spPr>
          <a:xfrm>
            <a:off x="6662468" y="3660518"/>
            <a:ext cx="1735009" cy="2888457"/>
          </a:xfrm>
          <a:prstGeom prst="roundRect">
            <a:avLst>
              <a:gd name="adj" fmla="val 4076"/>
            </a:avLst>
          </a:prstGeom>
          <a:effectLst>
            <a:outerShdw blurRad="127000" dist="38100" dir="5400000" algn="t" rotWithShape="0">
              <a:prstClr val="black">
                <a:alpha val="20000"/>
              </a:prstClr>
            </a:outerShdw>
          </a:effectLst>
        </p:spPr>
      </p:pic>
      <p:sp>
        <p:nvSpPr>
          <p:cNvPr id="22" name="Layouts">
            <a:extLst>
              <a:ext uri="{FF2B5EF4-FFF2-40B4-BE49-F238E27FC236}">
                <a16:creationId xmlns:a16="http://schemas.microsoft.com/office/drawing/2014/main" id="{9702B349-7E10-CA38-8EEC-2F33F79A36E5}"/>
              </a:ext>
            </a:extLst>
          </p:cNvPr>
          <p:cNvSpPr txBox="1"/>
          <p:nvPr/>
        </p:nvSpPr>
        <p:spPr>
          <a:xfrm>
            <a:off x="9679800" y="1524029"/>
            <a:ext cx="1884400" cy="378400"/>
          </a:xfrm>
          <a:prstGeom prst="rect">
            <a:avLst/>
          </a:prstGeom>
          <a:noFill/>
          <a:ln>
            <a:noFill/>
          </a:ln>
        </p:spPr>
        <p:txBody>
          <a:bodyPr spcFirstLastPara="1" wrap="square" lIns="0" tIns="0" rIns="0" bIns="0" anchor="t" anchorCtr="0">
            <a:noAutofit/>
          </a:bodyPr>
          <a:lstStyle/>
          <a:p>
            <a:pPr>
              <a:lnSpc>
                <a:spcPts val="1333"/>
              </a:lnSpc>
            </a:pPr>
            <a:r>
              <a:rPr lang="en"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rPr>
              <a:t>Layouts</a:t>
            </a:r>
            <a:endParaRPr sz="1333" b="1" dirty="0">
              <a:solidFill>
                <a:schemeClr val="dk1"/>
              </a:solidFill>
              <a:latin typeface="Arial Black" panose="020B0604020202020204" pitchFamily="34" charset="0"/>
              <a:ea typeface="Arial Black" panose="020B0A04020102020204" pitchFamily="34" charset="0"/>
              <a:cs typeface="Arial Black" panose="020B0A04020102020204" pitchFamily="34" charset="0"/>
              <a:sym typeface="Arial Black" panose="020B0A04020102020204" pitchFamily="34" charset="0"/>
            </a:endParaRPr>
          </a:p>
        </p:txBody>
      </p:sp>
      <p:sp>
        <p:nvSpPr>
          <p:cNvPr id="23" name="Text instruction for Layout">
            <a:extLst>
              <a:ext uri="{FF2B5EF4-FFF2-40B4-BE49-F238E27FC236}">
                <a16:creationId xmlns:a16="http://schemas.microsoft.com/office/drawing/2014/main" id="{CC0E6EB3-2E3C-E22B-8097-36D7230EE602}"/>
              </a:ext>
            </a:extLst>
          </p:cNvPr>
          <p:cNvSpPr txBox="1"/>
          <p:nvPr/>
        </p:nvSpPr>
        <p:spPr>
          <a:xfrm>
            <a:off x="9679800" y="2079793"/>
            <a:ext cx="1884400" cy="4034584"/>
          </a:xfrm>
          <a:prstGeom prst="rect">
            <a:avLst/>
          </a:prstGeom>
          <a:noFill/>
          <a:ln>
            <a:noFill/>
          </a:ln>
        </p:spPr>
        <p:txBody>
          <a:bodyPr spcFirstLastPara="1" wrap="square" lIns="0" tIns="0" rIns="0" bIns="0" anchor="t" anchorCtr="0">
            <a:noAutofit/>
          </a:bodyPr>
          <a:lstStyle/>
          <a:p>
            <a:pPr>
              <a:lnSpc>
                <a:spcPts val="1280"/>
              </a:lnSpc>
            </a:pP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Layout options are available on the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Home</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tab under the drop-down arrows next to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New Slide </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and/or </a:t>
            </a:r>
            <a:r>
              <a:rPr lang="en-US" sz="1067" b="1"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Layout</a:t>
            </a:r>
            <a:r>
              <a:rPr lang="en-US" sz="1067"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Please note the layouts do not contain placeholder text boxes, only backgrounds. This simplifies the number of layouts and accounts for the various ways to repurpose a single background design. To replicate the look of a specific slide, copy the text box(es) from the sample slide and paste it over the new slide.</a:t>
            </a:r>
            <a:endParaRPr sz="1067" dirty="0">
              <a:solidFill>
                <a:schemeClr val="tx1"/>
              </a:solidFill>
              <a:latin typeface="Arial" panose="020B0604020202020204" pitchFamily="34" charset="0"/>
              <a:ea typeface="Arial Black" panose="020B0A04020102020204" pitchFamily="34" charset="0"/>
              <a:cs typeface="Arial" panose="020B0604020202020204" pitchFamily="34" charset="0"/>
              <a:sym typeface="Arial Black" panose="020B0A04020102020204" pitchFamily="34" charset="0"/>
            </a:endParaRPr>
          </a:p>
        </p:txBody>
      </p:sp>
      <p:grpSp>
        <p:nvGrpSpPr>
          <p:cNvPr id="24" name="Screenshot instruction for Layout" descr="Screenshot instruction for Layout">
            <a:extLst>
              <a:ext uri="{FF2B5EF4-FFF2-40B4-BE49-F238E27FC236}">
                <a16:creationId xmlns:a16="http://schemas.microsoft.com/office/drawing/2014/main" id="{C3C6195A-EEB4-0009-4A81-C43601BC404C}"/>
              </a:ext>
            </a:extLst>
          </p:cNvPr>
          <p:cNvGrpSpPr/>
          <p:nvPr/>
        </p:nvGrpSpPr>
        <p:grpSpPr>
          <a:xfrm>
            <a:off x="9679799" y="4831663"/>
            <a:ext cx="1735011" cy="921488"/>
            <a:chOff x="7259849" y="3538436"/>
            <a:chExt cx="1301258" cy="691116"/>
          </a:xfrm>
        </p:grpSpPr>
        <p:pic>
          <p:nvPicPr>
            <p:cNvPr id="29" name="Screenshot" descr="A screenshot of a computer&#10;&#10;Description automatically generated">
              <a:extLst>
                <a:ext uri="{FF2B5EF4-FFF2-40B4-BE49-F238E27FC236}">
                  <a16:creationId xmlns:a16="http://schemas.microsoft.com/office/drawing/2014/main" id="{EC1435F6-FBF4-E761-A78C-E801B4218541}"/>
                </a:ext>
              </a:extLst>
            </p:cNvPr>
            <p:cNvPicPr>
              <a:picLocks noChangeAspect="1"/>
            </p:cNvPicPr>
            <p:nvPr/>
          </p:nvPicPr>
          <p:blipFill rotWithShape="1">
            <a:blip r:embed="rId5"/>
            <a:srcRect t="1722" r="505" b="-1217"/>
            <a:stretch/>
          </p:blipFill>
          <p:spPr>
            <a:xfrm>
              <a:off x="7259849" y="3538436"/>
              <a:ext cx="1301258" cy="691116"/>
            </a:xfrm>
            <a:prstGeom prst="roundRect">
              <a:avLst>
                <a:gd name="adj" fmla="val 8441"/>
              </a:avLst>
            </a:prstGeom>
            <a:effectLst>
              <a:outerShdw blurRad="127000" dist="38100" dir="2700000" algn="tl" rotWithShape="0">
                <a:prstClr val="black">
                  <a:alpha val="20000"/>
                </a:prstClr>
              </a:outerShdw>
            </a:effectLst>
          </p:spPr>
        </p:pic>
        <p:sp>
          <p:nvSpPr>
            <p:cNvPr id="30" name="Highlight 02">
              <a:extLst>
                <a:ext uri="{FF2B5EF4-FFF2-40B4-BE49-F238E27FC236}">
                  <a16:creationId xmlns:a16="http://schemas.microsoft.com/office/drawing/2014/main" id="{B001EF68-52C3-7F03-5521-A9EB909541D3}"/>
                </a:ext>
              </a:extLst>
            </p:cNvPr>
            <p:cNvSpPr/>
            <p:nvPr/>
          </p:nvSpPr>
          <p:spPr>
            <a:xfrm>
              <a:off x="8311643" y="3628348"/>
              <a:ext cx="137246" cy="137246"/>
            </a:xfrm>
            <a:prstGeom prst="ellipse">
              <a:avLst/>
            </a:prstGeom>
            <a:solidFill>
              <a:schemeClr val="accent5">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28575">
                  <a:solidFill>
                    <a:schemeClr val="tx1"/>
                  </a:solidFill>
                </a:ln>
                <a:latin typeface="Arial" panose="020B0604020202020204" pitchFamily="34" charset="0"/>
              </a:endParaRPr>
            </a:p>
          </p:txBody>
        </p:sp>
        <p:sp>
          <p:nvSpPr>
            <p:cNvPr id="31" name="Highlight 01">
              <a:extLst>
                <a:ext uri="{FF2B5EF4-FFF2-40B4-BE49-F238E27FC236}">
                  <a16:creationId xmlns:a16="http://schemas.microsoft.com/office/drawing/2014/main" id="{AEA9EBD6-8F34-390F-BAF4-A81D1D86FFDE}"/>
                </a:ext>
              </a:extLst>
            </p:cNvPr>
            <p:cNvSpPr/>
            <p:nvPr/>
          </p:nvSpPr>
          <p:spPr>
            <a:xfrm>
              <a:off x="7635536" y="3700964"/>
              <a:ext cx="137246" cy="137246"/>
            </a:xfrm>
            <a:prstGeom prst="ellipse">
              <a:avLst/>
            </a:prstGeom>
            <a:solidFill>
              <a:schemeClr val="accent5">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28575">
                  <a:solidFill>
                    <a:schemeClr val="tx1"/>
                  </a:solidFill>
                </a:ln>
                <a:latin typeface="Arial" panose="020B0604020202020204" pitchFamily="34" charset="0"/>
              </a:endParaRPr>
            </a:p>
          </p:txBody>
        </p:sp>
      </p:grpSp>
      <p:sp>
        <p:nvSpPr>
          <p:cNvPr id="2" name="Footer Placeholder 1">
            <a:extLst>
              <a:ext uri="{FF2B5EF4-FFF2-40B4-BE49-F238E27FC236}">
                <a16:creationId xmlns:a16="http://schemas.microsoft.com/office/drawing/2014/main" id="{0A3FC7D9-5374-30E9-6738-F4FE9458D974}"/>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90747157-90AF-DA50-25B9-2383669597F3}"/>
              </a:ext>
            </a:extLst>
          </p:cNvPr>
          <p:cNvSpPr>
            <a:spLocks noGrp="1"/>
          </p:cNvSpPr>
          <p:nvPr>
            <p:ph type="sldNum" idx="11"/>
          </p:nvPr>
        </p:nvSpPr>
        <p:spPr/>
        <p:txBody>
          <a:bodyPr/>
          <a:lstStyle/>
          <a:p>
            <a:fld id="{00000000-1234-1234-1234-123412341234}" type="slidenum">
              <a:rPr lang="en" smtClean="0"/>
              <a:pPr/>
              <a:t>3</a:t>
            </a:fld>
            <a:endParaRPr lang="en" dirty="0"/>
          </a:p>
        </p:txBody>
      </p:sp>
    </p:spTree>
    <p:extLst>
      <p:ext uri="{BB962C8B-B14F-4D97-AF65-F5344CB8AC3E}">
        <p14:creationId xmlns:p14="http://schemas.microsoft.com/office/powerpoint/2010/main" val="3041828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994"/>
        <p:cNvGrpSpPr/>
        <p:nvPr/>
      </p:nvGrpSpPr>
      <p:grpSpPr>
        <a:xfrm>
          <a:off x="0" y="0"/>
          <a:ext cx="0" cy="0"/>
          <a:chOff x="0" y="0"/>
          <a:chExt cx="0" cy="0"/>
        </a:xfrm>
      </p:grpSpPr>
      <p:sp>
        <p:nvSpPr>
          <p:cNvPr id="995" name="Footer (Color)"/>
          <p:cNvSpPr txBox="1">
            <a:spLocks noGrp="1"/>
          </p:cNvSpPr>
          <p:nvPr>
            <p:ph type="title" idx="4294967295"/>
          </p:nvPr>
        </p:nvSpPr>
        <p:spPr>
          <a:xfrm>
            <a:off x="609600" y="495943"/>
            <a:ext cx="2921200" cy="2968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8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Footer</a:t>
            </a:r>
          </a:p>
        </p:txBody>
      </p:sp>
      <p:sp>
        <p:nvSpPr>
          <p:cNvPr id="3" name="For full-bleed images that cover the original footer, please ensure to copy all the assets below and paste them over the image.">
            <a:extLst>
              <a:ext uri="{FF2B5EF4-FFF2-40B4-BE49-F238E27FC236}">
                <a16:creationId xmlns:a16="http://schemas.microsoft.com/office/drawing/2014/main" id="{E026945A-4AAF-4786-D67E-02AC09BD7DA3}"/>
              </a:ext>
            </a:extLst>
          </p:cNvPr>
          <p:cNvSpPr txBox="1"/>
          <p:nvPr/>
        </p:nvSpPr>
        <p:spPr>
          <a:xfrm>
            <a:off x="2849217" y="1525312"/>
            <a:ext cx="6493566" cy="2543118"/>
          </a:xfrm>
          <a:prstGeom prst="rect">
            <a:avLst/>
          </a:prstGeom>
          <a:noFill/>
          <a:ln>
            <a:noFill/>
          </a:ln>
        </p:spPr>
        <p:txBody>
          <a:bodyPr spcFirstLastPara="1" wrap="square" lIns="0" tIns="0" rIns="0" bIns="0" anchor="t" anchorCtr="0">
            <a:noAutofit/>
          </a:bodyPr>
          <a:lstStyle/>
          <a:p>
            <a:pPr algn="ctr">
              <a:lnSpc>
                <a:spcPts val="2667"/>
              </a:lnSpc>
              <a:spcAft>
                <a:spcPts val="1600"/>
              </a:spcAft>
            </a:pPr>
            <a: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For full-bleed images that cover the footer, please ensure to rearrange the images to the back to uncover the copyright/</a:t>
            </a:r>
            <a:r>
              <a:rPr lang="en-US" sz="2667" dirty="0">
                <a:latin typeface="Arial" panose="020B0604020202020204" pitchFamily="34" charset="0"/>
                <a:cs typeface="Times New Roman" panose="02020603050405020304" pitchFamily="18" charset="0"/>
              </a:rPr>
              <a:t>confidential classification </a:t>
            </a:r>
            <a: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and make the footer text white or black.  </a:t>
            </a:r>
          </a:p>
          <a:p>
            <a:pPr algn="ctr">
              <a:lnSpc>
                <a:spcPts val="2667"/>
              </a:lnSpc>
              <a:spcAft>
                <a:spcPts val="1600"/>
              </a:spcAft>
            </a:pPr>
            <a: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Copy the Lilly logo on the lower left footer area and paste it over the image. </a:t>
            </a:r>
            <a:b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br>
            <a: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Change the logo color to Black, White, </a:t>
            </a:r>
            <a:b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br>
            <a:r>
              <a:rPr lang="en-US"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rPr>
              <a:t>or Red as needed in the Graphic Fills.</a:t>
            </a:r>
            <a:endParaRPr sz="2667" dirty="0">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o copy+paste when needed">
            <a:extLst>
              <a:ext uri="{FF2B5EF4-FFF2-40B4-BE49-F238E27FC236}">
                <a16:creationId xmlns:a16="http://schemas.microsoft.com/office/drawing/2014/main" id="{0103683B-DCFA-F6E4-7CA3-A8E0C5D6E99F}"/>
              </a:ext>
            </a:extLst>
          </p:cNvPr>
          <p:cNvSpPr txBox="1"/>
          <p:nvPr/>
        </p:nvSpPr>
        <p:spPr>
          <a:xfrm>
            <a:off x="201824" y="3929269"/>
            <a:ext cx="1414942" cy="1580221"/>
          </a:xfrm>
          <a:prstGeom prst="rect">
            <a:avLst/>
          </a:prstGeom>
          <a:noFill/>
          <a:ln>
            <a:noFill/>
          </a:ln>
        </p:spPr>
        <p:txBody>
          <a:bodyPr spcFirstLastPara="1" wrap="square" lIns="0" tIns="0" rIns="0" bIns="0" anchor="t" anchorCtr="0">
            <a:noAutofit/>
          </a:bodyPr>
          <a:lstStyle/>
          <a:p>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Lilly logo can be “turned” on and off in the Footer area on any slide. Go to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Menu</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Format</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Slide</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Backgrounds</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to display the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Format Background </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pane, and check/uncheck the </a:t>
            </a:r>
            <a:r>
              <a:rPr lang="en-US" sz="900" b="1"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Hide Background Graphics</a:t>
            </a:r>
            <a:r>
              <a:rPr lang="en-US" sz="9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box to hide/show the Lilly logo.</a:t>
            </a:r>
          </a:p>
        </p:txBody>
      </p:sp>
      <p:sp>
        <p:nvSpPr>
          <p:cNvPr id="4" name="Arrow 01">
            <a:extLst>
              <a:ext uri="{FF2B5EF4-FFF2-40B4-BE49-F238E27FC236}">
                <a16:creationId xmlns:a16="http://schemas.microsoft.com/office/drawing/2014/main" id="{C9B3418D-053D-91B9-94DC-694F8EAF3CEF}"/>
              </a:ext>
              <a:ext uri="{C183D7F6-B498-43B3-948B-1728B52AA6E4}">
                <adec:decorative xmlns:adec="http://schemas.microsoft.com/office/drawing/2017/decorative" val="1"/>
              </a:ext>
            </a:extLst>
          </p:cNvPr>
          <p:cNvSpPr/>
          <p:nvPr/>
        </p:nvSpPr>
        <p:spPr>
          <a:xfrm rot="5400000">
            <a:off x="46238" y="5641986"/>
            <a:ext cx="762948" cy="45177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11" name="Graphic 10" descr="Lilly Logo">
            <a:extLst>
              <a:ext uri="{FF2B5EF4-FFF2-40B4-BE49-F238E27FC236}">
                <a16:creationId xmlns:a16="http://schemas.microsoft.com/office/drawing/2014/main" id="{0ED76560-5775-95E3-04F0-879F545425D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sp>
        <p:nvSpPr>
          <p:cNvPr id="13" name="To copy+paste when needed">
            <a:extLst>
              <a:ext uri="{FF2B5EF4-FFF2-40B4-BE49-F238E27FC236}">
                <a16:creationId xmlns:a16="http://schemas.microsoft.com/office/drawing/2014/main" id="{AE6D3087-38A8-EF6B-D29A-23F965942458}"/>
              </a:ext>
            </a:extLst>
          </p:cNvPr>
          <p:cNvSpPr txBox="1"/>
          <p:nvPr/>
        </p:nvSpPr>
        <p:spPr>
          <a:xfrm>
            <a:off x="10100603" y="792743"/>
            <a:ext cx="2020931" cy="2009444"/>
          </a:xfrm>
          <a:prstGeom prst="rect">
            <a:avLst/>
          </a:prstGeom>
          <a:noFill/>
          <a:ln>
            <a:noFill/>
          </a:ln>
        </p:spPr>
        <p:txBody>
          <a:bodyPr spcFirstLastPara="1" wrap="square" lIns="0" tIns="0" rIns="0" bIns="0" anchor="t" anchorCtr="0">
            <a:noAutofit/>
          </a:bodyPr>
          <a:lstStyle/>
          <a:p>
            <a:pPr algn="ct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best way to add or edit the confidential classification and copyright information is to set it in </a:t>
            </a:r>
            <a:r>
              <a:rPr lang="en-US"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Menu</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US"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View</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Header and Footer</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or </a:t>
            </a:r>
            <a:r>
              <a:rPr lang="en-US"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Menu</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US"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Insert</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&gt; </a:t>
            </a:r>
            <a:r>
              <a:rPr lang="en"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Header and Footer</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and select </a:t>
            </a:r>
            <a:r>
              <a:rPr lang="en"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Apply to All </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to ensure any update will apply to all instances. It can also be applied to individual slides by selecting </a:t>
            </a:r>
            <a:r>
              <a:rPr lang="en" sz="900" b="1"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Apply</a:t>
            </a:r>
            <a:r>
              <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only or simply delete the text box from individual slides if needed. </a:t>
            </a:r>
            <a:r>
              <a:rPr lang="en-US"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Be sure to change the year in the copyright notice to reflect the year in which the deck you are creating is presented</a:t>
            </a:r>
            <a:endParaRPr lang="en" sz="900" kern="3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15" name="Rounded Rectangle 14" descr="Screenshot ">
            <a:extLst>
              <a:ext uri="{FF2B5EF4-FFF2-40B4-BE49-F238E27FC236}">
                <a16:creationId xmlns:a16="http://schemas.microsoft.com/office/drawing/2014/main" id="{1CA8CE97-756D-BBB7-86CA-84077EAFD229}"/>
              </a:ext>
            </a:extLst>
          </p:cNvPr>
          <p:cNvSpPr/>
          <p:nvPr/>
        </p:nvSpPr>
        <p:spPr>
          <a:xfrm>
            <a:off x="10207478" y="2909686"/>
            <a:ext cx="1840286" cy="2469215"/>
          </a:xfrm>
          <a:prstGeom prst="roundRect">
            <a:avLst>
              <a:gd name="adj" fmla="val 1440"/>
            </a:avLst>
          </a:prstGeom>
          <a:blipFill>
            <a:blip r:embed="rId5"/>
            <a:stretch>
              <a:fillRect l="-1000" t="-1000" r="-1000" b="-196"/>
            </a:stretch>
          </a:blip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Arrow 01">
            <a:extLst>
              <a:ext uri="{FF2B5EF4-FFF2-40B4-BE49-F238E27FC236}">
                <a16:creationId xmlns:a16="http://schemas.microsoft.com/office/drawing/2014/main" id="{DAD21250-DCD0-EB56-DECE-B7D7FAF96486}"/>
              </a:ext>
              <a:ext uri="{C183D7F6-B498-43B3-948B-1728B52AA6E4}">
                <adec:decorative xmlns:adec="http://schemas.microsoft.com/office/drawing/2017/decorative" val="1"/>
              </a:ext>
            </a:extLst>
          </p:cNvPr>
          <p:cNvSpPr/>
          <p:nvPr/>
        </p:nvSpPr>
        <p:spPr>
          <a:xfrm rot="5400000">
            <a:off x="10746147" y="5641986"/>
            <a:ext cx="762948" cy="45177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sp>
        <p:nvSpPr>
          <p:cNvPr id="6" name="Footer Placeholder 5">
            <a:extLst>
              <a:ext uri="{FF2B5EF4-FFF2-40B4-BE49-F238E27FC236}">
                <a16:creationId xmlns:a16="http://schemas.microsoft.com/office/drawing/2014/main" id="{0C06A17D-455A-CF7C-DBEC-ADFCD5E0E4A7}"/>
              </a:ext>
            </a:extLst>
          </p:cNvPr>
          <p:cNvSpPr>
            <a:spLocks noGrp="1"/>
          </p:cNvSpPr>
          <p:nvPr>
            <p:ph type="ftr" sz="quarter" idx="10"/>
          </p:nvPr>
        </p:nvSpPr>
        <p:spPr/>
        <p:txBody>
          <a:bodyPr/>
          <a:lstStyle/>
          <a:p>
            <a:r>
              <a:rPr lang="en-US" dirty="0"/>
              <a:t>Company Confidential  © 2025 Eli Lilly and Company</a:t>
            </a:r>
          </a:p>
        </p:txBody>
      </p:sp>
      <p:sp>
        <p:nvSpPr>
          <p:cNvPr id="10" name="Slide Number Placeholder 9">
            <a:extLst>
              <a:ext uri="{FF2B5EF4-FFF2-40B4-BE49-F238E27FC236}">
                <a16:creationId xmlns:a16="http://schemas.microsoft.com/office/drawing/2014/main" id="{1536308F-62EA-1F8E-5F8F-A25A58789A8E}"/>
              </a:ext>
            </a:extLst>
          </p:cNvPr>
          <p:cNvSpPr>
            <a:spLocks noGrp="1"/>
          </p:cNvSpPr>
          <p:nvPr>
            <p:ph type="sldNum" idx="11"/>
          </p:nvPr>
        </p:nvSpPr>
        <p:spPr/>
        <p:txBody>
          <a:bodyPr/>
          <a:lstStyle/>
          <a:p>
            <a:fld id="{00000000-1234-1234-1234-123412341234}" type="slidenum">
              <a:rPr lang="en" smtClean="0"/>
              <a:pPr/>
              <a:t>4</a:t>
            </a:fld>
            <a:endParaRPr lang="e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Color)">
            <a:extLst>
              <a:ext uri="{FF2B5EF4-FFF2-40B4-BE49-F238E27FC236}">
                <a16:creationId xmlns:a16="http://schemas.microsoft.com/office/drawing/2014/main" id="{417EB7F1-B333-83AB-F6FC-0B72056F95C5}"/>
              </a:ext>
            </a:extLst>
          </p:cNvPr>
          <p:cNvSpPr txBox="1">
            <a:spLocks noGrp="1"/>
          </p:cNvSpPr>
          <p:nvPr>
            <p:ph type="title" idx="4294967295"/>
          </p:nvPr>
        </p:nvSpPr>
        <p:spPr>
          <a:xfrm>
            <a:off x="609600" y="495943"/>
            <a:ext cx="2921200" cy="2968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8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chemeClr val="dk1"/>
                </a:solidFill>
                <a:effectLst/>
                <a:uLnTx/>
                <a:uFillTx/>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Using the Template</a:t>
            </a:r>
          </a:p>
        </p:txBody>
      </p:sp>
      <p:sp>
        <p:nvSpPr>
          <p:cNvPr id="4" name="To copy+paste when needed">
            <a:extLst>
              <a:ext uri="{FF2B5EF4-FFF2-40B4-BE49-F238E27FC236}">
                <a16:creationId xmlns:a16="http://schemas.microsoft.com/office/drawing/2014/main" id="{D72C8441-69F1-0B9F-8E57-20B4E6DE210A}"/>
              </a:ext>
            </a:extLst>
          </p:cNvPr>
          <p:cNvSpPr txBox="1"/>
          <p:nvPr/>
        </p:nvSpPr>
        <p:spPr>
          <a:xfrm>
            <a:off x="609599" y="1532104"/>
            <a:ext cx="4396155" cy="4496555"/>
          </a:xfrm>
          <a:prstGeom prst="rect">
            <a:avLst/>
          </a:prstGeom>
          <a:noFill/>
          <a:ln>
            <a:noFill/>
          </a:ln>
        </p:spPr>
        <p:txBody>
          <a:bodyPr spcFirstLastPara="1" wrap="square" lIns="0" tIns="0" rIns="0" bIns="0" anchor="t" anchorCtr="0">
            <a:noAutofit/>
          </a:bodyPr>
          <a:lstStyle/>
          <a:p>
            <a:pPr>
              <a:spcAft>
                <a:spcPts val="1200"/>
              </a:spcAft>
            </a:pP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There are 63 custom, predefined layouts built into the Lilly Brand Theme Template. </a:t>
            </a:r>
          </a:p>
          <a:p>
            <a:pPr>
              <a:spcAft>
                <a:spcPts val="1200"/>
              </a:spcAft>
            </a:pP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In most cases, it’s best to start with a fresh slide layout. While in </a:t>
            </a:r>
            <a:r>
              <a:rPr lang="en-US"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Normal</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view, from the </a:t>
            </a:r>
            <a:r>
              <a:rPr lang="en-US"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Home</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tab, </a:t>
            </a:r>
            <a:r>
              <a:rPr lang="en-US"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Slides</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group, click the down arrow next to the </a:t>
            </a:r>
            <a:r>
              <a:rPr lang="en-US"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New Slide </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button to access the </a:t>
            </a:r>
            <a:r>
              <a:rPr lang="en-US"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Layout</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gallery. </a:t>
            </a: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Select the slide layout that will best present the information you intend to convey. </a:t>
            </a:r>
          </a:p>
          <a:p>
            <a:pPr>
              <a:spcAft>
                <a:spcPts val="1200"/>
              </a:spcAft>
            </a:pP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If you are copying texts from a different slide or different presentation, after pasting, click </a:t>
            </a:r>
            <a:r>
              <a:rPr lang="en"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Reset</a:t>
            </a: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within the </a:t>
            </a:r>
            <a:r>
              <a:rPr lang="en"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Slides</a:t>
            </a: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group. The </a:t>
            </a:r>
            <a:r>
              <a:rPr lang="en" sz="1067" b="1"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Reset</a:t>
            </a: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 button is the quickest way to reset placeholders to their default position, size, and formatting.</a:t>
            </a:r>
          </a:p>
          <a:p>
            <a:pPr>
              <a:spcAft>
                <a:spcPts val="1200"/>
              </a:spcAft>
            </a:pPr>
            <a:r>
              <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If you are converting old presentations to adapt the new template, </a:t>
            </a:r>
            <a:r>
              <a:rPr lang="en-US"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Black" panose="020B0A04020102020204" pitchFamily="34" charset="0"/>
              </a:rPr>
              <a:t>you will need to reset the slide layout of each slide. Some elements including text and graphics will need to be adjusted. </a:t>
            </a:r>
            <a:endParaRPr lang="en" sz="1067"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pic>
        <p:nvPicPr>
          <p:cNvPr id="6" name="Picture 5" descr="Screenshot">
            <a:extLst>
              <a:ext uri="{FF2B5EF4-FFF2-40B4-BE49-F238E27FC236}">
                <a16:creationId xmlns:a16="http://schemas.microsoft.com/office/drawing/2014/main" id="{E0063044-8188-F3C0-A3DE-7F8EB2099A9E}"/>
              </a:ext>
            </a:extLst>
          </p:cNvPr>
          <p:cNvPicPr>
            <a:picLocks noChangeAspect="1"/>
          </p:cNvPicPr>
          <p:nvPr/>
        </p:nvPicPr>
        <p:blipFill>
          <a:blip r:embed="rId3"/>
          <a:srcRect/>
          <a:stretch/>
        </p:blipFill>
        <p:spPr>
          <a:xfrm>
            <a:off x="5784112" y="1530435"/>
            <a:ext cx="6188431" cy="4099836"/>
          </a:xfrm>
          <a:prstGeom prst="rect">
            <a:avLst/>
          </a:prstGeom>
        </p:spPr>
      </p:pic>
      <p:sp>
        <p:nvSpPr>
          <p:cNvPr id="2" name="Footer Placeholder 1">
            <a:extLst>
              <a:ext uri="{FF2B5EF4-FFF2-40B4-BE49-F238E27FC236}">
                <a16:creationId xmlns:a16="http://schemas.microsoft.com/office/drawing/2014/main" id="{D8FBD3EC-F6E8-DF23-B4B2-939AC654BDE0}"/>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1763A4C-8262-B5AC-C96C-427F6AF0EF2A}"/>
              </a:ext>
            </a:extLst>
          </p:cNvPr>
          <p:cNvSpPr>
            <a:spLocks noGrp="1"/>
          </p:cNvSpPr>
          <p:nvPr>
            <p:ph type="sldNum" idx="11"/>
          </p:nvPr>
        </p:nvSpPr>
        <p:spPr/>
        <p:txBody>
          <a:bodyPr/>
          <a:lstStyle/>
          <a:p>
            <a:fld id="{00000000-1234-1234-1234-123412341234}" type="slidenum">
              <a:rPr lang="en" smtClean="0"/>
              <a:pPr/>
              <a:t>5</a:t>
            </a:fld>
            <a:endParaRPr lang="en" dirty="0"/>
          </a:p>
        </p:txBody>
      </p:sp>
    </p:spTree>
    <p:extLst>
      <p:ext uri="{BB962C8B-B14F-4D97-AF65-F5344CB8AC3E}">
        <p14:creationId xmlns:p14="http://schemas.microsoft.com/office/powerpoint/2010/main" val="1676839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CAB75427-B3C7-8321-65D1-014A0B644165}"/>
              </a:ext>
            </a:extLst>
          </p:cNvPr>
          <p:cNvSpPr>
            <a:spLocks noGrp="1"/>
          </p:cNvSpPr>
          <p:nvPr>
            <p:ph type="title"/>
          </p:nvPr>
        </p:nvSpPr>
        <p:spPr/>
        <p:txBody>
          <a:bodyPr/>
          <a:lstStyle/>
          <a:p>
            <a:r>
              <a:rPr lang="en-US" dirty="0"/>
              <a:t>PRESENTATION TITLE GOES HERE</a:t>
            </a:r>
          </a:p>
        </p:txBody>
      </p:sp>
      <p:sp>
        <p:nvSpPr>
          <p:cNvPr id="27" name="Text Placeholder 26">
            <a:extLst>
              <a:ext uri="{FF2B5EF4-FFF2-40B4-BE49-F238E27FC236}">
                <a16:creationId xmlns:a16="http://schemas.microsoft.com/office/drawing/2014/main" id="{C7BEE928-6CA0-3F60-74B8-FF9DB377C0F6}"/>
              </a:ext>
            </a:extLst>
          </p:cNvPr>
          <p:cNvSpPr>
            <a:spLocks noGrp="1"/>
          </p:cNvSpPr>
          <p:nvPr>
            <p:ph type="body" sz="quarter" idx="11"/>
          </p:nvPr>
        </p:nvSpPr>
        <p:spPr/>
        <p:txBody>
          <a:bodyPr/>
          <a:lstStyle/>
          <a:p>
            <a:r>
              <a:rPr lang="en-US" dirty="0"/>
              <a:t>MM.DD.YY</a:t>
            </a:r>
          </a:p>
        </p:txBody>
      </p:sp>
      <p:sp>
        <p:nvSpPr>
          <p:cNvPr id="3" name="TextBox 2">
            <a:extLst>
              <a:ext uri="{FF2B5EF4-FFF2-40B4-BE49-F238E27FC236}">
                <a16:creationId xmlns:a16="http://schemas.microsoft.com/office/drawing/2014/main" id="{2C45732E-7D11-39B4-F571-57468E21055C}"/>
              </a:ext>
            </a:extLst>
          </p:cNvPr>
          <p:cNvSpPr txBox="1"/>
          <p:nvPr/>
        </p:nvSpPr>
        <p:spPr>
          <a:xfrm>
            <a:off x="9326881" y="100584"/>
            <a:ext cx="2762383" cy="826188"/>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edit the confidential classification and slide number for the entire presentation.</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79284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E8E5"/>
        </a:solidFill>
        <a:effectLst/>
      </p:bgPr>
    </p:bg>
    <p:spTree>
      <p:nvGrpSpPr>
        <p:cNvPr id="1" name="">
          <a:extLst>
            <a:ext uri="{FF2B5EF4-FFF2-40B4-BE49-F238E27FC236}">
              <a16:creationId xmlns:a16="http://schemas.microsoft.com/office/drawing/2014/main" id="{0A1458C9-76F7-6F67-7321-ECA02EF7CB84}"/>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FB18B27A-97EC-C9CD-977F-03430C339026}"/>
              </a:ext>
            </a:extLst>
          </p:cNvPr>
          <p:cNvSpPr>
            <a:spLocks noGrp="1"/>
          </p:cNvSpPr>
          <p:nvPr>
            <p:ph type="title"/>
          </p:nvPr>
        </p:nvSpPr>
        <p:spPr/>
        <p:txBody>
          <a:bodyPr/>
          <a:lstStyle/>
          <a:p>
            <a:r>
              <a:rPr lang="en-US" dirty="0"/>
              <a:t>PRESENTATION TITLE 1 GOES HERE</a:t>
            </a:r>
          </a:p>
        </p:txBody>
      </p:sp>
      <p:sp>
        <p:nvSpPr>
          <p:cNvPr id="27" name="Text Placeholder 26">
            <a:extLst>
              <a:ext uri="{FF2B5EF4-FFF2-40B4-BE49-F238E27FC236}">
                <a16:creationId xmlns:a16="http://schemas.microsoft.com/office/drawing/2014/main" id="{6A3C3F7C-2A4C-7265-3C9D-842E38CD1072}"/>
              </a:ext>
            </a:extLst>
          </p:cNvPr>
          <p:cNvSpPr>
            <a:spLocks noGrp="1"/>
          </p:cNvSpPr>
          <p:nvPr>
            <p:ph type="body" sz="quarter" idx="11"/>
          </p:nvPr>
        </p:nvSpPr>
        <p:spPr/>
        <p:txBody>
          <a:bodyPr/>
          <a:lstStyle/>
          <a:p>
            <a:r>
              <a:rPr lang="en-US" dirty="0"/>
              <a:t>MM.DD.YY</a:t>
            </a:r>
          </a:p>
        </p:txBody>
      </p:sp>
      <p:sp>
        <p:nvSpPr>
          <p:cNvPr id="4" name="Footer Placeholder 3">
            <a:extLst>
              <a:ext uri="{FF2B5EF4-FFF2-40B4-BE49-F238E27FC236}">
                <a16:creationId xmlns:a16="http://schemas.microsoft.com/office/drawing/2014/main" id="{F1E89989-A83E-FB71-99F6-A9E1E664913E}"/>
              </a:ext>
            </a:extLst>
          </p:cNvPr>
          <p:cNvSpPr>
            <a:spLocks noGrp="1"/>
          </p:cNvSpPr>
          <p:nvPr>
            <p:ph type="ftr" sz="quarter" idx="12"/>
          </p:nvPr>
        </p:nvSpPr>
        <p:spPr/>
        <p:txBody>
          <a:bodyPr/>
          <a:lstStyle/>
          <a:p>
            <a:r>
              <a:rPr lang="en-US" dirty="0"/>
              <a:t>Company Confidential  © 2025 Eli Lilly and Company</a:t>
            </a:r>
          </a:p>
        </p:txBody>
      </p:sp>
      <p:sp>
        <p:nvSpPr>
          <p:cNvPr id="2" name="TextBox 1">
            <a:extLst>
              <a:ext uri="{FF2B5EF4-FFF2-40B4-BE49-F238E27FC236}">
                <a16:creationId xmlns:a16="http://schemas.microsoft.com/office/drawing/2014/main" id="{AD5B5FFA-A37D-B825-8794-365AD0BF8877}"/>
              </a:ext>
            </a:extLst>
          </p:cNvPr>
          <p:cNvSpPr txBox="1"/>
          <p:nvPr/>
        </p:nvSpPr>
        <p:spPr>
          <a:xfrm>
            <a:off x="9326881" y="100584"/>
            <a:ext cx="2762383" cy="826188"/>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There are two styles available to use for title slide. The background color can be changed to other brand colors. Choose light or darkbackground options from the slide layout library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
        <p:nvSpPr>
          <p:cNvPr id="5" name="Slide Number Placeholder 4">
            <a:extLst>
              <a:ext uri="{FF2B5EF4-FFF2-40B4-BE49-F238E27FC236}">
                <a16:creationId xmlns:a16="http://schemas.microsoft.com/office/drawing/2014/main" id="{01E62044-F0EC-D2C0-D023-CBDC7E964D32}"/>
              </a:ext>
            </a:extLst>
          </p:cNvPr>
          <p:cNvSpPr>
            <a:spLocks noGrp="1"/>
          </p:cNvSpPr>
          <p:nvPr>
            <p:ph type="sldNum" idx="13"/>
          </p:nvPr>
        </p:nvSpPr>
        <p:spPr/>
        <p:txBody>
          <a:bodyPr/>
          <a:lstStyle/>
          <a:p>
            <a:fld id="{00000000-1234-1234-1234-123412341234}" type="slidenum">
              <a:rPr lang="en" smtClean="0"/>
              <a:pPr/>
              <a:t>7</a:t>
            </a:fld>
            <a:endParaRPr lang="en" dirty="0"/>
          </a:p>
        </p:txBody>
      </p:sp>
    </p:spTree>
    <p:extLst>
      <p:ext uri="{BB962C8B-B14F-4D97-AF65-F5344CB8AC3E}">
        <p14:creationId xmlns:p14="http://schemas.microsoft.com/office/powerpoint/2010/main" val="1368420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E8E5"/>
        </a:solidFill>
        <a:effectLst/>
      </p:bgPr>
    </p:bg>
    <p:spTree>
      <p:nvGrpSpPr>
        <p:cNvPr id="1" name="">
          <a:extLst>
            <a:ext uri="{FF2B5EF4-FFF2-40B4-BE49-F238E27FC236}">
              <a16:creationId xmlns:a16="http://schemas.microsoft.com/office/drawing/2014/main" id="{37A2BD54-A151-63BF-6B92-3FB409FB9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B8480-6ECF-324B-4746-DEBD85F997AB}"/>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Red Lilly logotype (Lilly Pink background)</a:t>
            </a:r>
          </a:p>
        </p:txBody>
      </p:sp>
      <p:sp>
        <p:nvSpPr>
          <p:cNvPr id="7" name="TextBox 6">
            <a:extLst>
              <a:ext uri="{FF2B5EF4-FFF2-40B4-BE49-F238E27FC236}">
                <a16:creationId xmlns:a16="http://schemas.microsoft.com/office/drawing/2014/main" id="{BADCB04D-C660-3A27-100F-79DA2A9F5FC0}"/>
              </a:ext>
            </a:extLst>
          </p:cNvPr>
          <p:cNvSpPr txBox="1"/>
          <p:nvPr/>
        </p:nvSpPr>
        <p:spPr>
          <a:xfrm>
            <a:off x="9326879" y="100584"/>
            <a:ext cx="2715768" cy="704088"/>
          </a:xfrm>
          <a:prstGeom prst="rect">
            <a:avLst/>
          </a:prstGeom>
          <a:solidFill>
            <a:srgbClr val="FFFF00"/>
          </a:solidFill>
          <a:ln w="9525">
            <a:solidFill>
              <a:srgbClr val="FFC000"/>
            </a:solidFill>
            <a:prstDash val="sysDot"/>
          </a:ln>
        </p:spPr>
        <p:txBody>
          <a:bodyPr wrap="square" lIns="121920" tIns="60960" rIns="12192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This is a Lilly Script Logo on Light Background slide. Change slide background fill to a light color from the Theme Colors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1695557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0D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B63D-DA37-4F6C-C93D-D21CB42F529B}"/>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Red Lilly AMC (neutral cream background)</a:t>
            </a:r>
          </a:p>
        </p:txBody>
      </p:sp>
      <p:sp>
        <p:nvSpPr>
          <p:cNvPr id="4" name="TextBox 3">
            <a:extLst>
              <a:ext uri="{FF2B5EF4-FFF2-40B4-BE49-F238E27FC236}">
                <a16:creationId xmlns:a16="http://schemas.microsoft.com/office/drawing/2014/main" id="{9AF1D604-C9A1-5057-D156-997F827AB454}"/>
              </a:ext>
            </a:extLst>
          </p:cNvPr>
          <p:cNvSpPr txBox="1"/>
          <p:nvPr/>
        </p:nvSpPr>
        <p:spPr>
          <a:xfrm>
            <a:off x="9326881" y="100584"/>
            <a:ext cx="2719753" cy="706091"/>
          </a:xfrm>
          <a:prstGeom prst="rect">
            <a:avLst/>
          </a:prstGeom>
          <a:solidFill>
            <a:srgbClr val="FFFF00"/>
          </a:solidFill>
          <a:ln w="9525">
            <a:solidFill>
              <a:srgbClr val="FFC000"/>
            </a:solidFill>
            <a:prstDash val="sysDot"/>
          </a:ln>
        </p:spPr>
        <p:txBody>
          <a:bodyPr wrap="square" lIns="121920" tIns="60960" rIns="12192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This is a Lilly AMC Vertical Lockup on Light Background slide. Change slide background fill to a light color from the Theme Colors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545471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A062-0837-7C9F-E364-9D29A3D4A8D1}"/>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White Lilly AMC (Lilly Red background)</a:t>
            </a:r>
          </a:p>
        </p:txBody>
      </p:sp>
      <p:sp>
        <p:nvSpPr>
          <p:cNvPr id="4" name="TextBox 3">
            <a:extLst>
              <a:ext uri="{FF2B5EF4-FFF2-40B4-BE49-F238E27FC236}">
                <a16:creationId xmlns:a16="http://schemas.microsoft.com/office/drawing/2014/main" id="{5D45685D-2400-700D-F8C3-82FE3A3FBDC1}"/>
              </a:ext>
            </a:extLst>
          </p:cNvPr>
          <p:cNvSpPr txBox="1"/>
          <p:nvPr/>
        </p:nvSpPr>
        <p:spPr>
          <a:xfrm>
            <a:off x="9326881" y="100584"/>
            <a:ext cx="2694175"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This is a Lilly AMC Vertical Lockup on Dark Background slide. Change slide background fill to a dark color from the Theme Colors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220861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07B2-2C1E-177A-47D6-4AA62ED92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73D65-F4FF-EC22-E910-5B40BD708774}"/>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Red horizontal Lilly AMC (white background)</a:t>
            </a:r>
          </a:p>
        </p:txBody>
      </p:sp>
      <p:sp>
        <p:nvSpPr>
          <p:cNvPr id="3" name="TextBox 2">
            <a:extLst>
              <a:ext uri="{FF2B5EF4-FFF2-40B4-BE49-F238E27FC236}">
                <a16:creationId xmlns:a16="http://schemas.microsoft.com/office/drawing/2014/main" id="{C51564DD-E352-9C75-479C-FA45D9E04CB1}"/>
              </a:ext>
            </a:extLst>
          </p:cNvPr>
          <p:cNvSpPr txBox="1"/>
          <p:nvPr/>
        </p:nvSpPr>
        <p:spPr>
          <a:xfrm>
            <a:off x="9234311" y="100584"/>
            <a:ext cx="2786745"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This is a Lilly AMC Horizontal Lockup on Light Background slide. Change slide background fill to a dark color from the Theme Colors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2848703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C3455-1028-9E57-9B03-07609B55C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A1D71-4321-00A0-A3BA-8518564B828C}"/>
              </a:ext>
            </a:extLst>
          </p:cNvPr>
          <p:cNvSpPr>
            <a:spLocks noGrp="1"/>
          </p:cNvSpPr>
          <p:nvPr>
            <p:ph type="title" idx="4294967295"/>
          </p:nvPr>
        </p:nvSpPr>
        <p:spPr>
          <a:xfrm>
            <a:off x="609600" y="-914400"/>
            <a:ext cx="11058144" cy="914400"/>
          </a:xfrm>
        </p:spPr>
        <p:txBody>
          <a:bodyPr vert="horz" lIns="0" tIns="0" rIns="0" bIns="0" rtlCol="0" anchor="b" anchorCtr="0">
            <a:normAutofit fontScale="90000"/>
          </a:bodyPr>
          <a:lstStyle/>
          <a:p>
            <a:r>
              <a:rPr lang="en-US" dirty="0"/>
              <a:t>White horizontal Lilly AMC (Lilly Red background)</a:t>
            </a:r>
          </a:p>
        </p:txBody>
      </p:sp>
      <p:sp>
        <p:nvSpPr>
          <p:cNvPr id="4" name="TextBox 3">
            <a:extLst>
              <a:ext uri="{FF2B5EF4-FFF2-40B4-BE49-F238E27FC236}">
                <a16:creationId xmlns:a16="http://schemas.microsoft.com/office/drawing/2014/main" id="{BCFE8D6A-1203-9CE2-D431-E4B522A90BB6}"/>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This is a Lilly AMC Horizontal Lockup on Dark Background slide. Change Slide background fill to a dark color from the Theme Colors as needed.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Tree>
    <p:extLst>
      <p:ext uri="{BB962C8B-B14F-4D97-AF65-F5344CB8AC3E}">
        <p14:creationId xmlns:p14="http://schemas.microsoft.com/office/powerpoint/2010/main" val="295693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12A1-06B3-824D-4693-A68C9B707530}"/>
              </a:ext>
            </a:extLst>
          </p:cNvPr>
          <p:cNvSpPr>
            <a:spLocks noGrp="1"/>
          </p:cNvSpPr>
          <p:nvPr>
            <p:ph type="title"/>
          </p:nvPr>
        </p:nvSpPr>
        <p:spPr/>
        <p:txBody>
          <a:bodyPr>
            <a:normAutofit/>
          </a:bodyPr>
          <a:lstStyle/>
          <a:p>
            <a:r>
              <a:rPr lang="en-US" dirty="0"/>
              <a:t>Agenda</a:t>
            </a:r>
          </a:p>
        </p:txBody>
      </p:sp>
      <p:sp>
        <p:nvSpPr>
          <p:cNvPr id="30" name="TextBox 29">
            <a:extLst>
              <a:ext uri="{FF2B5EF4-FFF2-40B4-BE49-F238E27FC236}">
                <a16:creationId xmlns:a16="http://schemas.microsoft.com/office/drawing/2014/main" id="{B167050C-D6A1-F322-EBAD-C0D68B3F2C6E}"/>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7" name="Picture placeholder" descr="Image placeholder">
            <a:extLst>
              <a:ext uri="{FF2B5EF4-FFF2-40B4-BE49-F238E27FC236}">
                <a16:creationId xmlns:a16="http://schemas.microsoft.com/office/drawing/2014/main" id="{02B596D2-48A9-673D-EFB6-711E785A8DF3}"/>
              </a:ext>
            </a:extLst>
          </p:cNvPr>
          <p:cNvPicPr>
            <a:picLocks noGrp="1" noChangeAspect="1"/>
          </p:cNvPicPr>
          <p:nvPr>
            <p:ph type="pic" sz="quarter" idx="12"/>
          </p:nvPr>
        </p:nvPicPr>
        <p:blipFill>
          <a:blip r:embed="rId3"/>
          <a:srcRect l="51" r="51"/>
          <a:stretch/>
        </p:blipFill>
        <p:spPr/>
      </p:pic>
      <p:sp>
        <p:nvSpPr>
          <p:cNvPr id="6" name="Text Placeholder 5">
            <a:extLst>
              <a:ext uri="{FF2B5EF4-FFF2-40B4-BE49-F238E27FC236}">
                <a16:creationId xmlns:a16="http://schemas.microsoft.com/office/drawing/2014/main" id="{C59AA275-F446-04DA-BF75-DDB260A192B5}"/>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71BD3D00-D0E5-78D5-06B4-03CB3CBAC27B}"/>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4124B482-7D9D-CB03-1979-970832CCD9F3}"/>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21FF0397-399B-A345-32F3-7A6B128D4F9B}"/>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F6B11B27-8564-7028-3CBF-E6B63F766EEE}"/>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9E00FDEA-FB8C-C75B-CC18-40070A6EA88C}"/>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A91B7162-70C4-E5BC-5A5B-A8031F65B9F7}"/>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3AB8DB0B-BF5F-A07A-4683-6142DF1C7792}"/>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ADA6B135-128D-82B5-59F6-71AC586A6390}"/>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5493D4E0-1BC2-0845-43FC-C66D8104C7ED}"/>
              </a:ext>
            </a:extLst>
          </p:cNvPr>
          <p:cNvSpPr>
            <a:spLocks noGrp="1"/>
          </p:cNvSpPr>
          <p:nvPr>
            <p:ph type="sldNum" idx="10"/>
          </p:nvPr>
        </p:nvSpPr>
        <p:spPr/>
        <p:txBody>
          <a:bodyPr/>
          <a:lstStyle/>
          <a:p>
            <a:fld id="{00000000-1234-1234-1234-123412341234}" type="slidenum">
              <a:rPr lang="en" smtClean="0"/>
              <a:pPr/>
              <a:t>13</a:t>
            </a:fld>
            <a:endParaRPr lang="en" dirty="0"/>
          </a:p>
        </p:txBody>
      </p:sp>
    </p:spTree>
    <p:extLst>
      <p:ext uri="{BB962C8B-B14F-4D97-AF65-F5344CB8AC3E}">
        <p14:creationId xmlns:p14="http://schemas.microsoft.com/office/powerpoint/2010/main" val="1380931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C9A9-C725-68F9-387F-4563111E4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7A2C0-A1E6-8E3E-CD65-25A3B88D4C9B}"/>
              </a:ext>
            </a:extLst>
          </p:cNvPr>
          <p:cNvSpPr>
            <a:spLocks noGrp="1"/>
          </p:cNvSpPr>
          <p:nvPr>
            <p:ph type="title"/>
          </p:nvPr>
        </p:nvSpPr>
        <p:spPr/>
        <p:txBody>
          <a:bodyPr>
            <a:normAutofit/>
          </a:bodyPr>
          <a:lstStyle/>
          <a:p>
            <a:r>
              <a:rPr lang="en-US" dirty="0">
                <a:solidFill>
                  <a:schemeClr val="accent1"/>
                </a:solidFill>
              </a:rPr>
              <a:t>Agenda 1 </a:t>
            </a:r>
          </a:p>
        </p:txBody>
      </p:sp>
      <p:sp>
        <p:nvSpPr>
          <p:cNvPr id="35" name="TextBox 34">
            <a:extLst>
              <a:ext uri="{FF2B5EF4-FFF2-40B4-BE49-F238E27FC236}">
                <a16:creationId xmlns:a16="http://schemas.microsoft.com/office/drawing/2014/main" id="{58408E82-B4B3-DEB2-F012-5DD1283C1CDB}"/>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9" name="Picture Placeholder 27" descr="Image placeholder">
            <a:extLst>
              <a:ext uri="{FF2B5EF4-FFF2-40B4-BE49-F238E27FC236}">
                <a16:creationId xmlns:a16="http://schemas.microsoft.com/office/drawing/2014/main" id="{26C87D26-C122-E64E-552A-5FC2055C74E5}"/>
              </a:ext>
            </a:extLst>
          </p:cNvPr>
          <p:cNvPicPr>
            <a:picLocks noGrp="1" noChangeAspect="1"/>
          </p:cNvPicPr>
          <p:nvPr>
            <p:ph type="pic" sz="quarter" idx="12"/>
          </p:nvPr>
        </p:nvPicPr>
        <p:blipFill rotWithShape="1">
          <a:blip r:embed="rId3"/>
          <a:srcRect l="2236" r="2236"/>
          <a:stretch/>
        </p:blipFill>
        <p:spPr>
          <a:prstGeom prst="rect">
            <a:avLst/>
          </a:prstGeom>
        </p:spPr>
      </p:pic>
      <p:sp>
        <p:nvSpPr>
          <p:cNvPr id="6" name="Text Placeholder 5">
            <a:extLst>
              <a:ext uri="{FF2B5EF4-FFF2-40B4-BE49-F238E27FC236}">
                <a16:creationId xmlns:a16="http://schemas.microsoft.com/office/drawing/2014/main" id="{6B42812E-8537-7A1A-8DDD-B0C527413223}"/>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D3D0E3A9-92C7-C2A7-52A8-DE9B9FEE6270}"/>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45377B51-AA00-01F9-2207-C674C433838A}"/>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EC27BDF0-2D02-88A5-A4B8-B78C49DAF99A}"/>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739B77B9-63EB-9775-4592-4AE7548FF971}"/>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53AEDEC0-1997-93E4-93CA-8E4C3B7691E0}"/>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7FDF70ED-7AFB-2F7A-60ED-E663EA379360}"/>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E17FA726-6F91-A0D1-3276-0DC384FB1D85}"/>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EF0FA3B9-226B-2949-3FE6-72042E9C3832}"/>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6E72CF41-0ED6-AB14-4094-7A51C54E929F}"/>
              </a:ext>
            </a:extLst>
          </p:cNvPr>
          <p:cNvSpPr>
            <a:spLocks noGrp="1"/>
          </p:cNvSpPr>
          <p:nvPr>
            <p:ph type="sldNum" idx="10"/>
          </p:nvPr>
        </p:nvSpPr>
        <p:spPr/>
        <p:txBody>
          <a:bodyPr/>
          <a:lstStyle/>
          <a:p>
            <a:fld id="{00000000-1234-1234-1234-123412341234}" type="slidenum">
              <a:rPr lang="en" smtClean="0"/>
              <a:pPr/>
              <a:t>14</a:t>
            </a:fld>
            <a:endParaRPr lang="en" dirty="0"/>
          </a:p>
        </p:txBody>
      </p:sp>
    </p:spTree>
    <p:extLst>
      <p:ext uri="{BB962C8B-B14F-4D97-AF65-F5344CB8AC3E}">
        <p14:creationId xmlns:p14="http://schemas.microsoft.com/office/powerpoint/2010/main" val="3466366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6AAB-2635-67CD-269C-962717046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48ED1-E75A-6F28-5709-78A049200FE2}"/>
              </a:ext>
            </a:extLst>
          </p:cNvPr>
          <p:cNvSpPr>
            <a:spLocks noGrp="1"/>
          </p:cNvSpPr>
          <p:nvPr>
            <p:ph type="title"/>
          </p:nvPr>
        </p:nvSpPr>
        <p:spPr/>
        <p:txBody>
          <a:bodyPr>
            <a:normAutofit/>
          </a:bodyPr>
          <a:lstStyle/>
          <a:p>
            <a:r>
              <a:rPr lang="en-US" dirty="0">
                <a:solidFill>
                  <a:schemeClr val="accent1"/>
                </a:solidFill>
              </a:rPr>
              <a:t>Agenda 2</a:t>
            </a:r>
          </a:p>
        </p:txBody>
      </p:sp>
      <p:sp>
        <p:nvSpPr>
          <p:cNvPr id="7" name="TextBox 6">
            <a:extLst>
              <a:ext uri="{FF2B5EF4-FFF2-40B4-BE49-F238E27FC236}">
                <a16:creationId xmlns:a16="http://schemas.microsoft.com/office/drawing/2014/main" id="{0A7AF118-9A1D-064E-ECDB-A5CA206830FC}"/>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11" name="Picture Placeholder 10" descr="Image placeholder">
            <a:extLst>
              <a:ext uri="{FF2B5EF4-FFF2-40B4-BE49-F238E27FC236}">
                <a16:creationId xmlns:a16="http://schemas.microsoft.com/office/drawing/2014/main" id="{FAE09350-8C12-2FE0-C3A7-22E1033653DA}"/>
              </a:ext>
            </a:extLst>
          </p:cNvPr>
          <p:cNvPicPr>
            <a:picLocks noGrp="1" noChangeAspect="1"/>
          </p:cNvPicPr>
          <p:nvPr>
            <p:ph type="pic" sz="quarter" idx="12"/>
          </p:nvPr>
        </p:nvPicPr>
        <p:blipFill>
          <a:blip r:embed="rId3"/>
          <a:srcRect l="2236" r="2236"/>
          <a:stretch/>
        </p:blipFill>
        <p:spPr>
          <a:prstGeom prst="rect">
            <a:avLst/>
          </a:prstGeom>
        </p:spPr>
      </p:pic>
      <p:sp>
        <p:nvSpPr>
          <p:cNvPr id="6" name="Text Placeholder 5">
            <a:extLst>
              <a:ext uri="{FF2B5EF4-FFF2-40B4-BE49-F238E27FC236}">
                <a16:creationId xmlns:a16="http://schemas.microsoft.com/office/drawing/2014/main" id="{ED0F2ECD-6BCA-B59B-92D1-C53616434797}"/>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DECEED09-70CC-275A-232F-6EDA240106FD}"/>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196224EF-AA07-95A7-6442-5B7CBDB0B81A}"/>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5477E4C9-FAD4-5B3C-91CF-27C8E84DEA3E}"/>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5023FEDE-2230-86A8-474B-92772D9CA7FA}"/>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75A74C7D-B652-3B15-3A81-0D8DBF5C64E9}"/>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D970371C-FB8E-9FEF-CF9A-19680F9BDD1F}"/>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8D23286D-3989-DAFC-A422-C608E1CA1201}"/>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6C2033FD-5396-7BDE-7D09-2DA370F2ED3A}"/>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94CB640E-31C5-F586-2642-1AB318675B88}"/>
              </a:ext>
            </a:extLst>
          </p:cNvPr>
          <p:cNvSpPr>
            <a:spLocks noGrp="1"/>
          </p:cNvSpPr>
          <p:nvPr>
            <p:ph type="sldNum" idx="10"/>
          </p:nvPr>
        </p:nvSpPr>
        <p:spPr/>
        <p:txBody>
          <a:bodyPr/>
          <a:lstStyle/>
          <a:p>
            <a:fld id="{00000000-1234-1234-1234-123412341234}" type="slidenum">
              <a:rPr lang="en" smtClean="0"/>
              <a:pPr/>
              <a:t>15</a:t>
            </a:fld>
            <a:endParaRPr lang="en" dirty="0"/>
          </a:p>
        </p:txBody>
      </p:sp>
    </p:spTree>
    <p:extLst>
      <p:ext uri="{BB962C8B-B14F-4D97-AF65-F5344CB8AC3E}">
        <p14:creationId xmlns:p14="http://schemas.microsoft.com/office/powerpoint/2010/main" val="1850924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7900-FFAD-BF7F-530C-997201AA6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0A5F9-5A77-798D-E3DE-3BBE71D06A63}"/>
              </a:ext>
            </a:extLst>
          </p:cNvPr>
          <p:cNvSpPr>
            <a:spLocks noGrp="1"/>
          </p:cNvSpPr>
          <p:nvPr>
            <p:ph type="title"/>
          </p:nvPr>
        </p:nvSpPr>
        <p:spPr/>
        <p:txBody>
          <a:bodyPr>
            <a:normAutofit/>
          </a:bodyPr>
          <a:lstStyle/>
          <a:p>
            <a:r>
              <a:rPr lang="en-US" dirty="0">
                <a:solidFill>
                  <a:schemeClr val="accent1"/>
                </a:solidFill>
              </a:rPr>
              <a:t>Agenda 3</a:t>
            </a:r>
          </a:p>
        </p:txBody>
      </p:sp>
      <p:sp>
        <p:nvSpPr>
          <p:cNvPr id="7" name="TextBox 6">
            <a:extLst>
              <a:ext uri="{FF2B5EF4-FFF2-40B4-BE49-F238E27FC236}">
                <a16:creationId xmlns:a16="http://schemas.microsoft.com/office/drawing/2014/main" id="{2152FB95-F162-D2DB-90D7-170B643212C5}"/>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10" name="Picture Placeholder 9" descr="Image placeholder">
            <a:extLst>
              <a:ext uri="{FF2B5EF4-FFF2-40B4-BE49-F238E27FC236}">
                <a16:creationId xmlns:a16="http://schemas.microsoft.com/office/drawing/2014/main" id="{6734B598-7D94-AB0B-0B88-2B5FEAD1BE3C}"/>
              </a:ext>
            </a:extLst>
          </p:cNvPr>
          <p:cNvPicPr>
            <a:picLocks noGrp="1" noChangeAspect="1"/>
          </p:cNvPicPr>
          <p:nvPr>
            <p:ph type="pic" sz="quarter" idx="12"/>
          </p:nvPr>
        </p:nvPicPr>
        <p:blipFill>
          <a:blip r:embed="rId3"/>
          <a:srcRect l="2236" r="2236"/>
          <a:stretch/>
        </p:blipFill>
        <p:spPr>
          <a:prstGeom prst="rect">
            <a:avLst/>
          </a:prstGeom>
        </p:spPr>
      </p:pic>
      <p:sp>
        <p:nvSpPr>
          <p:cNvPr id="6" name="Text Placeholder 5">
            <a:extLst>
              <a:ext uri="{FF2B5EF4-FFF2-40B4-BE49-F238E27FC236}">
                <a16:creationId xmlns:a16="http://schemas.microsoft.com/office/drawing/2014/main" id="{5C8FFA8D-4F36-BF92-8C3D-3E3DA5479CAF}"/>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73FF4DE2-DE34-2E17-8E5A-6C989B092D28}"/>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ED462BF0-5C03-C210-AC64-30F0181E51E1}"/>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86EA9AEF-4A96-ED96-C35E-FB1EBB1C59C3}"/>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C5AEE61B-02B6-CF4D-BEE8-DC7BD46CD0B0}"/>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AE85935F-6D75-30B7-CEDC-5D408A1D984E}"/>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A25E0F95-210D-4F7A-C71B-277DD9A60783}"/>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42C32D2E-E7F8-2EB2-DCC9-9A6B0688DC42}"/>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B926587D-F348-6962-84B9-4B6921819D57}"/>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95C862C-BE63-92CC-924A-0619A72A381D}"/>
              </a:ext>
            </a:extLst>
          </p:cNvPr>
          <p:cNvSpPr>
            <a:spLocks noGrp="1"/>
          </p:cNvSpPr>
          <p:nvPr>
            <p:ph type="sldNum" idx="10"/>
          </p:nvPr>
        </p:nvSpPr>
        <p:spPr/>
        <p:txBody>
          <a:bodyPr/>
          <a:lstStyle/>
          <a:p>
            <a:fld id="{00000000-1234-1234-1234-123412341234}" type="slidenum">
              <a:rPr lang="en" smtClean="0"/>
              <a:pPr/>
              <a:t>16</a:t>
            </a:fld>
            <a:endParaRPr lang="en" dirty="0"/>
          </a:p>
        </p:txBody>
      </p:sp>
    </p:spTree>
    <p:extLst>
      <p:ext uri="{BB962C8B-B14F-4D97-AF65-F5344CB8AC3E}">
        <p14:creationId xmlns:p14="http://schemas.microsoft.com/office/powerpoint/2010/main" val="1140423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2580F-3A40-418A-B43D-431D98140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B3173-90F9-8936-94B2-6B1E445E1A5B}"/>
              </a:ext>
            </a:extLst>
          </p:cNvPr>
          <p:cNvSpPr>
            <a:spLocks noGrp="1"/>
          </p:cNvSpPr>
          <p:nvPr>
            <p:ph type="title"/>
          </p:nvPr>
        </p:nvSpPr>
        <p:spPr/>
        <p:txBody>
          <a:bodyPr>
            <a:normAutofit/>
          </a:bodyPr>
          <a:lstStyle/>
          <a:p>
            <a:r>
              <a:rPr lang="en-US" dirty="0">
                <a:solidFill>
                  <a:schemeClr val="accent1"/>
                </a:solidFill>
              </a:rPr>
              <a:t>Agenda 4</a:t>
            </a:r>
          </a:p>
        </p:txBody>
      </p:sp>
      <p:sp>
        <p:nvSpPr>
          <p:cNvPr id="7" name="TextBox 6">
            <a:extLst>
              <a:ext uri="{FF2B5EF4-FFF2-40B4-BE49-F238E27FC236}">
                <a16:creationId xmlns:a16="http://schemas.microsoft.com/office/drawing/2014/main" id="{A92D3E34-B37C-58A8-3033-2454F6B404EA}"/>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10" name="Picture Placeholder 9" descr="Image placeholder">
            <a:extLst>
              <a:ext uri="{FF2B5EF4-FFF2-40B4-BE49-F238E27FC236}">
                <a16:creationId xmlns:a16="http://schemas.microsoft.com/office/drawing/2014/main" id="{476FC3EF-B30B-C503-05B5-B97758406BBE}"/>
              </a:ext>
            </a:extLst>
          </p:cNvPr>
          <p:cNvPicPr>
            <a:picLocks noGrp="1" noChangeAspect="1"/>
          </p:cNvPicPr>
          <p:nvPr>
            <p:ph type="pic" sz="quarter" idx="12"/>
          </p:nvPr>
        </p:nvPicPr>
        <p:blipFill>
          <a:blip r:embed="rId3"/>
          <a:srcRect l="2236" r="2236"/>
          <a:stretch/>
        </p:blipFill>
        <p:spPr>
          <a:prstGeom prst="rect">
            <a:avLst/>
          </a:prstGeom>
        </p:spPr>
      </p:pic>
      <p:sp>
        <p:nvSpPr>
          <p:cNvPr id="6" name="Text Placeholder 5">
            <a:extLst>
              <a:ext uri="{FF2B5EF4-FFF2-40B4-BE49-F238E27FC236}">
                <a16:creationId xmlns:a16="http://schemas.microsoft.com/office/drawing/2014/main" id="{A0A3ED3B-B941-5570-7394-20F2F3818A6E}"/>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9768625D-4DE4-0D33-41AA-B4C99C583D85}"/>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EA182063-E66D-0D8C-033B-34851521978B}"/>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A49DC447-CD82-B138-4559-1692A3F2E34F}"/>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BBBE2787-913B-1CDD-C9B8-BA0243539F01}"/>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BAAA096F-5222-5586-A27C-A1455E31C6D5}"/>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738E77A8-EA26-938B-02C6-26682043C259}"/>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15531E06-46C9-80CF-2A1C-DA14C984B8F8}"/>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B6B6F03E-EA7D-36AC-B355-A6A7BC5965E9}"/>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B2CC8E25-C884-2E1A-0E42-B358FE6EA22A}"/>
              </a:ext>
            </a:extLst>
          </p:cNvPr>
          <p:cNvSpPr>
            <a:spLocks noGrp="1"/>
          </p:cNvSpPr>
          <p:nvPr>
            <p:ph type="sldNum" idx="10"/>
          </p:nvPr>
        </p:nvSpPr>
        <p:spPr/>
        <p:txBody>
          <a:bodyPr/>
          <a:lstStyle/>
          <a:p>
            <a:fld id="{00000000-1234-1234-1234-123412341234}" type="slidenum">
              <a:rPr lang="en" smtClean="0"/>
              <a:pPr/>
              <a:t>17</a:t>
            </a:fld>
            <a:endParaRPr lang="en" dirty="0"/>
          </a:p>
        </p:txBody>
      </p:sp>
    </p:spTree>
    <p:extLst>
      <p:ext uri="{BB962C8B-B14F-4D97-AF65-F5344CB8AC3E}">
        <p14:creationId xmlns:p14="http://schemas.microsoft.com/office/powerpoint/2010/main" val="1914353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44BB0-34A6-3BF3-7C19-577A5C4E4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E9A9C-A1EB-19CB-2051-FFCADE150A97}"/>
              </a:ext>
            </a:extLst>
          </p:cNvPr>
          <p:cNvSpPr>
            <a:spLocks noGrp="1"/>
          </p:cNvSpPr>
          <p:nvPr>
            <p:ph type="title"/>
          </p:nvPr>
        </p:nvSpPr>
        <p:spPr/>
        <p:txBody>
          <a:bodyPr>
            <a:normAutofit/>
          </a:bodyPr>
          <a:lstStyle/>
          <a:p>
            <a:r>
              <a:rPr lang="en-US" dirty="0">
                <a:solidFill>
                  <a:schemeClr val="accent1"/>
                </a:solidFill>
              </a:rPr>
              <a:t>Agenda 5</a:t>
            </a:r>
          </a:p>
        </p:txBody>
      </p:sp>
      <p:sp>
        <p:nvSpPr>
          <p:cNvPr id="8" name="TextBox 7">
            <a:extLst>
              <a:ext uri="{FF2B5EF4-FFF2-40B4-BE49-F238E27FC236}">
                <a16:creationId xmlns:a16="http://schemas.microsoft.com/office/drawing/2014/main" id="{EA8C0AAE-9674-2F7F-5AB3-0B13D1EEFBB9}"/>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format the list and customize the image.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10" name="Picture Placeholder 9" descr="Image placeholder">
            <a:extLst>
              <a:ext uri="{FF2B5EF4-FFF2-40B4-BE49-F238E27FC236}">
                <a16:creationId xmlns:a16="http://schemas.microsoft.com/office/drawing/2014/main" id="{6A4F6A9D-89FE-FAC6-26BE-AA10AEF59C84}"/>
              </a:ext>
            </a:extLst>
          </p:cNvPr>
          <p:cNvPicPr>
            <a:picLocks noGrp="1" noChangeAspect="1"/>
          </p:cNvPicPr>
          <p:nvPr>
            <p:ph type="pic" sz="quarter" idx="12"/>
          </p:nvPr>
        </p:nvPicPr>
        <p:blipFill>
          <a:blip r:embed="rId3"/>
          <a:srcRect l="2241" r="2241"/>
          <a:stretch/>
        </p:blipFill>
        <p:spPr>
          <a:prstGeom prst="rect">
            <a:avLst/>
          </a:prstGeom>
        </p:spPr>
      </p:pic>
      <p:sp>
        <p:nvSpPr>
          <p:cNvPr id="6" name="Text Placeholder 5">
            <a:extLst>
              <a:ext uri="{FF2B5EF4-FFF2-40B4-BE49-F238E27FC236}">
                <a16:creationId xmlns:a16="http://schemas.microsoft.com/office/drawing/2014/main" id="{EB635D58-B857-282A-2833-00371138B9DB}"/>
              </a:ext>
            </a:extLst>
          </p:cNvPr>
          <p:cNvSpPr>
            <a:spLocks noGrp="1"/>
          </p:cNvSpPr>
          <p:nvPr>
            <p:ph type="body" sz="quarter" idx="13"/>
          </p:nvPr>
        </p:nvSpPr>
        <p:spPr/>
        <p:txBody>
          <a:bodyPr>
            <a:normAutofit/>
          </a:bodyPr>
          <a:lstStyle/>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a:p>
            <a:r>
              <a:rPr lang="en-US" dirty="0"/>
              <a:t>Lorem Ipsum</a:t>
            </a:r>
          </a:p>
        </p:txBody>
      </p:sp>
      <p:grpSp>
        <p:nvGrpSpPr>
          <p:cNvPr id="27" name="Group 26" descr="Text list">
            <a:extLst>
              <a:ext uri="{FF2B5EF4-FFF2-40B4-BE49-F238E27FC236}">
                <a16:creationId xmlns:a16="http://schemas.microsoft.com/office/drawing/2014/main" id="{07D857E8-AC73-CDDF-F8CA-2FE18CE987C0}"/>
              </a:ext>
            </a:extLst>
          </p:cNvPr>
          <p:cNvGrpSpPr/>
          <p:nvPr/>
        </p:nvGrpSpPr>
        <p:grpSpPr>
          <a:xfrm>
            <a:off x="6943840" y="1835830"/>
            <a:ext cx="4638561" cy="3266833"/>
            <a:chOff x="5207879" y="1395922"/>
            <a:chExt cx="3478921" cy="2450125"/>
          </a:xfrm>
        </p:grpSpPr>
        <p:cxnSp>
          <p:nvCxnSpPr>
            <p:cNvPr id="16" name="Divider line 06">
              <a:extLst>
                <a:ext uri="{FF2B5EF4-FFF2-40B4-BE49-F238E27FC236}">
                  <a16:creationId xmlns:a16="http://schemas.microsoft.com/office/drawing/2014/main" id="{ABB4D96D-6816-B35D-180C-B7C74C0643C6}"/>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7731DE56-8D3F-787B-591E-E064C3D0E99A}"/>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29EEA87B-F9B5-6E8C-8049-B82B5688B7BE}"/>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92CDFAD5-E605-7A95-C25E-445D4207D9D4}"/>
                </a:ext>
              </a:extLst>
            </p:cNvPr>
            <p:cNvCxnSpPr>
              <a:cxnSpLocks/>
            </p:cNvCxnSpPr>
            <p:nvPr/>
          </p:nvCxnSpPr>
          <p:spPr>
            <a:xfrm>
              <a:off x="5207879"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55992B4E-7F68-26E3-6EE8-FDAF36E8E310}"/>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67341931-B80E-ABC5-C457-CF9B2A362D0E}"/>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40B75300-609C-4BD6-B7AE-9C115CA9EDAB}"/>
              </a:ext>
            </a:extLst>
          </p:cNvPr>
          <p:cNvSpPr>
            <a:spLocks noGrp="1"/>
          </p:cNvSpPr>
          <p:nvPr>
            <p:ph type="ftr" sz="quarter" idx="11"/>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792F9A31-1B3A-431D-67B6-D66E21A946E0}"/>
              </a:ext>
            </a:extLst>
          </p:cNvPr>
          <p:cNvSpPr>
            <a:spLocks noGrp="1"/>
          </p:cNvSpPr>
          <p:nvPr>
            <p:ph type="sldNum" idx="10"/>
          </p:nvPr>
        </p:nvSpPr>
        <p:spPr/>
        <p:txBody>
          <a:bodyPr/>
          <a:lstStyle/>
          <a:p>
            <a:fld id="{00000000-1234-1234-1234-123412341234}" type="slidenum">
              <a:rPr lang="en" smtClean="0"/>
              <a:pPr/>
              <a:t>18</a:t>
            </a:fld>
            <a:endParaRPr lang="en" dirty="0"/>
          </a:p>
        </p:txBody>
      </p:sp>
    </p:spTree>
    <p:extLst>
      <p:ext uri="{BB962C8B-B14F-4D97-AF65-F5344CB8AC3E}">
        <p14:creationId xmlns:p14="http://schemas.microsoft.com/office/powerpoint/2010/main" val="3290134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0CFBBF-3B14-666D-1D93-533A9EB0D1D9}"/>
              </a:ext>
            </a:extLst>
          </p:cNvPr>
          <p:cNvSpPr>
            <a:spLocks noGrp="1"/>
          </p:cNvSpPr>
          <p:nvPr>
            <p:ph type="title"/>
          </p:nvPr>
        </p:nvSpPr>
        <p:spPr/>
        <p:txBody>
          <a:bodyPr/>
          <a:lstStyle/>
          <a:p>
            <a:r>
              <a:rPr lang="en-US" dirty="0"/>
              <a:t>Meet the Team</a:t>
            </a:r>
          </a:p>
        </p:txBody>
      </p:sp>
      <p:sp>
        <p:nvSpPr>
          <p:cNvPr id="42" name="TextBox 41">
            <a:extLst>
              <a:ext uri="{FF2B5EF4-FFF2-40B4-BE49-F238E27FC236}">
                <a16:creationId xmlns:a16="http://schemas.microsoft.com/office/drawing/2014/main" id="{86D572E8-6443-C64F-70D4-BCFA9771ADA3}"/>
              </a:ext>
            </a:extLst>
          </p:cNvPr>
          <p:cNvSpPr txBox="1"/>
          <p:nvPr/>
        </p:nvSpPr>
        <p:spPr>
          <a:xfrm>
            <a:off x="9326881" y="100584"/>
            <a:ext cx="2762383" cy="585994"/>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use this slide.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pic>
        <p:nvPicPr>
          <p:cNvPr id="55" name="Profile picture" descr="Picture profile placeholder">
            <a:extLst>
              <a:ext uri="{FF2B5EF4-FFF2-40B4-BE49-F238E27FC236}">
                <a16:creationId xmlns:a16="http://schemas.microsoft.com/office/drawing/2014/main" id="{189513D8-50EB-90BB-2342-EE0E80E7F0BC}"/>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l="515" r="515"/>
          <a:stretch/>
        </p:blipFill>
        <p:spPr>
          <a:noFill/>
        </p:spPr>
      </p:pic>
      <p:sp>
        <p:nvSpPr>
          <p:cNvPr id="52" name="Text Placeholder 51">
            <a:extLst>
              <a:ext uri="{FF2B5EF4-FFF2-40B4-BE49-F238E27FC236}">
                <a16:creationId xmlns:a16="http://schemas.microsoft.com/office/drawing/2014/main" id="{E63613E3-4CBE-4E1F-A1C6-50139A39224E}"/>
              </a:ext>
            </a:extLst>
          </p:cNvPr>
          <p:cNvSpPr>
            <a:spLocks noGrp="1"/>
          </p:cNvSpPr>
          <p:nvPr>
            <p:ph type="body" sz="quarter" idx="15"/>
          </p:nvPr>
        </p:nvSpPr>
        <p:spPr/>
        <p:txBody>
          <a:bodyPr/>
          <a:lstStyle/>
          <a:p>
            <a:r>
              <a:rPr lang="en-US" dirty="0"/>
              <a:t>Name</a:t>
            </a:r>
          </a:p>
          <a:p>
            <a:pPr lvl="1"/>
            <a:r>
              <a:rPr lang="en-US" dirty="0"/>
              <a:t>Title</a:t>
            </a:r>
          </a:p>
        </p:txBody>
      </p:sp>
      <p:pic>
        <p:nvPicPr>
          <p:cNvPr id="63" name="Profile picture" descr="Picture profile placeholder">
            <a:extLst>
              <a:ext uri="{FF2B5EF4-FFF2-40B4-BE49-F238E27FC236}">
                <a16:creationId xmlns:a16="http://schemas.microsoft.com/office/drawing/2014/main" id="{4B15C475-72FF-CE68-6A3F-5FEA01C2E3A1}"/>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l="563" r="563"/>
          <a:stretch/>
        </p:blipFill>
        <p:spPr>
          <a:noFill/>
        </p:spPr>
      </p:pic>
      <p:sp>
        <p:nvSpPr>
          <p:cNvPr id="18" name="Text Placeholder 17">
            <a:extLst>
              <a:ext uri="{FF2B5EF4-FFF2-40B4-BE49-F238E27FC236}">
                <a16:creationId xmlns:a16="http://schemas.microsoft.com/office/drawing/2014/main" id="{A73FF634-04D8-5387-03B7-79492F361A06}"/>
              </a:ext>
            </a:extLst>
          </p:cNvPr>
          <p:cNvSpPr>
            <a:spLocks noGrp="1"/>
          </p:cNvSpPr>
          <p:nvPr>
            <p:ph type="body" sz="quarter" idx="16"/>
          </p:nvPr>
        </p:nvSpPr>
        <p:spPr/>
        <p:txBody>
          <a:bodyPr/>
          <a:lstStyle/>
          <a:p>
            <a:r>
              <a:rPr lang="en-US" dirty="0"/>
              <a:t>Name</a:t>
            </a:r>
          </a:p>
          <a:p>
            <a:pPr lvl="1"/>
            <a:r>
              <a:rPr lang="en-US" dirty="0"/>
              <a:t>Title</a:t>
            </a:r>
          </a:p>
        </p:txBody>
      </p:sp>
      <p:pic>
        <p:nvPicPr>
          <p:cNvPr id="24" name="Profile picture" descr="Picture profile placeholder">
            <a:extLst>
              <a:ext uri="{FF2B5EF4-FFF2-40B4-BE49-F238E27FC236}">
                <a16:creationId xmlns:a16="http://schemas.microsoft.com/office/drawing/2014/main" id="{815BD6D3-0446-E342-5AA1-0440129D102E}"/>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l="515" r="515"/>
          <a:stretch/>
        </p:blipFill>
        <p:spPr>
          <a:noFill/>
        </p:spPr>
      </p:pic>
      <p:sp>
        <p:nvSpPr>
          <p:cNvPr id="19" name="Text Placeholder 18">
            <a:extLst>
              <a:ext uri="{FF2B5EF4-FFF2-40B4-BE49-F238E27FC236}">
                <a16:creationId xmlns:a16="http://schemas.microsoft.com/office/drawing/2014/main" id="{747EA928-6410-107D-1E69-D7DC4361C0E1}"/>
              </a:ext>
            </a:extLst>
          </p:cNvPr>
          <p:cNvSpPr>
            <a:spLocks noGrp="1"/>
          </p:cNvSpPr>
          <p:nvPr>
            <p:ph type="body" sz="quarter" idx="17"/>
          </p:nvPr>
        </p:nvSpPr>
        <p:spPr/>
        <p:txBody>
          <a:bodyPr/>
          <a:lstStyle/>
          <a:p>
            <a:r>
              <a:rPr lang="en-US" dirty="0"/>
              <a:t>Name</a:t>
            </a:r>
          </a:p>
          <a:p>
            <a:pPr lvl="1"/>
            <a:r>
              <a:rPr lang="en-US" dirty="0"/>
              <a:t>Title</a:t>
            </a:r>
          </a:p>
        </p:txBody>
      </p:sp>
      <p:sp>
        <p:nvSpPr>
          <p:cNvPr id="2" name="Footer Placeholder 1">
            <a:extLst>
              <a:ext uri="{FF2B5EF4-FFF2-40B4-BE49-F238E27FC236}">
                <a16:creationId xmlns:a16="http://schemas.microsoft.com/office/drawing/2014/main" id="{0D09D9A7-2650-4BAF-CA4E-E6871B94D7E1}"/>
              </a:ext>
            </a:extLst>
          </p:cNvPr>
          <p:cNvSpPr>
            <a:spLocks noGrp="1"/>
          </p:cNvSpPr>
          <p:nvPr>
            <p:ph type="ftr" sz="quarter" idx="10"/>
          </p:nvPr>
        </p:nvSpPr>
        <p:spPr>
          <a:xfrm>
            <a:off x="9192767"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1D581EF5-D29B-6E5C-D425-DEEBF4977E04}"/>
              </a:ext>
            </a:extLst>
          </p:cNvPr>
          <p:cNvSpPr>
            <a:spLocks noGrp="1"/>
          </p:cNvSpPr>
          <p:nvPr>
            <p:ph type="sldNum" sz="quarter" idx="11"/>
          </p:nvPr>
        </p:nvSpPr>
        <p:spPr/>
        <p:txBody>
          <a:bodyPr/>
          <a:lstStyle/>
          <a:p>
            <a:fld id="{48135D20-C3A1-FF4C-B4DB-BE449A9B144D}" type="slidenum">
              <a:rPr lang="en-US"/>
              <a:pPr/>
              <a:t>19</a:t>
            </a:fld>
            <a:endParaRPr lang="en-US"/>
          </a:p>
        </p:txBody>
      </p:sp>
      <p:cxnSp>
        <p:nvCxnSpPr>
          <p:cNvPr id="20" name="Divider line">
            <a:extLst>
              <a:ext uri="{FF2B5EF4-FFF2-40B4-BE49-F238E27FC236}">
                <a16:creationId xmlns:a16="http://schemas.microsoft.com/office/drawing/2014/main" id="{2EA6CCF1-4A0A-4A3F-7C62-E7E2D0B88CC4}"/>
              </a:ext>
              <a:ext uri="{C183D7F6-B498-43B3-948B-1728B52AA6E4}">
                <adec:decorative xmlns:adec="http://schemas.microsoft.com/office/drawing/2017/decorative" val="1"/>
              </a:ext>
            </a:extLst>
          </p:cNvPr>
          <p:cNvCxnSpPr>
            <a:cxnSpLocks/>
          </p:cNvCxnSpPr>
          <p:nvPr/>
        </p:nvCxnSpPr>
        <p:spPr>
          <a:xfrm>
            <a:off x="2152085" y="4579916"/>
            <a:ext cx="3900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Divider line">
            <a:extLst>
              <a:ext uri="{FF2B5EF4-FFF2-40B4-BE49-F238E27FC236}">
                <a16:creationId xmlns:a16="http://schemas.microsoft.com/office/drawing/2014/main" id="{305DA822-F817-FEE4-A68C-F5DB6321616C}"/>
              </a:ext>
              <a:ext uri="{C183D7F6-B498-43B3-948B-1728B52AA6E4}">
                <adec:decorative xmlns:adec="http://schemas.microsoft.com/office/drawing/2017/decorative" val="1"/>
              </a:ext>
            </a:extLst>
          </p:cNvPr>
          <p:cNvCxnSpPr>
            <a:cxnSpLocks/>
          </p:cNvCxnSpPr>
          <p:nvPr/>
        </p:nvCxnSpPr>
        <p:spPr>
          <a:xfrm>
            <a:off x="5909697" y="4579916"/>
            <a:ext cx="3900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Divider line">
            <a:extLst>
              <a:ext uri="{FF2B5EF4-FFF2-40B4-BE49-F238E27FC236}">
                <a16:creationId xmlns:a16="http://schemas.microsoft.com/office/drawing/2014/main" id="{21143F3B-231D-2BB8-B0F2-ED79AA4EBE30}"/>
              </a:ext>
              <a:ext uri="{C183D7F6-B498-43B3-948B-1728B52AA6E4}">
                <adec:decorative xmlns:adec="http://schemas.microsoft.com/office/drawing/2017/decorative" val="1"/>
              </a:ext>
            </a:extLst>
          </p:cNvPr>
          <p:cNvCxnSpPr>
            <a:cxnSpLocks/>
          </p:cNvCxnSpPr>
          <p:nvPr/>
        </p:nvCxnSpPr>
        <p:spPr>
          <a:xfrm>
            <a:off x="9665722" y="4579916"/>
            <a:ext cx="3900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1626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1EA3-94CC-B9DF-232C-7EBA986708FC}"/>
              </a:ext>
            </a:extLst>
          </p:cNvPr>
          <p:cNvSpPr>
            <a:spLocks noGrp="1"/>
          </p:cNvSpPr>
          <p:nvPr>
            <p:ph type="title"/>
          </p:nvPr>
        </p:nvSpPr>
        <p:spPr>
          <a:xfrm>
            <a:off x="621792" y="411480"/>
            <a:ext cx="11058144" cy="914400"/>
          </a:xfrm>
        </p:spPr>
        <p:txBody>
          <a:bodyPr>
            <a:noAutofit/>
          </a:bodyPr>
          <a:lstStyle/>
          <a:p>
            <a:r>
              <a:rPr lang="en-US" dirty="0"/>
              <a:t>Title and Content Layout</a:t>
            </a:r>
            <a:br>
              <a:rPr lang="en-US" dirty="0"/>
            </a:br>
            <a:r>
              <a:rPr lang="en-US" dirty="0"/>
              <a:t>Heading Line 2</a:t>
            </a:r>
          </a:p>
        </p:txBody>
      </p:sp>
      <p:sp>
        <p:nvSpPr>
          <p:cNvPr id="5" name="Content Placeholder 4">
            <a:extLst>
              <a:ext uri="{FF2B5EF4-FFF2-40B4-BE49-F238E27FC236}">
                <a16:creationId xmlns:a16="http://schemas.microsoft.com/office/drawing/2014/main" id="{4997A349-BC6A-4145-36D8-2C7817318DFC}"/>
              </a:ext>
            </a:extLst>
          </p:cNvPr>
          <p:cNvSpPr>
            <a:spLocks noGrp="1"/>
          </p:cNvSpPr>
          <p:nvPr>
            <p:ph sz="quarter" idx="12"/>
          </p:nvPr>
        </p:nvSpPr>
        <p:spPr/>
        <p:txBody>
          <a:bodyPr/>
          <a:lstStyle/>
          <a:p>
            <a:r>
              <a:rPr lang="en-US" dirty="0"/>
              <a:t>First-level text is Ringside Book 24 pt</a:t>
            </a:r>
          </a:p>
          <a:p>
            <a:pPr lvl="1"/>
            <a:r>
              <a:rPr lang="en-US" dirty="0"/>
              <a:t>Second-level text (use </a:t>
            </a:r>
            <a:r>
              <a:rPr lang="en-US" b="1" dirty="0"/>
              <a:t>Indent More </a:t>
            </a:r>
            <a:r>
              <a:rPr lang="en-US" dirty="0"/>
              <a:t>button from the </a:t>
            </a:r>
            <a:r>
              <a:rPr lang="en-US" b="1" dirty="0"/>
              <a:t>Ribbon</a:t>
            </a:r>
            <a:r>
              <a:rPr lang="en-US" dirty="0"/>
              <a:t>) is 20 pt</a:t>
            </a:r>
          </a:p>
          <a:p>
            <a:pPr lvl="2"/>
            <a:r>
              <a:rPr lang="en-US" dirty="0"/>
              <a:t>Third-level text (press tab key) is 16 pt</a:t>
            </a:r>
          </a:p>
          <a:p>
            <a:pPr lvl="3"/>
            <a:r>
              <a:rPr lang="en-US" dirty="0"/>
              <a:t>Fourth-level text (press tab key) is 14 pt</a:t>
            </a:r>
          </a:p>
          <a:p>
            <a:pPr lvl="3"/>
            <a:r>
              <a:rPr lang="en-US" dirty="0"/>
              <a:t>Ringside and ITC Garamond Std are the only fonts used in the template</a:t>
            </a:r>
          </a:p>
          <a:p>
            <a:pPr lvl="1"/>
            <a:r>
              <a:rPr lang="en-US" dirty="0"/>
              <a:t>All bulleted text is sentence case</a:t>
            </a:r>
          </a:p>
          <a:p>
            <a:pPr lvl="1"/>
            <a:r>
              <a:rPr lang="en-US" dirty="0"/>
              <a:t>Use </a:t>
            </a:r>
            <a:r>
              <a:rPr lang="en-US" dirty="0">
                <a:latin typeface="Arial" panose="020B0604020202020204" pitchFamily="34" charset="0"/>
              </a:rPr>
              <a:t>bold</a:t>
            </a:r>
            <a:r>
              <a:rPr lang="en-US" dirty="0"/>
              <a:t>, </a:t>
            </a:r>
            <a:r>
              <a:rPr lang="en-US" dirty="0">
                <a:solidFill>
                  <a:schemeClr val="tx2"/>
                </a:solidFill>
              </a:rPr>
              <a:t>color</a:t>
            </a:r>
            <a:r>
              <a:rPr lang="en-US" dirty="0"/>
              <a:t>, or </a:t>
            </a:r>
            <a:r>
              <a:rPr lang="en-US" dirty="0">
                <a:solidFill>
                  <a:schemeClr val="tx2"/>
                </a:solidFill>
                <a:latin typeface="Arial" panose="020B0604020202020204" pitchFamily="34" charset="0"/>
              </a:rPr>
              <a:t>both</a:t>
            </a:r>
            <a:r>
              <a:rPr lang="en-US" dirty="0"/>
              <a:t> to emphasize text</a:t>
            </a:r>
          </a:p>
        </p:txBody>
      </p:sp>
      <p:sp>
        <p:nvSpPr>
          <p:cNvPr id="3" name="Footer Placeholder 2">
            <a:extLst>
              <a:ext uri="{FF2B5EF4-FFF2-40B4-BE49-F238E27FC236}">
                <a16:creationId xmlns:a16="http://schemas.microsoft.com/office/drawing/2014/main" id="{3D33CD12-994C-0E5F-FCDE-EBCD888E5011}"/>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9108E0D2-4563-57AA-B59B-BDBDE86BA83D}"/>
              </a:ext>
            </a:extLst>
          </p:cNvPr>
          <p:cNvSpPr>
            <a:spLocks noGrp="1"/>
          </p:cNvSpPr>
          <p:nvPr>
            <p:ph type="sldNum" sz="quarter" idx="11"/>
          </p:nvPr>
        </p:nvSpPr>
        <p:spPr/>
        <p:txBody>
          <a:bodyPr/>
          <a:lstStyle/>
          <a:p>
            <a:fld id="{48135D20-C3A1-FF4C-B4DB-BE449A9B144D}" type="slidenum">
              <a:rPr lang="en-US"/>
              <a:pPr/>
              <a:t>20</a:t>
            </a:fld>
            <a:endParaRPr lang="en-US"/>
          </a:p>
        </p:txBody>
      </p:sp>
    </p:spTree>
    <p:extLst>
      <p:ext uri="{BB962C8B-B14F-4D97-AF65-F5344CB8AC3E}">
        <p14:creationId xmlns:p14="http://schemas.microsoft.com/office/powerpoint/2010/main" val="178614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8296-8331-52C9-B35C-C15D13F92FDC}"/>
              </a:ext>
            </a:extLst>
          </p:cNvPr>
          <p:cNvSpPr>
            <a:spLocks noGrp="1"/>
          </p:cNvSpPr>
          <p:nvPr>
            <p:ph type="title"/>
          </p:nvPr>
        </p:nvSpPr>
        <p:spPr/>
        <p:txBody>
          <a:bodyPr/>
          <a:lstStyle/>
          <a:p>
            <a:r>
              <a:rPr lang="en-US" dirty="0"/>
              <a:t>Sample Table</a:t>
            </a:r>
          </a:p>
        </p:txBody>
      </p:sp>
      <p:graphicFrame>
        <p:nvGraphicFramePr>
          <p:cNvPr id="9" name="Content Placeholder 8">
            <a:extLst>
              <a:ext uri="{FF2B5EF4-FFF2-40B4-BE49-F238E27FC236}">
                <a16:creationId xmlns:a16="http://schemas.microsoft.com/office/drawing/2014/main" id="{5A2A3AEF-4F96-6544-30FD-A67F6706BBD6}"/>
              </a:ext>
            </a:extLst>
          </p:cNvPr>
          <p:cNvGraphicFramePr>
            <a:graphicFrameLocks noGrp="1"/>
          </p:cNvGraphicFramePr>
          <p:nvPr>
            <p:ph sz="quarter" idx="12"/>
            <p:extLst>
              <p:ext uri="{D42A27DB-BD31-4B8C-83A1-F6EECF244321}">
                <p14:modId xmlns:p14="http://schemas.microsoft.com/office/powerpoint/2010/main" val="3128676403"/>
              </p:ext>
            </p:extLst>
          </p:nvPr>
        </p:nvGraphicFramePr>
        <p:xfrm>
          <a:off x="609600" y="1828800"/>
          <a:ext cx="11058525" cy="3698850"/>
        </p:xfrm>
        <a:graphic>
          <a:graphicData uri="http://schemas.openxmlformats.org/drawingml/2006/table">
            <a:tbl>
              <a:tblPr firstRow="1" bandRow="1">
                <a:tableStyleId>{3B4B98B0-60AC-42C2-AFA5-B58CD77FA1E5}</a:tableStyleId>
              </a:tblPr>
              <a:tblGrid>
                <a:gridCol w="2211705">
                  <a:extLst>
                    <a:ext uri="{9D8B030D-6E8A-4147-A177-3AD203B41FA5}">
                      <a16:colId xmlns:a16="http://schemas.microsoft.com/office/drawing/2014/main" val="2178160108"/>
                    </a:ext>
                  </a:extLst>
                </a:gridCol>
                <a:gridCol w="2211705">
                  <a:extLst>
                    <a:ext uri="{9D8B030D-6E8A-4147-A177-3AD203B41FA5}">
                      <a16:colId xmlns:a16="http://schemas.microsoft.com/office/drawing/2014/main" val="295347946"/>
                    </a:ext>
                  </a:extLst>
                </a:gridCol>
                <a:gridCol w="2211705">
                  <a:extLst>
                    <a:ext uri="{9D8B030D-6E8A-4147-A177-3AD203B41FA5}">
                      <a16:colId xmlns:a16="http://schemas.microsoft.com/office/drawing/2014/main" val="2849565863"/>
                    </a:ext>
                  </a:extLst>
                </a:gridCol>
                <a:gridCol w="2211705">
                  <a:extLst>
                    <a:ext uri="{9D8B030D-6E8A-4147-A177-3AD203B41FA5}">
                      <a16:colId xmlns:a16="http://schemas.microsoft.com/office/drawing/2014/main" val="3638141898"/>
                    </a:ext>
                  </a:extLst>
                </a:gridCol>
                <a:gridCol w="2211705">
                  <a:extLst>
                    <a:ext uri="{9D8B030D-6E8A-4147-A177-3AD203B41FA5}">
                      <a16:colId xmlns:a16="http://schemas.microsoft.com/office/drawing/2014/main" val="1363924830"/>
                    </a:ext>
                  </a:extLst>
                </a:gridCol>
              </a:tblGrid>
              <a:tr h="616475">
                <a:tc>
                  <a:txBody>
                    <a:bodyPr/>
                    <a:lstStyle/>
                    <a:p>
                      <a:endParaRPr lang="en-US" sz="1600" dirty="0"/>
                    </a:p>
                  </a:txBody>
                  <a:tcPr anchor="ctr"/>
                </a:tc>
                <a:tc>
                  <a:txBody>
                    <a:bodyPr/>
                    <a:lstStyle/>
                    <a:p>
                      <a:pPr algn="ctr"/>
                      <a:r>
                        <a:rPr lang="en-US" sz="1600"/>
                        <a:t>Item 1</a:t>
                      </a:r>
                    </a:p>
                  </a:txBody>
                  <a:tcPr anchor="ctr"/>
                </a:tc>
                <a:tc>
                  <a:txBody>
                    <a:bodyPr/>
                    <a:lstStyle/>
                    <a:p>
                      <a:pPr algn="ctr"/>
                      <a:r>
                        <a:rPr lang="en-US" sz="1600"/>
                        <a:t>Item 2</a:t>
                      </a:r>
                    </a:p>
                  </a:txBody>
                  <a:tcPr anchor="ctr"/>
                </a:tc>
                <a:tc>
                  <a:txBody>
                    <a:bodyPr/>
                    <a:lstStyle/>
                    <a:p>
                      <a:pPr algn="ctr"/>
                      <a:r>
                        <a:rPr lang="en-US" sz="1600"/>
                        <a:t>Item 3</a:t>
                      </a:r>
                    </a:p>
                  </a:txBody>
                  <a:tcPr anchor="ctr"/>
                </a:tc>
                <a:tc>
                  <a:txBody>
                    <a:bodyPr/>
                    <a:lstStyle/>
                    <a:p>
                      <a:pPr algn="ctr"/>
                      <a:r>
                        <a:rPr lang="en-US" sz="1600"/>
                        <a:t>Item 3</a:t>
                      </a:r>
                    </a:p>
                  </a:txBody>
                  <a:tcPr anchor="ctr"/>
                </a:tc>
                <a:extLst>
                  <a:ext uri="{0D108BD9-81ED-4DB2-BD59-A6C34878D82A}">
                    <a16:rowId xmlns:a16="http://schemas.microsoft.com/office/drawing/2014/main" val="1997217312"/>
                  </a:ext>
                </a:extLst>
              </a:tr>
              <a:tr h="616475">
                <a:tc>
                  <a:txBody>
                    <a:bodyPr/>
                    <a:lstStyle/>
                    <a:p>
                      <a:r>
                        <a:rPr lang="en-US" sz="1600"/>
                        <a:t>Category 1</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extLst>
                  <a:ext uri="{0D108BD9-81ED-4DB2-BD59-A6C34878D82A}">
                    <a16:rowId xmlns:a16="http://schemas.microsoft.com/office/drawing/2014/main" val="1127177903"/>
                  </a:ext>
                </a:extLst>
              </a:tr>
              <a:tr h="61647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a:t>Category 2</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extLst>
                  <a:ext uri="{0D108BD9-81ED-4DB2-BD59-A6C34878D82A}">
                    <a16:rowId xmlns:a16="http://schemas.microsoft.com/office/drawing/2014/main" val="2978051377"/>
                  </a:ext>
                </a:extLst>
              </a:tr>
              <a:tr h="616475">
                <a:tc>
                  <a:txBody>
                    <a:bodyPr/>
                    <a:lstStyle/>
                    <a:p>
                      <a:r>
                        <a:rPr lang="en-US" sz="1600"/>
                        <a:t>Category 3</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extLst>
                  <a:ext uri="{0D108BD9-81ED-4DB2-BD59-A6C34878D82A}">
                    <a16:rowId xmlns:a16="http://schemas.microsoft.com/office/drawing/2014/main" val="1677802896"/>
                  </a:ext>
                </a:extLst>
              </a:tr>
              <a:tr h="616475">
                <a:tc>
                  <a:txBody>
                    <a:bodyPr/>
                    <a:lstStyle/>
                    <a:p>
                      <a:r>
                        <a:rPr lang="en-US" sz="1600"/>
                        <a:t>Category 4</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extLst>
                  <a:ext uri="{0D108BD9-81ED-4DB2-BD59-A6C34878D82A}">
                    <a16:rowId xmlns:a16="http://schemas.microsoft.com/office/drawing/2014/main" val="573512006"/>
                  </a:ext>
                </a:extLst>
              </a:tr>
              <a:tr h="616475">
                <a:tc>
                  <a:txBody>
                    <a:bodyPr/>
                    <a:lstStyle/>
                    <a:p>
                      <a:r>
                        <a:rPr lang="en-US" sz="1600"/>
                        <a:t>Category 5</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Arial" panose="020B0604020202020204" pitchFamily="34" charset="0"/>
                          <a:ea typeface="+mn-ea"/>
                          <a:cs typeface="+mn-cs"/>
                        </a:rPr>
                        <a:t>text</a:t>
                      </a:r>
                    </a:p>
                  </a:txBody>
                  <a:tcPr anchor="ctr"/>
                </a:tc>
                <a:extLst>
                  <a:ext uri="{0D108BD9-81ED-4DB2-BD59-A6C34878D82A}">
                    <a16:rowId xmlns:a16="http://schemas.microsoft.com/office/drawing/2014/main" val="4062979466"/>
                  </a:ext>
                </a:extLst>
              </a:tr>
            </a:tbl>
          </a:graphicData>
        </a:graphic>
      </p:graphicFrame>
      <p:sp>
        <p:nvSpPr>
          <p:cNvPr id="3" name="Footer Placeholder 2">
            <a:extLst>
              <a:ext uri="{FF2B5EF4-FFF2-40B4-BE49-F238E27FC236}">
                <a16:creationId xmlns:a16="http://schemas.microsoft.com/office/drawing/2014/main" id="{CC80A0F7-5C88-398B-3C27-687557AFCD3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945FDF5-95DB-A9F2-A8D1-75334E258615}"/>
              </a:ext>
            </a:extLst>
          </p:cNvPr>
          <p:cNvSpPr>
            <a:spLocks noGrp="1"/>
          </p:cNvSpPr>
          <p:nvPr>
            <p:ph type="sldNum" sz="quarter" idx="11"/>
          </p:nvPr>
        </p:nvSpPr>
        <p:spPr/>
        <p:txBody>
          <a:bodyPr/>
          <a:lstStyle/>
          <a:p>
            <a:fld id="{48135D20-C3A1-FF4C-B4DB-BE449A9B144D}" type="slidenum">
              <a:rPr lang="en-US"/>
              <a:t>21</a:t>
            </a:fld>
            <a:endParaRPr lang="en-US"/>
          </a:p>
        </p:txBody>
      </p:sp>
    </p:spTree>
    <p:extLst>
      <p:ext uri="{BB962C8B-B14F-4D97-AF65-F5344CB8AC3E}">
        <p14:creationId xmlns:p14="http://schemas.microsoft.com/office/powerpoint/2010/main" val="4243587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7FBA-7293-20E4-04C2-3F289A0F078A}"/>
              </a:ext>
            </a:extLst>
          </p:cNvPr>
          <p:cNvSpPr>
            <a:spLocks noGrp="1"/>
          </p:cNvSpPr>
          <p:nvPr>
            <p:ph type="title"/>
          </p:nvPr>
        </p:nvSpPr>
        <p:spPr/>
        <p:txBody>
          <a:bodyPr/>
          <a:lstStyle/>
          <a:p>
            <a:r>
              <a:rPr lang="en-US" dirty="0" err="1"/>
              <a:t>Sample</a:t>
            </a:r>
            <a:r>
              <a:rPr lang="en-US" dirty="0"/>
              <a:t> Column Chart</a:t>
            </a:r>
          </a:p>
        </p:txBody>
      </p:sp>
      <p:graphicFrame>
        <p:nvGraphicFramePr>
          <p:cNvPr id="7" name="Content Placeholder 6" descr="Content placeholder">
            <a:extLst>
              <a:ext uri="{FF2B5EF4-FFF2-40B4-BE49-F238E27FC236}">
                <a16:creationId xmlns:a16="http://schemas.microsoft.com/office/drawing/2014/main" id="{5313191E-950E-7ECC-35D7-AC0EBF9F390C}"/>
              </a:ext>
            </a:extLst>
          </p:cNvPr>
          <p:cNvGraphicFramePr>
            <a:graphicFrameLocks noGrp="1"/>
          </p:cNvGraphicFramePr>
          <p:nvPr>
            <p:ph sz="quarter" idx="12"/>
            <p:extLst>
              <p:ext uri="{D42A27DB-BD31-4B8C-83A1-F6EECF244321}">
                <p14:modId xmlns:p14="http://schemas.microsoft.com/office/powerpoint/2010/main" val="1518543949"/>
              </p:ext>
            </p:extLst>
          </p:nvPr>
        </p:nvGraphicFramePr>
        <p:xfrm>
          <a:off x="609600" y="1828800"/>
          <a:ext cx="11058525" cy="4384675"/>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3EADDA5B-A13B-4D22-A95D-8289EE0BE290}"/>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126FBE8-3B95-6D0A-121E-0A1483245A3E}"/>
              </a:ext>
            </a:extLst>
          </p:cNvPr>
          <p:cNvSpPr>
            <a:spLocks noGrp="1"/>
          </p:cNvSpPr>
          <p:nvPr>
            <p:ph type="sldNum" sz="quarter" idx="11"/>
          </p:nvPr>
        </p:nvSpPr>
        <p:spPr/>
        <p:txBody>
          <a:bodyPr/>
          <a:lstStyle/>
          <a:p>
            <a:fld id="{48135D20-C3A1-FF4C-B4DB-BE449A9B144D}" type="slidenum">
              <a:rPr lang="en-US"/>
              <a:t>22</a:t>
            </a:fld>
            <a:endParaRPr lang="en-US"/>
          </a:p>
        </p:txBody>
      </p:sp>
    </p:spTree>
    <p:extLst>
      <p:ext uri="{BB962C8B-B14F-4D97-AF65-F5344CB8AC3E}">
        <p14:creationId xmlns:p14="http://schemas.microsoft.com/office/powerpoint/2010/main" val="1717823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19F-E29B-ECF0-20AB-08F56F7267EC}"/>
              </a:ext>
            </a:extLst>
          </p:cNvPr>
          <p:cNvSpPr>
            <a:spLocks noGrp="1"/>
          </p:cNvSpPr>
          <p:nvPr>
            <p:ph type="title"/>
          </p:nvPr>
        </p:nvSpPr>
        <p:spPr/>
        <p:txBody>
          <a:bodyPr/>
          <a:lstStyle/>
          <a:p>
            <a:r>
              <a:rPr lang="en-US" dirty="0"/>
              <a:t>Sample Pie Chart</a:t>
            </a:r>
          </a:p>
        </p:txBody>
      </p:sp>
      <p:graphicFrame>
        <p:nvGraphicFramePr>
          <p:cNvPr id="6" name="Content Placeholder 5" descr="Content placeholder">
            <a:extLst>
              <a:ext uri="{FF2B5EF4-FFF2-40B4-BE49-F238E27FC236}">
                <a16:creationId xmlns:a16="http://schemas.microsoft.com/office/drawing/2014/main" id="{0C6313E4-52C9-9D13-2B24-07611E3A42BE}"/>
              </a:ext>
            </a:extLst>
          </p:cNvPr>
          <p:cNvGraphicFramePr>
            <a:graphicFrameLocks noGrp="1"/>
          </p:cNvGraphicFramePr>
          <p:nvPr>
            <p:ph sz="quarter" idx="12"/>
            <p:extLst>
              <p:ext uri="{D42A27DB-BD31-4B8C-83A1-F6EECF244321}">
                <p14:modId xmlns:p14="http://schemas.microsoft.com/office/powerpoint/2010/main" val="707567387"/>
              </p:ext>
            </p:extLst>
          </p:nvPr>
        </p:nvGraphicFramePr>
        <p:xfrm>
          <a:off x="609600" y="1828800"/>
          <a:ext cx="11058525" cy="4384675"/>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5A57C07E-6BC6-6449-2CAC-9D2C6A1BF949}"/>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E3553AEB-E269-1CF2-6CEA-A7C2A5AB61D7}"/>
              </a:ext>
            </a:extLst>
          </p:cNvPr>
          <p:cNvSpPr>
            <a:spLocks noGrp="1"/>
          </p:cNvSpPr>
          <p:nvPr>
            <p:ph type="sldNum" sz="quarter" idx="11"/>
          </p:nvPr>
        </p:nvSpPr>
        <p:spPr/>
        <p:txBody>
          <a:bodyPr/>
          <a:lstStyle/>
          <a:p>
            <a:fld id="{48135D20-C3A1-FF4C-B4DB-BE449A9B144D}" type="slidenum">
              <a:rPr lang="en-US"/>
              <a:t>23</a:t>
            </a:fld>
            <a:endParaRPr lang="en-US"/>
          </a:p>
        </p:txBody>
      </p:sp>
    </p:spTree>
    <p:extLst>
      <p:ext uri="{BB962C8B-B14F-4D97-AF65-F5344CB8AC3E}">
        <p14:creationId xmlns:p14="http://schemas.microsoft.com/office/powerpoint/2010/main" val="2509848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8296-8331-52C9-B35C-C15D13F92FDC}"/>
              </a:ext>
            </a:extLst>
          </p:cNvPr>
          <p:cNvSpPr>
            <a:spLocks noGrp="1"/>
          </p:cNvSpPr>
          <p:nvPr>
            <p:ph type="title"/>
          </p:nvPr>
        </p:nvSpPr>
        <p:spPr/>
        <p:txBody>
          <a:bodyPr/>
          <a:lstStyle/>
          <a:p>
            <a:r>
              <a:rPr lang="en-US" dirty="0"/>
              <a:t>Sample Org Chart</a:t>
            </a:r>
          </a:p>
        </p:txBody>
      </p:sp>
      <p:graphicFrame>
        <p:nvGraphicFramePr>
          <p:cNvPr id="7" name="Content Placeholder 5" descr="Blue grey boxes with text in white. You can populate with your organization hierarchy" title="Sample Organization Chart">
            <a:extLst>
              <a:ext uri="{FF2B5EF4-FFF2-40B4-BE49-F238E27FC236}">
                <a16:creationId xmlns:a16="http://schemas.microsoft.com/office/drawing/2014/main" id="{85B92264-1B33-46BB-3796-297D683895AF}"/>
              </a:ext>
            </a:extLst>
          </p:cNvPr>
          <p:cNvGraphicFramePr>
            <a:graphicFrameLocks noGrp="1"/>
          </p:cNvGraphicFramePr>
          <p:nvPr>
            <p:ph sz="quarter" idx="12"/>
            <p:extLst>
              <p:ext uri="{D42A27DB-BD31-4B8C-83A1-F6EECF244321}">
                <p14:modId xmlns:p14="http://schemas.microsoft.com/office/powerpoint/2010/main" val="3166127695"/>
              </p:ext>
            </p:extLst>
          </p:nvPr>
        </p:nvGraphicFramePr>
        <p:xfrm>
          <a:off x="609600" y="1828800"/>
          <a:ext cx="11058525" cy="4384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CC80A0F7-5C88-398B-3C27-687557AFCD3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945FDF5-95DB-A9F2-A8D1-75334E258615}"/>
              </a:ext>
            </a:extLst>
          </p:cNvPr>
          <p:cNvSpPr>
            <a:spLocks noGrp="1"/>
          </p:cNvSpPr>
          <p:nvPr>
            <p:ph type="sldNum" sz="quarter" idx="11"/>
          </p:nvPr>
        </p:nvSpPr>
        <p:spPr/>
        <p:txBody>
          <a:bodyPr/>
          <a:lstStyle/>
          <a:p>
            <a:fld id="{48135D20-C3A1-FF4C-B4DB-BE449A9B144D}" type="slidenum">
              <a:rPr lang="en-US"/>
              <a:t>24</a:t>
            </a:fld>
            <a:endParaRPr lang="en-US"/>
          </a:p>
        </p:txBody>
      </p:sp>
    </p:spTree>
    <p:extLst>
      <p:ext uri="{BB962C8B-B14F-4D97-AF65-F5344CB8AC3E}">
        <p14:creationId xmlns:p14="http://schemas.microsoft.com/office/powerpoint/2010/main" val="1977613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DB01-B05C-DDF5-E0BA-BBCBE446DD43}"/>
              </a:ext>
            </a:extLst>
          </p:cNvPr>
          <p:cNvSpPr>
            <a:spLocks noGrp="1"/>
          </p:cNvSpPr>
          <p:nvPr>
            <p:ph type="title"/>
          </p:nvPr>
        </p:nvSpPr>
        <p:spPr/>
        <p:txBody>
          <a:bodyPr/>
          <a:lstStyle/>
          <a:p>
            <a:r>
              <a:rPr lang="en-US" dirty="0"/>
              <a:t>Subhead</a:t>
            </a:r>
          </a:p>
        </p:txBody>
      </p:sp>
      <p:sp>
        <p:nvSpPr>
          <p:cNvPr id="23" name="Content Placeholder 22">
            <a:extLst>
              <a:ext uri="{FF2B5EF4-FFF2-40B4-BE49-F238E27FC236}">
                <a16:creationId xmlns:a16="http://schemas.microsoft.com/office/drawing/2014/main" id="{A91F6C23-F93C-FFDC-A421-CCB75591EDDA}"/>
              </a:ext>
            </a:extLst>
          </p:cNvPr>
          <p:cNvSpPr>
            <a:spLocks noGrp="1"/>
          </p:cNvSpPr>
          <p:nvPr>
            <p:ph sz="quarter" idx="1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a:t>
            </a:r>
          </a:p>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aliquaorem</a:t>
            </a:r>
            <a:r>
              <a:rPr lang="en-US" dirty="0">
                <a:sym typeface="Arial" panose="020B0604020202020204" pitchFamily="34" charset="0"/>
              </a:rPr>
              <a:t>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a:t>
            </a:r>
          </a:p>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 </a:t>
            </a:r>
            <a:r>
              <a:rPr lang="en-US" dirty="0" err="1">
                <a:sym typeface="Arial" panose="020B0604020202020204" pitchFamily="34" charset="0"/>
              </a:rPr>
              <a:t>orem</a:t>
            </a:r>
            <a:r>
              <a:rPr lang="en-US" dirty="0">
                <a:sym typeface="Arial" panose="020B0604020202020204" pitchFamily="34" charset="0"/>
              </a:rPr>
              <a:t>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temut</a:t>
            </a:r>
            <a:r>
              <a:rPr lang="en-US" dirty="0">
                <a:sym typeface="Arial" panose="020B0604020202020204" pitchFamily="34" charset="0"/>
              </a:rPr>
              <a:t>.</a:t>
            </a:r>
          </a:p>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a:t>
            </a:r>
          </a:p>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a:t>
            </a:r>
          </a:p>
        </p:txBody>
      </p:sp>
      <p:sp>
        <p:nvSpPr>
          <p:cNvPr id="19" name="Content Placeholder 18">
            <a:extLst>
              <a:ext uri="{FF2B5EF4-FFF2-40B4-BE49-F238E27FC236}">
                <a16:creationId xmlns:a16="http://schemas.microsoft.com/office/drawing/2014/main" id="{3864F773-1343-F9C1-53A8-07213DAAB341}"/>
              </a:ext>
            </a:extLst>
          </p:cNvPr>
          <p:cNvSpPr>
            <a:spLocks noGrp="1"/>
          </p:cNvSpPr>
          <p:nvPr>
            <p:ph sz="quarter" idx="13"/>
          </p:nvPr>
        </p:nvSpPr>
        <p:spPr/>
        <p:txBody>
          <a:bodyPr/>
          <a:lstStyle/>
          <a:p>
            <a:pPr marL="0" indent="0">
              <a:lnSpc>
                <a:spcPts val="1600"/>
              </a:lnSpc>
              <a:buClr>
                <a:schemeClr val="dk1"/>
              </a:buClr>
              <a:buSzPts val="1100"/>
              <a:buNone/>
            </a:pP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Lorem ipsum dolor sit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amet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consectetur</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adipiscing</a:t>
            </a:r>
            <a:b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elit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sed do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eiusmod</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temunt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ut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labore et dolore magna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aliqua</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ipsum dolor sit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amet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t>
            </a:r>
          </a:p>
          <a:p>
            <a:pPr marL="0" indent="0">
              <a:lnSpc>
                <a:spcPts val="1600"/>
              </a:lnSpc>
              <a:buClr>
                <a:schemeClr val="dk1"/>
              </a:buClr>
              <a:buSzPts val="1100"/>
              <a:buNone/>
            </a:pP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Lorem ipsum dolor sit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amet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consectetur</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adipiscing</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elit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sed do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eiusmod</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temunt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ut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labore et dolore magna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aliqua</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Lorem ipsum dolor sit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amet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consectetur</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adipiscing</a:t>
            </a:r>
            <a:b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b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elit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sed do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eiusmod</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temunt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ut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labore et dolore magna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aliqua</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Lorem ipsum dolor sit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amet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consectetur</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adipiscing</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elit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sed do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eiusmod</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temunt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r>
              <a:rPr lang="en-US" sz="1400" dirty="0" err="1">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ut</a:t>
            </a:r>
            <a:r>
              <a:rPr lang="en-US" sz="1400" dirty="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labore et dolore magna.</a:t>
            </a:r>
          </a:p>
        </p:txBody>
      </p:sp>
      <p:sp>
        <p:nvSpPr>
          <p:cNvPr id="3" name="Footer Placeholder 2">
            <a:extLst>
              <a:ext uri="{FF2B5EF4-FFF2-40B4-BE49-F238E27FC236}">
                <a16:creationId xmlns:a16="http://schemas.microsoft.com/office/drawing/2014/main" id="{EDC61466-686B-EABD-7E56-C6E157601CCD}"/>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618221F8-D40D-AE47-5E1F-D4AF1228F6C5}"/>
              </a:ext>
            </a:extLst>
          </p:cNvPr>
          <p:cNvSpPr>
            <a:spLocks noGrp="1"/>
          </p:cNvSpPr>
          <p:nvPr>
            <p:ph type="sldNum" sz="quarter" idx="11"/>
          </p:nvPr>
        </p:nvSpPr>
        <p:spPr/>
        <p:txBody>
          <a:bodyPr/>
          <a:lstStyle/>
          <a:p>
            <a:fld id="{48135D20-C3A1-FF4C-B4DB-BE449A9B144D}" type="slidenum">
              <a:rPr lang="en-US"/>
              <a:pPr/>
              <a:t>25</a:t>
            </a:fld>
            <a:endParaRPr lang="en-US"/>
          </a:p>
        </p:txBody>
      </p:sp>
    </p:spTree>
    <p:extLst>
      <p:ext uri="{BB962C8B-B14F-4D97-AF65-F5344CB8AC3E}">
        <p14:creationId xmlns:p14="http://schemas.microsoft.com/office/powerpoint/2010/main" val="3405586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5538-A380-DA6F-F590-065E8273442C}"/>
              </a:ext>
            </a:extLst>
          </p:cNvPr>
          <p:cNvSpPr>
            <a:spLocks noGrp="1"/>
          </p:cNvSpPr>
          <p:nvPr>
            <p:ph type="title"/>
          </p:nvPr>
        </p:nvSpPr>
        <p:spPr/>
        <p:txBody>
          <a:bodyPr/>
          <a:lstStyle/>
          <a:p>
            <a:r>
              <a:rPr lang="en-US" dirty="0"/>
              <a:t>Subhead Title</a:t>
            </a:r>
          </a:p>
        </p:txBody>
      </p:sp>
      <p:sp>
        <p:nvSpPr>
          <p:cNvPr id="5" name="Content Placeholder 4">
            <a:extLst>
              <a:ext uri="{FF2B5EF4-FFF2-40B4-BE49-F238E27FC236}">
                <a16:creationId xmlns:a16="http://schemas.microsoft.com/office/drawing/2014/main" id="{B921068D-146E-405D-8311-522BCDC8B468}"/>
              </a:ext>
            </a:extLst>
          </p:cNvPr>
          <p:cNvSpPr>
            <a:spLocks noGrp="1"/>
          </p:cNvSpPr>
          <p:nvPr>
            <p:ph sz="quarter" idx="12"/>
          </p:nvPr>
        </p:nvSpPr>
        <p:spPr/>
        <p:txBody>
          <a:bodyPr/>
          <a:lstStyle/>
          <a:p>
            <a:r>
              <a:rPr lang="en-US"/>
              <a:t>Lorem ipsum dolor sit amet, consectetur adipiscing elit. Vivamus eros risus, lacinia sit amet bibendum eget, feugiat vitae odio. Lorem ipsum dolor sit amet, consectetur adipiscing elit. Vivamus eros risus, lacinia sit amet bibendum eget. Lorem ipsum dolor sit amet, consectetur adipiscing elit. Vivamus eros risus, lacinia sit amet bibendum eget.</a:t>
            </a:r>
          </a:p>
          <a:p>
            <a:endParaRPr lang="en-US"/>
          </a:p>
        </p:txBody>
      </p:sp>
      <p:sp>
        <p:nvSpPr>
          <p:cNvPr id="6" name="Content Placeholder 5">
            <a:extLst>
              <a:ext uri="{FF2B5EF4-FFF2-40B4-BE49-F238E27FC236}">
                <a16:creationId xmlns:a16="http://schemas.microsoft.com/office/drawing/2014/main" id="{2DA27C6F-9160-F48C-498C-67F051F7333D}"/>
              </a:ext>
            </a:extLst>
          </p:cNvPr>
          <p:cNvSpPr>
            <a:spLocks noGrp="1"/>
          </p:cNvSpPr>
          <p:nvPr>
            <p:ph sz="quarter" idx="13"/>
          </p:nvPr>
        </p:nvSpPr>
        <p:spPr/>
        <p:txBody>
          <a:bodyPr tIns="182880" bIns="182880">
            <a:normAutofit fontScale="92500"/>
          </a:bodyPr>
          <a:lstStyle/>
          <a:p>
            <a:r>
              <a:rPr lang="en-US"/>
              <a:t>CONSIDERATIONS</a:t>
            </a:r>
          </a:p>
          <a:p>
            <a:pPr lvl="1"/>
            <a:r>
              <a:rPr lang="en-US"/>
              <a:t>Lorem ipsum dolor sit amet, consectetur adipiscing elit. </a:t>
            </a:r>
          </a:p>
          <a:p>
            <a:pPr lvl="1"/>
            <a:r>
              <a:rPr lang="en-US"/>
              <a:t>Lorem ipsum dolor sit amet, consectetur adipiscing elit. </a:t>
            </a:r>
          </a:p>
          <a:p>
            <a:pPr lvl="1"/>
            <a:r>
              <a:rPr lang="en-US"/>
              <a:t>Lorem ipsum dolor sit amet, consectetur adipiscing elit. </a:t>
            </a:r>
          </a:p>
        </p:txBody>
      </p:sp>
      <p:sp>
        <p:nvSpPr>
          <p:cNvPr id="3" name="Footer Placeholder 2">
            <a:extLst>
              <a:ext uri="{FF2B5EF4-FFF2-40B4-BE49-F238E27FC236}">
                <a16:creationId xmlns:a16="http://schemas.microsoft.com/office/drawing/2014/main" id="{A1FD1EEA-0F07-4975-A077-757F07789155}"/>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D4C24F8-2F38-8007-1A44-90422EEA580C}"/>
              </a:ext>
            </a:extLst>
          </p:cNvPr>
          <p:cNvSpPr>
            <a:spLocks noGrp="1"/>
          </p:cNvSpPr>
          <p:nvPr>
            <p:ph type="sldNum" sz="quarter" idx="11"/>
          </p:nvPr>
        </p:nvSpPr>
        <p:spPr/>
        <p:txBody>
          <a:bodyPr/>
          <a:lstStyle/>
          <a:p>
            <a:fld id="{48135D20-C3A1-FF4C-B4DB-BE449A9B144D}" type="slidenum">
              <a:rPr lang="en-US"/>
              <a:pPr/>
              <a:t>26</a:t>
            </a:fld>
            <a:endParaRPr lang="en-US"/>
          </a:p>
        </p:txBody>
      </p:sp>
    </p:spTree>
    <p:extLst>
      <p:ext uri="{BB962C8B-B14F-4D97-AF65-F5344CB8AC3E}">
        <p14:creationId xmlns:p14="http://schemas.microsoft.com/office/powerpoint/2010/main" val="3426320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BD3E-ED14-2A42-48FA-DAD5F475AA44}"/>
              </a:ext>
            </a:extLst>
          </p:cNvPr>
          <p:cNvSpPr>
            <a:spLocks noGrp="1"/>
          </p:cNvSpPr>
          <p:nvPr>
            <p:ph type="title"/>
          </p:nvPr>
        </p:nvSpPr>
        <p:spPr>
          <a:xfrm>
            <a:off x="609600" y="815541"/>
            <a:ext cx="11058144" cy="401017"/>
          </a:xfrm>
        </p:spPr>
        <p:txBody>
          <a:bodyPr/>
          <a:lstStyle/>
          <a:p>
            <a:r>
              <a:rPr lang="en-US" dirty="0"/>
              <a:t>Large List Title</a:t>
            </a:r>
          </a:p>
        </p:txBody>
      </p:sp>
      <p:sp>
        <p:nvSpPr>
          <p:cNvPr id="38" name="Text Placeholder 37">
            <a:extLst>
              <a:ext uri="{FF2B5EF4-FFF2-40B4-BE49-F238E27FC236}">
                <a16:creationId xmlns:a16="http://schemas.microsoft.com/office/drawing/2014/main" id="{DAAE0923-6068-A949-5A76-1D72EA5682A3}"/>
              </a:ext>
            </a:extLst>
          </p:cNvPr>
          <p:cNvSpPr>
            <a:spLocks noGrp="1"/>
          </p:cNvSpPr>
          <p:nvPr>
            <p:ph type="body" sz="quarter" idx="14"/>
          </p:nvPr>
        </p:nvSpPr>
        <p:spPr>
          <a:xfrm>
            <a:off x="612649" y="1252728"/>
            <a:ext cx="11055096" cy="283464"/>
          </a:xfrm>
        </p:spPr>
        <p:txBody>
          <a:bodyPr/>
          <a:lstStyle/>
          <a:p>
            <a:r>
              <a:rPr lang="en-US"/>
              <a:t>Caption</a:t>
            </a:r>
          </a:p>
        </p:txBody>
      </p:sp>
      <p:sp>
        <p:nvSpPr>
          <p:cNvPr id="37" name="Content Placeholder 36">
            <a:extLst>
              <a:ext uri="{FF2B5EF4-FFF2-40B4-BE49-F238E27FC236}">
                <a16:creationId xmlns:a16="http://schemas.microsoft.com/office/drawing/2014/main" id="{14F390BA-DB01-61D6-6037-0B23318F5012}"/>
              </a:ext>
            </a:extLst>
          </p:cNvPr>
          <p:cNvSpPr>
            <a:spLocks noGrp="1"/>
          </p:cNvSpPr>
          <p:nvPr>
            <p:ph type="body" sz="quarter" idx="15"/>
          </p:nvPr>
        </p:nvSpPr>
        <p:spPr>
          <a:xfrm>
            <a:off x="609600" y="1947672"/>
            <a:ext cx="8920163" cy="4511675"/>
          </a:xfrm>
        </p:spPr>
        <p:txBody>
          <a:bodyPr/>
          <a:lstStyle/>
          <a:p>
            <a:r>
              <a:rPr lang="en-US"/>
              <a:t>Statement one would go here if you choose to add in a statement.</a:t>
            </a:r>
          </a:p>
          <a:p>
            <a:r>
              <a:rPr lang="en-US"/>
              <a:t>Statement two would go here if you choose to add in a statement.</a:t>
            </a:r>
          </a:p>
          <a:p>
            <a:r>
              <a:rPr lang="en-US"/>
              <a:t>Statement three would go here if you choose to add in a statement.</a:t>
            </a:r>
          </a:p>
          <a:p>
            <a:endParaRPr lang="en-US"/>
          </a:p>
          <a:p>
            <a:endParaRPr lang="en-US"/>
          </a:p>
        </p:txBody>
      </p:sp>
      <p:sp>
        <p:nvSpPr>
          <p:cNvPr id="3" name="Footer Placeholder 2">
            <a:extLst>
              <a:ext uri="{FF2B5EF4-FFF2-40B4-BE49-F238E27FC236}">
                <a16:creationId xmlns:a16="http://schemas.microsoft.com/office/drawing/2014/main" id="{24692499-5929-7F3E-0F94-C8E1E70179FC}"/>
              </a:ext>
            </a:extLst>
          </p:cNvPr>
          <p:cNvSpPr>
            <a:spLocks noGrp="1"/>
          </p:cNvSpPr>
          <p:nvPr>
            <p:ph type="ftr" sz="quarter" idx="10"/>
          </p:nvPr>
        </p:nvSpPr>
        <p:spPr>
          <a:xfrm>
            <a:off x="9192768" y="6510528"/>
            <a:ext cx="2438400" cy="121920"/>
          </a:xfrm>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9338BA3-1D85-01F4-BFB3-42AA13164ED2}"/>
              </a:ext>
            </a:extLst>
          </p:cNvPr>
          <p:cNvSpPr>
            <a:spLocks noGrp="1"/>
          </p:cNvSpPr>
          <p:nvPr>
            <p:ph type="sldNum" sz="quarter" idx="11"/>
          </p:nvPr>
        </p:nvSpPr>
        <p:spPr>
          <a:xfrm>
            <a:off x="11667744" y="6510528"/>
            <a:ext cx="304800" cy="121920"/>
          </a:xfrm>
        </p:spPr>
        <p:txBody>
          <a:bodyPr/>
          <a:lstStyle/>
          <a:p>
            <a:fld id="{48135D20-C3A1-FF4C-B4DB-BE449A9B144D}" type="slidenum">
              <a:rPr lang="en-US"/>
              <a:pPr/>
              <a:t>27</a:t>
            </a:fld>
            <a:endParaRPr lang="en-US"/>
          </a:p>
        </p:txBody>
      </p:sp>
    </p:spTree>
    <p:extLst>
      <p:ext uri="{BB962C8B-B14F-4D97-AF65-F5344CB8AC3E}">
        <p14:creationId xmlns:p14="http://schemas.microsoft.com/office/powerpoint/2010/main" val="4083913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BD3E-ED14-2A42-48FA-DAD5F475AA44}"/>
              </a:ext>
            </a:extLst>
          </p:cNvPr>
          <p:cNvSpPr>
            <a:spLocks noGrp="1"/>
          </p:cNvSpPr>
          <p:nvPr>
            <p:ph type="title"/>
          </p:nvPr>
        </p:nvSpPr>
        <p:spPr/>
        <p:txBody>
          <a:bodyPr/>
          <a:lstStyle/>
          <a:p>
            <a:r>
              <a:rPr lang="en-US" dirty="0"/>
              <a:t>Description 1</a:t>
            </a:r>
          </a:p>
        </p:txBody>
      </p:sp>
      <p:sp>
        <p:nvSpPr>
          <p:cNvPr id="38" name="Text Placeholder 37">
            <a:extLst>
              <a:ext uri="{FF2B5EF4-FFF2-40B4-BE49-F238E27FC236}">
                <a16:creationId xmlns:a16="http://schemas.microsoft.com/office/drawing/2014/main" id="{DAAE0923-6068-A949-5A76-1D72EA5682A3}"/>
              </a:ext>
            </a:extLst>
          </p:cNvPr>
          <p:cNvSpPr>
            <a:spLocks noGrp="1"/>
          </p:cNvSpPr>
          <p:nvPr>
            <p:ph type="body" sz="quarter" idx="14"/>
          </p:nvPr>
        </p:nvSpPr>
        <p:spPr/>
        <p:txBody>
          <a:bodyPr/>
          <a:lstStyle/>
          <a:p>
            <a:r>
              <a:rPr lang="en-US"/>
              <a:t>Caption or descriptive statement</a:t>
            </a:r>
          </a:p>
        </p:txBody>
      </p:sp>
      <p:sp>
        <p:nvSpPr>
          <p:cNvPr id="37" name="Content Placeholder 36">
            <a:extLst>
              <a:ext uri="{FF2B5EF4-FFF2-40B4-BE49-F238E27FC236}">
                <a16:creationId xmlns:a16="http://schemas.microsoft.com/office/drawing/2014/main" id="{14F390BA-DB01-61D6-6037-0B23318F5012}"/>
              </a:ext>
            </a:extLst>
          </p:cNvPr>
          <p:cNvSpPr>
            <a:spLocks noGrp="1"/>
          </p:cNvSpPr>
          <p:nvPr>
            <p:ph type="body" sz="quarter" idx="15"/>
          </p:nvPr>
        </p:nvSpPr>
        <p:spPr/>
        <p:txBody>
          <a:bodyPr/>
          <a:lstStyle/>
          <a:p>
            <a:r>
              <a:rPr lang="en-US" dirty="0">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sp>
        <p:nvSpPr>
          <p:cNvPr id="30" name="Text Placeholder 29">
            <a:extLst>
              <a:ext uri="{FF2B5EF4-FFF2-40B4-BE49-F238E27FC236}">
                <a16:creationId xmlns:a16="http://schemas.microsoft.com/office/drawing/2014/main" id="{F75325FA-2425-6D77-C1A6-53C99C866761}"/>
              </a:ext>
            </a:extLst>
          </p:cNvPr>
          <p:cNvSpPr>
            <a:spLocks noGrp="1"/>
          </p:cNvSpPr>
          <p:nvPr>
            <p:ph type="body" sz="quarter" idx="16"/>
          </p:nvPr>
        </p:nvSpPr>
        <p:spPr/>
        <p:txBody>
          <a:bodyPr/>
          <a:lstStyle/>
          <a:p>
            <a:r>
              <a:rPr lang="en-US" dirty="0">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sp>
        <p:nvSpPr>
          <p:cNvPr id="31" name="Text Placeholder 30">
            <a:extLst>
              <a:ext uri="{FF2B5EF4-FFF2-40B4-BE49-F238E27FC236}">
                <a16:creationId xmlns:a16="http://schemas.microsoft.com/office/drawing/2014/main" id="{45EFC1EF-4818-E0CD-3B18-E6073679ED22}"/>
              </a:ext>
            </a:extLst>
          </p:cNvPr>
          <p:cNvSpPr>
            <a:spLocks noGrp="1"/>
          </p:cNvSpPr>
          <p:nvPr>
            <p:ph type="body" sz="quarter" idx="17"/>
          </p:nvPr>
        </p:nvSpPr>
        <p:spPr/>
        <p:txBody>
          <a:bodyPr/>
          <a:lstStyle/>
          <a:p>
            <a:r>
              <a:rPr lang="en-US" dirty="0">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sp>
        <p:nvSpPr>
          <p:cNvPr id="3" name="Footer Placeholder 2">
            <a:extLst>
              <a:ext uri="{FF2B5EF4-FFF2-40B4-BE49-F238E27FC236}">
                <a16:creationId xmlns:a16="http://schemas.microsoft.com/office/drawing/2014/main" id="{24692499-5929-7F3E-0F94-C8E1E70179F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9338BA3-1D85-01F4-BFB3-42AA13164ED2}"/>
              </a:ext>
            </a:extLst>
          </p:cNvPr>
          <p:cNvSpPr>
            <a:spLocks noGrp="1"/>
          </p:cNvSpPr>
          <p:nvPr>
            <p:ph type="sldNum" sz="quarter" idx="11"/>
          </p:nvPr>
        </p:nvSpPr>
        <p:spPr/>
        <p:txBody>
          <a:bodyPr/>
          <a:lstStyle/>
          <a:p>
            <a:fld id="{48135D20-C3A1-FF4C-B4DB-BE449A9B144D}" type="slidenum">
              <a:rPr lang="en-US"/>
              <a:pPr/>
              <a:t>28</a:t>
            </a:fld>
            <a:endParaRPr lang="en-US"/>
          </a:p>
        </p:txBody>
      </p:sp>
      <p:cxnSp>
        <p:nvCxnSpPr>
          <p:cNvPr id="5" name="Divider line 02">
            <a:extLst>
              <a:ext uri="{FF2B5EF4-FFF2-40B4-BE49-F238E27FC236}">
                <a16:creationId xmlns:a16="http://schemas.microsoft.com/office/drawing/2014/main" id="{8E8D25ED-0F81-33D3-709C-CC5E8A9DCB0E}"/>
              </a:ext>
              <a:ext uri="{C183D7F6-B498-43B3-948B-1728B52AA6E4}">
                <adec:decorative xmlns:adec="http://schemas.microsoft.com/office/drawing/2017/decorative" val="1"/>
              </a:ext>
            </a:extLst>
          </p:cNvPr>
          <p:cNvCxnSpPr/>
          <p:nvPr/>
        </p:nvCxnSpPr>
        <p:spPr>
          <a:xfrm>
            <a:off x="7854833" y="2815152"/>
            <a:ext cx="0" cy="1956400"/>
          </a:xfrm>
          <a:prstGeom prst="straightConnector1">
            <a:avLst/>
          </a:prstGeom>
          <a:noFill/>
          <a:ln w="19050" cap="flat" cmpd="sng">
            <a:solidFill>
              <a:srgbClr val="FDE8E5"/>
            </a:solidFill>
            <a:prstDash val="solid"/>
            <a:round/>
            <a:headEnd type="none" w="med" len="med"/>
            <a:tailEnd type="none" w="med" len="med"/>
          </a:ln>
        </p:spPr>
      </p:cxnSp>
      <p:cxnSp>
        <p:nvCxnSpPr>
          <p:cNvPr id="6" name="Divider line 01">
            <a:extLst>
              <a:ext uri="{FF2B5EF4-FFF2-40B4-BE49-F238E27FC236}">
                <a16:creationId xmlns:a16="http://schemas.microsoft.com/office/drawing/2014/main" id="{EDE801A0-5294-4330-C726-895C9ACA1C7B}"/>
              </a:ext>
              <a:ext uri="{C183D7F6-B498-43B3-948B-1728B52AA6E4}">
                <adec:decorative xmlns:adec="http://schemas.microsoft.com/office/drawing/2017/decorative" val="1"/>
              </a:ext>
            </a:extLst>
          </p:cNvPr>
          <p:cNvCxnSpPr/>
          <p:nvPr/>
        </p:nvCxnSpPr>
        <p:spPr>
          <a:xfrm>
            <a:off x="4311767" y="2815152"/>
            <a:ext cx="0" cy="1956400"/>
          </a:xfrm>
          <a:prstGeom prst="straightConnector1">
            <a:avLst/>
          </a:prstGeom>
          <a:noFill/>
          <a:ln w="19050" cap="flat" cmpd="sng">
            <a:solidFill>
              <a:srgbClr val="FDE8E5"/>
            </a:solidFill>
            <a:prstDash val="solid"/>
            <a:round/>
            <a:headEnd type="none" w="med" len="med"/>
            <a:tailEnd type="none" w="med" len="med"/>
          </a:ln>
        </p:spPr>
      </p:cxnSp>
    </p:spTree>
    <p:extLst>
      <p:ext uri="{BB962C8B-B14F-4D97-AF65-F5344CB8AC3E}">
        <p14:creationId xmlns:p14="http://schemas.microsoft.com/office/powerpoint/2010/main" val="1184050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BD3E-ED14-2A42-48FA-DAD5F475AA44}"/>
              </a:ext>
            </a:extLst>
          </p:cNvPr>
          <p:cNvSpPr>
            <a:spLocks noGrp="1"/>
          </p:cNvSpPr>
          <p:nvPr>
            <p:ph type="title"/>
          </p:nvPr>
        </p:nvSpPr>
        <p:spPr/>
        <p:txBody>
          <a:bodyPr/>
          <a:lstStyle/>
          <a:p>
            <a:r>
              <a:rPr lang="en-US" dirty="0"/>
              <a:t>Description 2</a:t>
            </a:r>
          </a:p>
        </p:txBody>
      </p:sp>
      <p:sp>
        <p:nvSpPr>
          <p:cNvPr id="38" name="Text Placeholder 37">
            <a:extLst>
              <a:ext uri="{FF2B5EF4-FFF2-40B4-BE49-F238E27FC236}">
                <a16:creationId xmlns:a16="http://schemas.microsoft.com/office/drawing/2014/main" id="{DAAE0923-6068-A949-5A76-1D72EA5682A3}"/>
              </a:ext>
            </a:extLst>
          </p:cNvPr>
          <p:cNvSpPr>
            <a:spLocks noGrp="1"/>
          </p:cNvSpPr>
          <p:nvPr>
            <p:ph type="body" sz="quarter" idx="14"/>
          </p:nvPr>
        </p:nvSpPr>
        <p:spPr/>
        <p:txBody>
          <a:bodyPr/>
          <a:lstStyle/>
          <a:p>
            <a:r>
              <a:rPr lang="en-US"/>
              <a:t>Caption or descriptive statement</a:t>
            </a:r>
          </a:p>
        </p:txBody>
      </p:sp>
      <p:sp>
        <p:nvSpPr>
          <p:cNvPr id="59" name="Text Placeholder 58">
            <a:extLst>
              <a:ext uri="{FF2B5EF4-FFF2-40B4-BE49-F238E27FC236}">
                <a16:creationId xmlns:a16="http://schemas.microsoft.com/office/drawing/2014/main" id="{9CCFC2E3-89BA-1646-A700-5E52E9D46756}"/>
              </a:ext>
            </a:extLst>
          </p:cNvPr>
          <p:cNvSpPr>
            <a:spLocks noGrp="1"/>
          </p:cNvSpPr>
          <p:nvPr>
            <p:ph type="body" sz="quarter" idx="15"/>
          </p:nvPr>
        </p:nvSpPr>
        <p:spPr/>
        <p:txBody>
          <a:bodyPr/>
          <a:lstStyle/>
          <a:p>
            <a:r>
              <a:rPr lang="en-US" dirty="0">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cxnSp>
        <p:nvCxnSpPr>
          <p:cNvPr id="10" name="Divider line 01">
            <a:extLst>
              <a:ext uri="{FF2B5EF4-FFF2-40B4-BE49-F238E27FC236}">
                <a16:creationId xmlns:a16="http://schemas.microsoft.com/office/drawing/2014/main" id="{C917EC60-7579-FA3E-2640-A24B5E5BDD44}"/>
              </a:ext>
              <a:ext uri="{C183D7F6-B498-43B3-948B-1728B52AA6E4}">
                <adec:decorative xmlns:adec="http://schemas.microsoft.com/office/drawing/2017/decorative" val="1"/>
              </a:ext>
            </a:extLst>
          </p:cNvPr>
          <p:cNvCxnSpPr>
            <a:cxnSpLocks/>
          </p:cNvCxnSpPr>
          <p:nvPr/>
        </p:nvCxnSpPr>
        <p:spPr>
          <a:xfrm>
            <a:off x="2686955" y="2791884"/>
            <a:ext cx="0" cy="1956400"/>
          </a:xfrm>
          <a:prstGeom prst="straightConnector1">
            <a:avLst/>
          </a:prstGeom>
          <a:noFill/>
          <a:ln w="19050" cap="flat" cmpd="sng">
            <a:solidFill>
              <a:srgbClr val="FDE8E5"/>
            </a:solidFill>
            <a:prstDash val="solid"/>
            <a:round/>
            <a:headEnd type="none" w="med" len="med"/>
            <a:tailEnd type="none" w="med" len="med"/>
          </a:ln>
        </p:spPr>
      </p:cxnSp>
      <p:sp>
        <p:nvSpPr>
          <p:cNvPr id="62" name="Text Placeholder 61">
            <a:extLst>
              <a:ext uri="{FF2B5EF4-FFF2-40B4-BE49-F238E27FC236}">
                <a16:creationId xmlns:a16="http://schemas.microsoft.com/office/drawing/2014/main" id="{84632FE5-69CE-1664-4BC1-CC7AA1C570D9}"/>
              </a:ext>
            </a:extLst>
          </p:cNvPr>
          <p:cNvSpPr>
            <a:spLocks noGrp="1"/>
          </p:cNvSpPr>
          <p:nvPr>
            <p:ph type="body" sz="quarter" idx="18"/>
          </p:nvPr>
        </p:nvSpPr>
        <p:spPr/>
        <p:txBody>
          <a:bodyPr/>
          <a:lstStyle/>
          <a:p>
            <a:r>
              <a:rPr lang="en-US" dirty="0">
                <a:solidFill>
                  <a:schemeClr val="tx2"/>
                </a:solidFill>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cxnSp>
        <p:nvCxnSpPr>
          <p:cNvPr id="9" name="Divider line 02">
            <a:extLst>
              <a:ext uri="{FF2B5EF4-FFF2-40B4-BE49-F238E27FC236}">
                <a16:creationId xmlns:a16="http://schemas.microsoft.com/office/drawing/2014/main" id="{F4019D38-DEC3-089E-391E-F01D673688B1}"/>
              </a:ext>
              <a:ext uri="{C183D7F6-B498-43B3-948B-1728B52AA6E4}">
                <adec:decorative xmlns:adec="http://schemas.microsoft.com/office/drawing/2017/decorative" val="1"/>
              </a:ext>
            </a:extLst>
          </p:cNvPr>
          <p:cNvCxnSpPr>
            <a:cxnSpLocks/>
          </p:cNvCxnSpPr>
          <p:nvPr/>
        </p:nvCxnSpPr>
        <p:spPr>
          <a:xfrm>
            <a:off x="4966520" y="2791884"/>
            <a:ext cx="0" cy="1956400"/>
          </a:xfrm>
          <a:prstGeom prst="straightConnector1">
            <a:avLst/>
          </a:prstGeom>
          <a:noFill/>
          <a:ln w="19050" cap="flat" cmpd="sng">
            <a:solidFill>
              <a:srgbClr val="FDE8E5"/>
            </a:solidFill>
            <a:prstDash val="solid"/>
            <a:round/>
            <a:headEnd type="none" w="med" len="med"/>
            <a:tailEnd type="none" w="med" len="med"/>
          </a:ln>
        </p:spPr>
      </p:cxnSp>
      <p:sp>
        <p:nvSpPr>
          <p:cNvPr id="60" name="Text Placeholder 59">
            <a:extLst>
              <a:ext uri="{FF2B5EF4-FFF2-40B4-BE49-F238E27FC236}">
                <a16:creationId xmlns:a16="http://schemas.microsoft.com/office/drawing/2014/main" id="{BE5189F8-9423-07A9-B701-C60A1837ADE5}"/>
              </a:ext>
            </a:extLst>
          </p:cNvPr>
          <p:cNvSpPr>
            <a:spLocks noGrp="1"/>
          </p:cNvSpPr>
          <p:nvPr>
            <p:ph type="body" sz="quarter" idx="16"/>
          </p:nvPr>
        </p:nvSpPr>
        <p:spPr/>
        <p:txBody>
          <a:bodyPr/>
          <a:lstStyle/>
          <a:p>
            <a:r>
              <a:rPr lang="en-US" dirty="0">
                <a:solidFill>
                  <a:schemeClr val="accent2"/>
                </a:solidFill>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p:txBody>
      </p:sp>
      <p:cxnSp>
        <p:nvCxnSpPr>
          <p:cNvPr id="8" name="Divider line 03">
            <a:extLst>
              <a:ext uri="{FF2B5EF4-FFF2-40B4-BE49-F238E27FC236}">
                <a16:creationId xmlns:a16="http://schemas.microsoft.com/office/drawing/2014/main" id="{8E13BAC1-1120-40E5-89CD-7F7575827ED4}"/>
              </a:ext>
              <a:ext uri="{C183D7F6-B498-43B3-948B-1728B52AA6E4}">
                <adec:decorative xmlns:adec="http://schemas.microsoft.com/office/drawing/2017/decorative" val="1"/>
              </a:ext>
            </a:extLst>
          </p:cNvPr>
          <p:cNvCxnSpPr>
            <a:cxnSpLocks/>
          </p:cNvCxnSpPr>
          <p:nvPr/>
        </p:nvCxnSpPr>
        <p:spPr>
          <a:xfrm>
            <a:off x="7246088" y="2791884"/>
            <a:ext cx="0" cy="1956400"/>
          </a:xfrm>
          <a:prstGeom prst="straightConnector1">
            <a:avLst/>
          </a:prstGeom>
          <a:noFill/>
          <a:ln w="19050" cap="flat" cmpd="sng">
            <a:solidFill>
              <a:srgbClr val="FDE8E5"/>
            </a:solidFill>
            <a:prstDash val="solid"/>
            <a:round/>
            <a:headEnd type="none" w="med" len="med"/>
            <a:tailEnd type="none" w="med" len="med"/>
          </a:ln>
        </p:spPr>
      </p:cxnSp>
      <p:sp>
        <p:nvSpPr>
          <p:cNvPr id="63" name="Text Placeholder 62">
            <a:extLst>
              <a:ext uri="{FF2B5EF4-FFF2-40B4-BE49-F238E27FC236}">
                <a16:creationId xmlns:a16="http://schemas.microsoft.com/office/drawing/2014/main" id="{CC80981D-6D26-A4BA-2088-3CBE0DBB346E}"/>
              </a:ext>
            </a:extLst>
          </p:cNvPr>
          <p:cNvSpPr>
            <a:spLocks noGrp="1"/>
          </p:cNvSpPr>
          <p:nvPr>
            <p:ph type="body" sz="quarter" idx="19"/>
          </p:nvPr>
        </p:nvSpPr>
        <p:spPr/>
        <p:txBody>
          <a:bodyPr/>
          <a:lstStyle/>
          <a:p>
            <a:r>
              <a:rPr lang="en-US" dirty="0">
                <a:solidFill>
                  <a:schemeClr val="accent4"/>
                </a:solidFill>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a:p>
            <a:endParaRPr lang="en-US"/>
          </a:p>
        </p:txBody>
      </p:sp>
      <p:cxnSp>
        <p:nvCxnSpPr>
          <p:cNvPr id="7" name="Divider line 04">
            <a:extLst>
              <a:ext uri="{FF2B5EF4-FFF2-40B4-BE49-F238E27FC236}">
                <a16:creationId xmlns:a16="http://schemas.microsoft.com/office/drawing/2014/main" id="{9F33012D-FA08-3584-68D8-A00982026367}"/>
              </a:ext>
              <a:ext uri="{C183D7F6-B498-43B3-948B-1728B52AA6E4}">
                <adec:decorative xmlns:adec="http://schemas.microsoft.com/office/drawing/2017/decorative" val="1"/>
              </a:ext>
            </a:extLst>
          </p:cNvPr>
          <p:cNvCxnSpPr>
            <a:cxnSpLocks/>
          </p:cNvCxnSpPr>
          <p:nvPr/>
        </p:nvCxnSpPr>
        <p:spPr>
          <a:xfrm>
            <a:off x="9525653" y="2808629"/>
            <a:ext cx="0" cy="1956400"/>
          </a:xfrm>
          <a:prstGeom prst="straightConnector1">
            <a:avLst/>
          </a:prstGeom>
          <a:noFill/>
          <a:ln w="19050" cap="flat" cmpd="sng">
            <a:solidFill>
              <a:srgbClr val="FDE8E5"/>
            </a:solidFill>
            <a:prstDash val="solid"/>
            <a:round/>
            <a:headEnd type="none" w="med" len="med"/>
            <a:tailEnd type="none" w="med" len="med"/>
          </a:ln>
        </p:spPr>
      </p:cxnSp>
      <p:sp>
        <p:nvSpPr>
          <p:cNvPr id="61" name="Text Placeholder 60">
            <a:extLst>
              <a:ext uri="{FF2B5EF4-FFF2-40B4-BE49-F238E27FC236}">
                <a16:creationId xmlns:a16="http://schemas.microsoft.com/office/drawing/2014/main" id="{3E48CAA5-0309-8376-E3CC-5BE3011A8815}"/>
              </a:ext>
            </a:extLst>
          </p:cNvPr>
          <p:cNvSpPr>
            <a:spLocks noGrp="1"/>
          </p:cNvSpPr>
          <p:nvPr>
            <p:ph type="body" sz="quarter" idx="17"/>
          </p:nvPr>
        </p:nvSpPr>
        <p:spPr/>
        <p:txBody>
          <a:bodyPr/>
          <a:lstStyle/>
          <a:p>
            <a:r>
              <a:rPr lang="en-US" dirty="0">
                <a:solidFill>
                  <a:schemeClr val="tx1"/>
                </a:solidFill>
                <a:sym typeface="Arial" panose="020B0604020202020204" pitchFamily="34" charset="0"/>
              </a:rPr>
              <a:t>Title</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a:t>
            </a:r>
            <a:br>
              <a:rPr lang="en-US" dirty="0">
                <a:sym typeface="Arial" panose="020B0604020202020204" pitchFamily="34" charset="0"/>
              </a:rPr>
            </a:b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p>
          <a:p>
            <a:endParaRPr lang="en-US"/>
          </a:p>
        </p:txBody>
      </p:sp>
      <p:sp>
        <p:nvSpPr>
          <p:cNvPr id="3" name="Footer Placeholder 2">
            <a:extLst>
              <a:ext uri="{FF2B5EF4-FFF2-40B4-BE49-F238E27FC236}">
                <a16:creationId xmlns:a16="http://schemas.microsoft.com/office/drawing/2014/main" id="{24692499-5929-7F3E-0F94-C8E1E70179F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49338BA3-1D85-01F4-BFB3-42AA13164ED2}"/>
              </a:ext>
            </a:extLst>
          </p:cNvPr>
          <p:cNvSpPr>
            <a:spLocks noGrp="1"/>
          </p:cNvSpPr>
          <p:nvPr>
            <p:ph type="sldNum" sz="quarter" idx="11"/>
          </p:nvPr>
        </p:nvSpPr>
        <p:spPr/>
        <p:txBody>
          <a:bodyPr/>
          <a:lstStyle/>
          <a:p>
            <a:fld id="{48135D20-C3A1-FF4C-B4DB-BE449A9B144D}" type="slidenum">
              <a:rPr lang="en-US"/>
              <a:pPr/>
              <a:t>29</a:t>
            </a:fld>
            <a:endParaRPr lang="en-US"/>
          </a:p>
        </p:txBody>
      </p:sp>
    </p:spTree>
    <p:extLst>
      <p:ext uri="{BB962C8B-B14F-4D97-AF65-F5344CB8AC3E}">
        <p14:creationId xmlns:p14="http://schemas.microsoft.com/office/powerpoint/2010/main" val="3537751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7A92C0A-57B4-8A72-9608-0B00B5F62534}"/>
              </a:ext>
            </a:extLst>
          </p:cNvPr>
          <p:cNvSpPr>
            <a:spLocks noGrp="1"/>
          </p:cNvSpPr>
          <p:nvPr>
            <p:ph type="title"/>
          </p:nvPr>
        </p:nvSpPr>
        <p:spPr/>
        <p:txBody>
          <a:bodyPr/>
          <a:lstStyle/>
          <a:p>
            <a:r>
              <a:rPr lang="en-US" dirty="0"/>
              <a:t>Description 3</a:t>
            </a:r>
          </a:p>
        </p:txBody>
      </p:sp>
      <p:sp>
        <p:nvSpPr>
          <p:cNvPr id="12" name="Text Placeholder 11">
            <a:extLst>
              <a:ext uri="{FF2B5EF4-FFF2-40B4-BE49-F238E27FC236}">
                <a16:creationId xmlns:a16="http://schemas.microsoft.com/office/drawing/2014/main" id="{9BAD6C2A-F4EC-8879-3DEC-ED47DD7F19CA}"/>
              </a:ext>
            </a:extLst>
          </p:cNvPr>
          <p:cNvSpPr>
            <a:spLocks noGrp="1"/>
          </p:cNvSpPr>
          <p:nvPr>
            <p:ph type="body" sz="quarter" idx="14"/>
          </p:nvPr>
        </p:nvSpPr>
        <p:spPr/>
        <p:txBody>
          <a:bodyPr/>
          <a:lstStyle/>
          <a:p>
            <a:r>
              <a:rPr lang="en-US" dirty="0">
                <a:sym typeface="Arial" panose="020B0604020202020204" pitchFamily="34" charset="0"/>
              </a:rPr>
              <a:t>Caption or descriptive statement</a:t>
            </a:r>
          </a:p>
        </p:txBody>
      </p:sp>
      <p:sp>
        <p:nvSpPr>
          <p:cNvPr id="13" name="Text Placeholder 12">
            <a:extLst>
              <a:ext uri="{FF2B5EF4-FFF2-40B4-BE49-F238E27FC236}">
                <a16:creationId xmlns:a16="http://schemas.microsoft.com/office/drawing/2014/main" id="{AAB76FE4-FDE0-8BA3-3D32-3D81E35EF1B1}"/>
              </a:ext>
            </a:extLst>
          </p:cNvPr>
          <p:cNvSpPr>
            <a:spLocks noGrp="1"/>
          </p:cNvSpPr>
          <p:nvPr>
            <p:ph type="body" sz="quarter" idx="15"/>
          </p:nvPr>
        </p:nvSpPr>
        <p:spPr>
          <a:xfrm>
            <a:off x="609600" y="2244435"/>
            <a:ext cx="5936673" cy="4214911"/>
          </a:xfrm>
        </p:spPr>
        <p:txBody>
          <a:bodyPr/>
          <a:lstStyle/>
          <a:p>
            <a:r>
              <a:rPr lang="en-US"/>
              <a:t>Subhead</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a:t>
            </a:r>
          </a:p>
          <a:p>
            <a:pPr lvl="1"/>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et dolore magna</a:t>
            </a:r>
            <a:br>
              <a:rPr lang="en-US" dirty="0">
                <a:sym typeface="Arial" panose="020B0604020202020204" pitchFamily="34" charset="0"/>
              </a:rPr>
            </a:br>
            <a:r>
              <a:rPr lang="en-US" dirty="0" err="1">
                <a:sym typeface="Arial" panose="020B0604020202020204" pitchFamily="34" charset="0"/>
              </a:rPr>
              <a:t>adipiscing</a:t>
            </a:r>
            <a:r>
              <a:rPr lang="en-US" dirty="0">
                <a:sym typeface="Arial" panose="020B0604020202020204" pitchFamily="34" charset="0"/>
              </a:rPr>
              <a:t> dolore magna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aliqua</a:t>
            </a:r>
            <a:r>
              <a:rPr lang="en-US" dirty="0">
                <a:sym typeface="Arial" panose="020B0604020202020204" pitchFamily="34" charset="0"/>
              </a:rPr>
              <a:t>.</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br>
              <a:rPr lang="en-US" dirty="0">
                <a:sym typeface="Arial" panose="020B0604020202020204" pitchFamily="34" charset="0"/>
              </a:rPr>
            </a:br>
            <a:r>
              <a:rPr lang="en-US" dirty="0">
                <a:sym typeface="Arial" panose="020B0604020202020204" pitchFamily="34" charset="0"/>
              </a:rPr>
              <a:t>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a:t>
            </a:r>
          </a:p>
          <a:p>
            <a:pPr lvl="1"/>
            <a:r>
              <a:rPr lang="en-US" dirty="0">
                <a:sym typeface="Arial" panose="020B0604020202020204" pitchFamily="34" charset="0"/>
              </a:rPr>
              <a:t>Lorem ipsum dolor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a:t>
            </a:r>
            <a:endParaRPr lang="en-US"/>
          </a:p>
        </p:txBody>
      </p:sp>
      <p:pic>
        <p:nvPicPr>
          <p:cNvPr id="34" name="Picture Placeholder 33" descr="A person in a lab coat">
            <a:extLst>
              <a:ext uri="{FF2B5EF4-FFF2-40B4-BE49-F238E27FC236}">
                <a16:creationId xmlns:a16="http://schemas.microsoft.com/office/drawing/2014/main" id="{3D2936C2-BDA8-3FCD-5B84-D9BC3358494E}"/>
              </a:ext>
            </a:extLst>
          </p:cNvPr>
          <p:cNvPicPr>
            <a:picLocks noGrp="1" noChangeAspect="1"/>
          </p:cNvPicPr>
          <p:nvPr>
            <p:ph type="pic" sz="quarter" idx="16"/>
          </p:nvPr>
        </p:nvPicPr>
        <p:blipFill>
          <a:blip r:embed="rId2"/>
          <a:srcRect l="13" r="13"/>
          <a:stretch/>
        </p:blipFill>
        <p:spPr/>
      </p:pic>
      <p:sp>
        <p:nvSpPr>
          <p:cNvPr id="2" name="Footer Placeholder 1">
            <a:extLst>
              <a:ext uri="{FF2B5EF4-FFF2-40B4-BE49-F238E27FC236}">
                <a16:creationId xmlns:a16="http://schemas.microsoft.com/office/drawing/2014/main" id="{91A06146-10B1-B195-C568-207408956103}"/>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E01160CB-9652-15EC-C4F7-DF07F23BA8FE}"/>
              </a:ext>
            </a:extLst>
          </p:cNvPr>
          <p:cNvSpPr>
            <a:spLocks noGrp="1"/>
          </p:cNvSpPr>
          <p:nvPr>
            <p:ph type="sldNum" sz="quarter" idx="11"/>
          </p:nvPr>
        </p:nvSpPr>
        <p:spPr/>
        <p:txBody>
          <a:bodyPr/>
          <a:lstStyle/>
          <a:p>
            <a:fld id="{48135D20-C3A1-FF4C-B4DB-BE449A9B144D}" type="slidenum">
              <a:rPr lang="en-US"/>
              <a:pPr/>
              <a:t>30</a:t>
            </a:fld>
            <a:endParaRPr lang="en-US"/>
          </a:p>
        </p:txBody>
      </p:sp>
    </p:spTree>
    <p:extLst>
      <p:ext uri="{BB962C8B-B14F-4D97-AF65-F5344CB8AC3E}">
        <p14:creationId xmlns:p14="http://schemas.microsoft.com/office/powerpoint/2010/main" val="4152269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7A92C0A-57B4-8A72-9608-0B00B5F62534}"/>
              </a:ext>
            </a:extLst>
          </p:cNvPr>
          <p:cNvSpPr>
            <a:spLocks noGrp="1"/>
          </p:cNvSpPr>
          <p:nvPr>
            <p:ph type="title"/>
          </p:nvPr>
        </p:nvSpPr>
        <p:spPr/>
        <p:txBody>
          <a:bodyPr/>
          <a:lstStyle/>
          <a:p>
            <a:r>
              <a:rPr lang="en-US"/>
              <a:t>Description</a:t>
            </a:r>
          </a:p>
        </p:txBody>
      </p:sp>
      <p:sp>
        <p:nvSpPr>
          <p:cNvPr id="12" name="Text Placeholder 11">
            <a:extLst>
              <a:ext uri="{FF2B5EF4-FFF2-40B4-BE49-F238E27FC236}">
                <a16:creationId xmlns:a16="http://schemas.microsoft.com/office/drawing/2014/main" id="{9BAD6C2A-F4EC-8879-3DEC-ED47DD7F19CA}"/>
              </a:ext>
            </a:extLst>
          </p:cNvPr>
          <p:cNvSpPr>
            <a:spLocks noGrp="1"/>
          </p:cNvSpPr>
          <p:nvPr>
            <p:ph type="body" sz="quarter" idx="14"/>
          </p:nvPr>
        </p:nvSpPr>
        <p:spPr/>
        <p:txBody>
          <a:bodyPr/>
          <a:lstStyle/>
          <a:p>
            <a:r>
              <a:rPr lang="en-US" dirty="0">
                <a:sym typeface="Arial" panose="020B0604020202020204" pitchFamily="34" charset="0"/>
              </a:rPr>
              <a:t>Caption or descriptive statement</a:t>
            </a:r>
          </a:p>
        </p:txBody>
      </p:sp>
      <p:pic>
        <p:nvPicPr>
          <p:cNvPr id="37" name="Picture Placeholder 36" descr="A person and person in blue uniforms standing next to a computer">
            <a:extLst>
              <a:ext uri="{FF2B5EF4-FFF2-40B4-BE49-F238E27FC236}">
                <a16:creationId xmlns:a16="http://schemas.microsoft.com/office/drawing/2014/main" id="{38591A1A-E2AB-5C22-B131-74C75E14FC75}"/>
              </a:ext>
            </a:extLst>
          </p:cNvPr>
          <p:cNvPicPr>
            <a:picLocks noGrp="1" noChangeAspect="1"/>
          </p:cNvPicPr>
          <p:nvPr>
            <p:ph type="pic" sz="quarter" idx="16"/>
          </p:nvPr>
        </p:nvPicPr>
        <p:blipFill>
          <a:blip r:embed="rId2"/>
          <a:srcRect l="33" r="33"/>
          <a:stretch>
            <a:fillRect/>
          </a:stretch>
        </p:blipFill>
        <p:spPr/>
      </p:pic>
      <p:sp>
        <p:nvSpPr>
          <p:cNvPr id="13" name="Text Placeholder 12">
            <a:extLst>
              <a:ext uri="{FF2B5EF4-FFF2-40B4-BE49-F238E27FC236}">
                <a16:creationId xmlns:a16="http://schemas.microsoft.com/office/drawing/2014/main" id="{AAB76FE4-FDE0-8BA3-3D32-3D81E35EF1B1}"/>
              </a:ext>
            </a:extLst>
          </p:cNvPr>
          <p:cNvSpPr>
            <a:spLocks noGrp="1"/>
          </p:cNvSpPr>
          <p:nvPr>
            <p:ph type="body" sz="quarter" idx="15"/>
          </p:nvPr>
        </p:nvSpPr>
        <p:spPr/>
        <p:txBody>
          <a:bodyPr/>
          <a:lstStyle/>
          <a:p>
            <a:r>
              <a:rPr lang="en-US" dirty="0">
                <a:sym typeface="Arial" panose="020B0604020202020204" pitchFamily="34" charset="0"/>
              </a:rPr>
              <a:t>Subhead</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a:t>
            </a:r>
          </a:p>
        </p:txBody>
      </p:sp>
      <p:pic>
        <p:nvPicPr>
          <p:cNvPr id="44" name="Picture Placeholder 43" descr="A person in a lab coat and gloves working in a laboratory">
            <a:extLst>
              <a:ext uri="{FF2B5EF4-FFF2-40B4-BE49-F238E27FC236}">
                <a16:creationId xmlns:a16="http://schemas.microsoft.com/office/drawing/2014/main" id="{A51089EA-4F58-6CDE-1D21-6EC91D7D57ED}"/>
              </a:ext>
            </a:extLst>
          </p:cNvPr>
          <p:cNvPicPr>
            <a:picLocks noGrp="1" noChangeAspect="1"/>
          </p:cNvPicPr>
          <p:nvPr>
            <p:ph type="pic" sz="quarter" idx="17"/>
          </p:nvPr>
        </p:nvPicPr>
        <p:blipFill>
          <a:blip r:embed="rId3"/>
          <a:srcRect l="33" r="33"/>
          <a:stretch>
            <a:fillRect/>
          </a:stretch>
        </p:blipFill>
        <p:spPr/>
      </p:pic>
      <p:sp>
        <p:nvSpPr>
          <p:cNvPr id="31" name="Text Placeholder 30">
            <a:extLst>
              <a:ext uri="{FF2B5EF4-FFF2-40B4-BE49-F238E27FC236}">
                <a16:creationId xmlns:a16="http://schemas.microsoft.com/office/drawing/2014/main" id="{457636B0-9C63-1B64-59A6-B39EF15968CB}"/>
              </a:ext>
            </a:extLst>
          </p:cNvPr>
          <p:cNvSpPr>
            <a:spLocks noGrp="1"/>
          </p:cNvSpPr>
          <p:nvPr>
            <p:ph type="body" sz="quarter" idx="19"/>
          </p:nvPr>
        </p:nvSpPr>
        <p:spPr/>
        <p:txBody>
          <a:bodyPr/>
          <a:lstStyle/>
          <a:p>
            <a:r>
              <a:rPr lang="en-US" dirty="0">
                <a:sym typeface="Arial" panose="020B0604020202020204" pitchFamily="34" charset="0"/>
              </a:rPr>
              <a:t>Subhead</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a:t>
            </a:r>
          </a:p>
        </p:txBody>
      </p:sp>
      <p:pic>
        <p:nvPicPr>
          <p:cNvPr id="40" name="Picture Placeholder 38" descr="A person wearing a white coat and goggles holding a pipette">
            <a:extLst>
              <a:ext uri="{FF2B5EF4-FFF2-40B4-BE49-F238E27FC236}">
                <a16:creationId xmlns:a16="http://schemas.microsoft.com/office/drawing/2014/main" id="{E761FA5C-89C7-1E84-F87B-2CB3E9A4273C}"/>
              </a:ext>
            </a:extLst>
          </p:cNvPr>
          <p:cNvPicPr>
            <a:picLocks noGrp="1" noChangeAspect="1"/>
          </p:cNvPicPr>
          <p:nvPr>
            <p:ph type="pic" sz="quarter" idx="18"/>
          </p:nvPr>
        </p:nvPicPr>
        <p:blipFill>
          <a:blip r:embed="rId4"/>
          <a:srcRect l="25" r="25"/>
          <a:stretch>
            <a:fillRect/>
          </a:stretch>
        </p:blipFill>
        <p:spPr/>
      </p:pic>
      <p:sp>
        <p:nvSpPr>
          <p:cNvPr id="32" name="Text Placeholder 31">
            <a:extLst>
              <a:ext uri="{FF2B5EF4-FFF2-40B4-BE49-F238E27FC236}">
                <a16:creationId xmlns:a16="http://schemas.microsoft.com/office/drawing/2014/main" id="{719DA79C-9F5F-105D-21D4-E4D8C54D2FD2}"/>
              </a:ext>
            </a:extLst>
          </p:cNvPr>
          <p:cNvSpPr>
            <a:spLocks noGrp="1"/>
          </p:cNvSpPr>
          <p:nvPr>
            <p:ph type="body" sz="quarter" idx="20"/>
          </p:nvPr>
        </p:nvSpPr>
        <p:spPr/>
        <p:txBody>
          <a:bodyPr/>
          <a:lstStyle/>
          <a:p>
            <a:r>
              <a:rPr lang="en-US" dirty="0">
                <a:sym typeface="Arial" panose="020B0604020202020204" pitchFamily="34" charset="0"/>
              </a:rPr>
              <a:t>Subhead</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a:t>
            </a:r>
          </a:p>
        </p:txBody>
      </p:sp>
      <p:sp>
        <p:nvSpPr>
          <p:cNvPr id="2" name="Footer Placeholder 1">
            <a:extLst>
              <a:ext uri="{FF2B5EF4-FFF2-40B4-BE49-F238E27FC236}">
                <a16:creationId xmlns:a16="http://schemas.microsoft.com/office/drawing/2014/main" id="{91A06146-10B1-B195-C568-207408956103}"/>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E01160CB-9652-15EC-C4F7-DF07F23BA8FE}"/>
              </a:ext>
            </a:extLst>
          </p:cNvPr>
          <p:cNvSpPr>
            <a:spLocks noGrp="1"/>
          </p:cNvSpPr>
          <p:nvPr>
            <p:ph type="sldNum" sz="quarter" idx="11"/>
          </p:nvPr>
        </p:nvSpPr>
        <p:spPr/>
        <p:txBody>
          <a:bodyPr/>
          <a:lstStyle/>
          <a:p>
            <a:fld id="{48135D20-C3A1-FF4C-B4DB-BE449A9B144D}" type="slidenum">
              <a:rPr lang="en-US"/>
              <a:pPr/>
              <a:t>31</a:t>
            </a:fld>
            <a:endParaRPr lang="en-US"/>
          </a:p>
        </p:txBody>
      </p:sp>
    </p:spTree>
    <p:extLst>
      <p:ext uri="{BB962C8B-B14F-4D97-AF65-F5344CB8AC3E}">
        <p14:creationId xmlns:p14="http://schemas.microsoft.com/office/powerpoint/2010/main" val="1382306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1CF33-E4ED-3708-4510-4D342532BE6F}"/>
              </a:ext>
            </a:extLst>
          </p:cNvPr>
          <p:cNvSpPr>
            <a:spLocks noGrp="1"/>
          </p:cNvSpPr>
          <p:nvPr>
            <p:ph type="title"/>
          </p:nvPr>
        </p:nvSpPr>
        <p:spPr/>
        <p:txBody>
          <a:bodyPr>
            <a:normAutofit/>
          </a:bodyPr>
          <a:lstStyle/>
          <a:p>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sed do </a:t>
            </a:r>
            <a:r>
              <a:rPr lang="en-US" dirty="0" err="1">
                <a:sym typeface="Times New Roman" panose="02020603050405020304" pitchFamily="18" charset="0"/>
              </a:rPr>
              <a:t>eiusmod</a:t>
            </a:r>
            <a:r>
              <a:rPr lang="en-US" dirty="0">
                <a:sym typeface="Times New Roman" panose="02020603050405020304" pitchFamily="18" charset="0"/>
              </a:rPr>
              <a:t> </a:t>
            </a:r>
            <a:r>
              <a:rPr lang="en-US" dirty="0" err="1">
                <a:sym typeface="Times New Roman" panose="02020603050405020304" pitchFamily="18" charset="0"/>
              </a:rPr>
              <a:t>temunt</a:t>
            </a:r>
            <a:r>
              <a:rPr lang="en-US" dirty="0">
                <a:sym typeface="Times New Roman" panose="02020603050405020304" pitchFamily="18" charset="0"/>
              </a:rPr>
              <a:t> </a:t>
            </a:r>
            <a:r>
              <a:rPr lang="en-US" dirty="0" err="1">
                <a:sym typeface="Times New Roman" panose="02020603050405020304" pitchFamily="18" charset="0"/>
              </a:rPr>
              <a:t>ut</a:t>
            </a:r>
            <a:r>
              <a:rPr lang="en-US" dirty="0">
                <a:sym typeface="Times New Roman" panose="02020603050405020304" pitchFamily="18" charset="0"/>
              </a:rPr>
              <a:t> </a:t>
            </a:r>
            <a:r>
              <a:rPr lang="en-US" dirty="0" err="1">
                <a:sym typeface="Times New Roman" panose="02020603050405020304" pitchFamily="18" charset="0"/>
              </a:rPr>
              <a:t>labore</a:t>
            </a:r>
            <a:r>
              <a:rPr lang="en-US" dirty="0">
                <a:sym typeface="Times New Roman" panose="02020603050405020304" pitchFamily="18" charset="0"/>
              </a:rPr>
              <a:t> et dolore magna </a:t>
            </a:r>
            <a:r>
              <a:rPr lang="en-US" dirty="0" err="1">
                <a:sym typeface="Times New Roman" panose="02020603050405020304" pitchFamily="18" charset="0"/>
              </a:rPr>
              <a:t>aliqua</a:t>
            </a:r>
            <a:r>
              <a:rPr lang="en-US" dirty="0">
                <a:sym typeface="Times New Roman" panose="02020603050405020304" pitchFamily="18" charset="0"/>
              </a:rPr>
              <a:t>. </a:t>
            </a:r>
          </a:p>
        </p:txBody>
      </p:sp>
      <p:graphicFrame>
        <p:nvGraphicFramePr>
          <p:cNvPr id="19" name="Sample Venn diagram (2)" descr="Sample Venn diagram">
            <a:extLst>
              <a:ext uri="{FF2B5EF4-FFF2-40B4-BE49-F238E27FC236}">
                <a16:creationId xmlns:a16="http://schemas.microsoft.com/office/drawing/2014/main" id="{EA2699E2-ABB4-C27C-C276-ED61909C2164}"/>
              </a:ext>
            </a:extLst>
          </p:cNvPr>
          <p:cNvGraphicFramePr>
            <a:graphicFrameLocks noGrp="1"/>
          </p:cNvGraphicFramePr>
          <p:nvPr>
            <p:ph sz="quarter" idx="12"/>
            <p:extLst>
              <p:ext uri="{D42A27DB-BD31-4B8C-83A1-F6EECF244321}">
                <p14:modId xmlns:p14="http://schemas.microsoft.com/office/powerpoint/2010/main" val="3344052218"/>
              </p:ext>
            </p:extLst>
          </p:nvPr>
        </p:nvGraphicFramePr>
        <p:xfrm>
          <a:off x="623888" y="1735282"/>
          <a:ext cx="11044237" cy="45496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FDCD40DF-7ACA-467A-ACF4-1B08E8F41F8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7556CD74-8FE5-7FF6-A2A7-B7EFD707727B}"/>
              </a:ext>
            </a:extLst>
          </p:cNvPr>
          <p:cNvSpPr>
            <a:spLocks noGrp="1"/>
          </p:cNvSpPr>
          <p:nvPr>
            <p:ph type="sldNum" sz="quarter" idx="11"/>
          </p:nvPr>
        </p:nvSpPr>
        <p:spPr/>
        <p:txBody>
          <a:bodyPr/>
          <a:lstStyle/>
          <a:p>
            <a:fld id="{48135D20-C3A1-FF4C-B4DB-BE449A9B144D}" type="slidenum">
              <a:rPr lang="en-US"/>
              <a:pPr/>
              <a:t>32</a:t>
            </a:fld>
            <a:endParaRPr lang="en-US"/>
          </a:p>
        </p:txBody>
      </p:sp>
    </p:spTree>
    <p:extLst>
      <p:ext uri="{BB962C8B-B14F-4D97-AF65-F5344CB8AC3E}">
        <p14:creationId xmlns:p14="http://schemas.microsoft.com/office/powerpoint/2010/main" val="827483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1CF33-E4ED-3708-4510-4D342532BE6F}"/>
              </a:ext>
            </a:extLst>
          </p:cNvPr>
          <p:cNvSpPr>
            <a:spLocks noGrp="1"/>
          </p:cNvSpPr>
          <p:nvPr>
            <p:ph type="title"/>
          </p:nvPr>
        </p:nvSpPr>
        <p:spPr/>
        <p:txBody>
          <a:bodyPr/>
          <a:lstStyle/>
          <a:p>
            <a:r>
              <a:rPr lang="en-US" dirty="0">
                <a:sym typeface="Times New Roman" panose="02020603050405020304" pitchFamily="18" charset="0"/>
              </a:rPr>
              <a:t>Lorem ipsum dolor</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br>
              <a:rPr lang="en-US" dirty="0">
                <a:sym typeface="Times New Roman" panose="02020603050405020304" pitchFamily="18" charset="0"/>
              </a:rPr>
            </a:b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a:t>
            </a:r>
          </a:p>
        </p:txBody>
      </p:sp>
      <p:graphicFrame>
        <p:nvGraphicFramePr>
          <p:cNvPr id="27" name="Sample Venn diagram (4)" descr="Sample Venn diagram">
            <a:extLst>
              <a:ext uri="{FF2B5EF4-FFF2-40B4-BE49-F238E27FC236}">
                <a16:creationId xmlns:a16="http://schemas.microsoft.com/office/drawing/2014/main" id="{9A315AAD-3369-B121-68A3-9E338D025267}"/>
              </a:ext>
            </a:extLst>
          </p:cNvPr>
          <p:cNvGraphicFramePr>
            <a:graphicFrameLocks noGrp="1"/>
          </p:cNvGraphicFramePr>
          <p:nvPr>
            <p:ph sz="quarter" idx="12"/>
            <p:extLst>
              <p:ext uri="{D42A27DB-BD31-4B8C-83A1-F6EECF244321}">
                <p14:modId xmlns:p14="http://schemas.microsoft.com/office/powerpoint/2010/main" val="3693824229"/>
              </p:ext>
            </p:extLst>
          </p:nvPr>
        </p:nvGraphicFramePr>
        <p:xfrm>
          <a:off x="758105" y="2951741"/>
          <a:ext cx="10775804" cy="2825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FDCD40DF-7ACA-467A-ACF4-1B08E8F41F88}"/>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7556CD74-8FE5-7FF6-A2A7-B7EFD707727B}"/>
              </a:ext>
            </a:extLst>
          </p:cNvPr>
          <p:cNvSpPr>
            <a:spLocks noGrp="1"/>
          </p:cNvSpPr>
          <p:nvPr>
            <p:ph type="sldNum" sz="quarter" idx="11"/>
          </p:nvPr>
        </p:nvSpPr>
        <p:spPr/>
        <p:txBody>
          <a:bodyPr/>
          <a:lstStyle/>
          <a:p>
            <a:fld id="{48135D20-C3A1-FF4C-B4DB-BE449A9B144D}" type="slidenum">
              <a:rPr lang="en-US"/>
              <a:pPr/>
              <a:t>33</a:t>
            </a:fld>
            <a:endParaRPr lang="en-US"/>
          </a:p>
        </p:txBody>
      </p:sp>
    </p:spTree>
    <p:extLst>
      <p:ext uri="{BB962C8B-B14F-4D97-AF65-F5344CB8AC3E}">
        <p14:creationId xmlns:p14="http://schemas.microsoft.com/office/powerpoint/2010/main" val="1207669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B62CFEB-0CA0-2DBF-B39D-103BA780265B}"/>
              </a:ext>
            </a:extLst>
          </p:cNvPr>
          <p:cNvSpPr>
            <a:spLocks noGrp="1"/>
          </p:cNvSpPr>
          <p:nvPr>
            <p:ph type="title" idx="4294967295"/>
          </p:nvPr>
        </p:nvSpPr>
        <p:spPr>
          <a:xfrm>
            <a:off x="609600" y="-914400"/>
            <a:ext cx="11058144" cy="914400"/>
          </a:xfrm>
        </p:spPr>
        <p:txBody>
          <a:bodyPr vert="horz" lIns="0" tIns="0" rIns="0" bIns="0" rtlCol="0" anchor="b" anchorCtr="0">
            <a:normAutofit fontScale="90000"/>
          </a:bodyPr>
          <a:lstStyle/>
          <a:p>
            <a:r>
              <a:rPr lang="en-US" dirty="0"/>
              <a:t>Dual comparison chart (vibrant azure background)</a:t>
            </a:r>
          </a:p>
        </p:txBody>
      </p:sp>
      <p:sp>
        <p:nvSpPr>
          <p:cNvPr id="4" name="Text Placeholder 3">
            <a:extLst>
              <a:ext uri="{FF2B5EF4-FFF2-40B4-BE49-F238E27FC236}">
                <a16:creationId xmlns:a16="http://schemas.microsoft.com/office/drawing/2014/main" id="{D8FA60C6-730C-ABA8-CC96-4E54E0925C59}"/>
              </a:ext>
            </a:extLst>
          </p:cNvPr>
          <p:cNvSpPr>
            <a:spLocks noGrp="1"/>
          </p:cNvSpPr>
          <p:nvPr>
            <p:ph type="body" sz="quarter" idx="13"/>
          </p:nvPr>
        </p:nvSpPr>
        <p:spPr>
          <a:xfrm>
            <a:off x="612648" y="1252728"/>
            <a:ext cx="5330952" cy="978408"/>
          </a:xfrm>
        </p:spPr>
        <p:txBody>
          <a:bodyPr/>
          <a:lstStyle/>
          <a:p>
            <a:r>
              <a:rPr lang="en-US" dirty="0"/>
              <a:t>Challenge</a:t>
            </a:r>
          </a:p>
        </p:txBody>
      </p:sp>
      <p:sp>
        <p:nvSpPr>
          <p:cNvPr id="5" name="Text Placeholder 4">
            <a:extLst>
              <a:ext uri="{FF2B5EF4-FFF2-40B4-BE49-F238E27FC236}">
                <a16:creationId xmlns:a16="http://schemas.microsoft.com/office/drawing/2014/main" id="{0872E34A-B4B6-C5AA-BD8F-884CF4450029}"/>
              </a:ext>
            </a:extLst>
          </p:cNvPr>
          <p:cNvSpPr>
            <a:spLocks noGrp="1"/>
          </p:cNvSpPr>
          <p:nvPr>
            <p:ph type="body" sz="quarter" idx="14"/>
          </p:nvPr>
        </p:nvSpPr>
        <p:spPr>
          <a:xfrm>
            <a:off x="612648" y="2231136"/>
            <a:ext cx="5330952" cy="3364992"/>
          </a:xfrm>
        </p:spPr>
        <p:txBody>
          <a:bodyPr/>
          <a:lstStyle/>
          <a:p>
            <a:r>
              <a:rPr lang="en-US" dirty="0">
                <a:sym typeface="Arial" panose="020B0604020202020204" pitchFamily="34" charset="0"/>
              </a:rPr>
              <a:t>Ipsum dolor,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a:t>
            </a:r>
          </a:p>
          <a:p>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lorem sit eros </a:t>
            </a:r>
            <a:r>
              <a:rPr lang="en-US" dirty="0" err="1">
                <a:sym typeface="Arial" panose="020B0604020202020204" pitchFamily="34" charset="0"/>
              </a:rPr>
              <a:t>odio</a:t>
            </a:r>
            <a:r>
              <a:rPr lang="en-US" dirty="0">
                <a:sym typeface="Arial" panose="020B0604020202020204" pitchFamily="34" charset="0"/>
              </a:rPr>
              <a:t>. </a:t>
            </a:r>
          </a:p>
        </p:txBody>
      </p:sp>
      <p:sp>
        <p:nvSpPr>
          <p:cNvPr id="6" name="Text Placeholder 5">
            <a:extLst>
              <a:ext uri="{FF2B5EF4-FFF2-40B4-BE49-F238E27FC236}">
                <a16:creationId xmlns:a16="http://schemas.microsoft.com/office/drawing/2014/main" id="{905EE885-0DC6-8673-AA2E-244F40BF6DC5}"/>
              </a:ext>
            </a:extLst>
          </p:cNvPr>
          <p:cNvSpPr>
            <a:spLocks noGrp="1"/>
          </p:cNvSpPr>
          <p:nvPr>
            <p:ph type="body" sz="quarter" idx="15"/>
          </p:nvPr>
        </p:nvSpPr>
        <p:spPr>
          <a:xfrm>
            <a:off x="6256703" y="1252728"/>
            <a:ext cx="5330952" cy="978408"/>
          </a:xfrm>
        </p:spPr>
        <p:txBody>
          <a:bodyPr/>
          <a:lstStyle/>
          <a:p>
            <a:r>
              <a:rPr lang="en-US"/>
              <a:t>Opportunity</a:t>
            </a:r>
          </a:p>
        </p:txBody>
      </p:sp>
      <p:sp>
        <p:nvSpPr>
          <p:cNvPr id="7" name="Text Placeholder 6">
            <a:extLst>
              <a:ext uri="{FF2B5EF4-FFF2-40B4-BE49-F238E27FC236}">
                <a16:creationId xmlns:a16="http://schemas.microsoft.com/office/drawing/2014/main" id="{A5415151-29E0-FCA0-A5F4-9393C5148142}"/>
              </a:ext>
            </a:extLst>
          </p:cNvPr>
          <p:cNvSpPr>
            <a:spLocks noGrp="1"/>
          </p:cNvSpPr>
          <p:nvPr>
            <p:ph type="body" sz="quarter" idx="16"/>
          </p:nvPr>
        </p:nvSpPr>
        <p:spPr>
          <a:xfrm>
            <a:off x="6256703" y="2231136"/>
            <a:ext cx="5330952" cy="3364992"/>
          </a:xfrm>
        </p:spPr>
        <p:txBody>
          <a:bodyPr/>
          <a:lstStyle/>
          <a:p>
            <a:r>
              <a:rPr lang="en-US" dirty="0">
                <a:sym typeface="Arial" panose="020B0604020202020204" pitchFamily="34" charset="0"/>
              </a:rPr>
              <a:t>Dolor sit amet, consectetur adipiscing elit. </a:t>
            </a:r>
          </a:p>
          <a:p>
            <a:r>
              <a:rPr lang="en-US" dirty="0">
                <a:sym typeface="Arial" panose="020B0604020202020204" pitchFamily="34" charset="0"/>
              </a:rPr>
              <a:t>Vivamus eros risus, lacinia sit amet bibendum eget, feugiat vitae odio.</a:t>
            </a:r>
          </a:p>
        </p:txBody>
      </p:sp>
      <p:sp>
        <p:nvSpPr>
          <p:cNvPr id="2" name="Footer Placeholder 1">
            <a:extLst>
              <a:ext uri="{FF2B5EF4-FFF2-40B4-BE49-F238E27FC236}">
                <a16:creationId xmlns:a16="http://schemas.microsoft.com/office/drawing/2014/main" id="{FB16E456-BA0E-9B67-3201-AC9CD3D88155}"/>
              </a:ext>
            </a:extLst>
          </p:cNvPr>
          <p:cNvSpPr>
            <a:spLocks noGrp="1"/>
          </p:cNvSpPr>
          <p:nvPr>
            <p:ph type="ftr" sz="quarter" idx="10"/>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B72AC063-1FE5-083C-DC65-5628F75D71C3}"/>
              </a:ext>
            </a:extLst>
          </p:cNvPr>
          <p:cNvSpPr>
            <a:spLocks noGrp="1"/>
          </p:cNvSpPr>
          <p:nvPr>
            <p:ph type="sldNum" sz="quarter" idx="11"/>
          </p:nvPr>
        </p:nvSpPr>
        <p:spPr>
          <a:xfrm>
            <a:off x="11667744" y="6510528"/>
            <a:ext cx="304800" cy="121920"/>
          </a:xfrm>
        </p:spPr>
        <p:txBody>
          <a:bodyPr/>
          <a:lstStyle/>
          <a:p>
            <a:fld id="{48135D20-C3A1-FF4C-B4DB-BE449A9B144D}" type="slidenum">
              <a:rPr lang="en-US"/>
              <a:pPr/>
              <a:t>34</a:t>
            </a:fld>
            <a:endParaRPr lang="en-US"/>
          </a:p>
        </p:txBody>
      </p:sp>
    </p:spTree>
    <p:extLst>
      <p:ext uri="{BB962C8B-B14F-4D97-AF65-F5344CB8AC3E}">
        <p14:creationId xmlns:p14="http://schemas.microsoft.com/office/powerpoint/2010/main" val="3136748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9011-0C0A-D98F-B259-822A323ADE86}"/>
              </a:ext>
            </a:extLst>
          </p:cNvPr>
          <p:cNvSpPr>
            <a:spLocks noGrp="1"/>
          </p:cNvSpPr>
          <p:nvPr>
            <p:ph type="title" idx="4294967295"/>
          </p:nvPr>
        </p:nvSpPr>
        <p:spPr>
          <a:xfrm>
            <a:off x="609600" y="-914400"/>
            <a:ext cx="11058144" cy="914400"/>
          </a:xfrm>
        </p:spPr>
        <p:txBody>
          <a:bodyPr vert="horz" lIns="0" tIns="0" rIns="0" bIns="0" rtlCol="0" anchor="b" anchorCtr="0">
            <a:normAutofit fontScale="90000"/>
          </a:bodyPr>
          <a:lstStyle/>
          <a:p>
            <a:r>
              <a:rPr lang="en-US" dirty="0"/>
              <a:t>3 column comparison (vibrant orange background) </a:t>
            </a:r>
          </a:p>
        </p:txBody>
      </p:sp>
      <p:sp>
        <p:nvSpPr>
          <p:cNvPr id="18" name="Text Placeholder 17">
            <a:extLst>
              <a:ext uri="{FF2B5EF4-FFF2-40B4-BE49-F238E27FC236}">
                <a16:creationId xmlns:a16="http://schemas.microsoft.com/office/drawing/2014/main" id="{39BDFD8C-E963-5D8B-1636-6802584AF28E}"/>
              </a:ext>
            </a:extLst>
          </p:cNvPr>
          <p:cNvSpPr>
            <a:spLocks noGrp="1"/>
          </p:cNvSpPr>
          <p:nvPr>
            <p:ph type="body" sz="quarter" idx="13"/>
          </p:nvPr>
        </p:nvSpPr>
        <p:spPr/>
        <p:txBody>
          <a:bodyPr/>
          <a:lstStyle/>
          <a:p>
            <a:r>
              <a:rPr lang="en-US" dirty="0"/>
              <a:t>Lorem ipsum</a:t>
            </a:r>
          </a:p>
        </p:txBody>
      </p:sp>
      <p:sp>
        <p:nvSpPr>
          <p:cNvPr id="19" name="Text Placeholder 18">
            <a:extLst>
              <a:ext uri="{FF2B5EF4-FFF2-40B4-BE49-F238E27FC236}">
                <a16:creationId xmlns:a16="http://schemas.microsoft.com/office/drawing/2014/main" id="{B2820935-4CCD-64CF-BA24-BC0D5E38D008}"/>
              </a:ext>
            </a:extLst>
          </p:cNvPr>
          <p:cNvSpPr>
            <a:spLocks noGrp="1"/>
          </p:cNvSpPr>
          <p:nvPr>
            <p:ph type="body" sz="quarter" idx="14"/>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20" name="Text Placeholder 19">
            <a:extLst>
              <a:ext uri="{FF2B5EF4-FFF2-40B4-BE49-F238E27FC236}">
                <a16:creationId xmlns:a16="http://schemas.microsoft.com/office/drawing/2014/main" id="{66CF62B6-3E44-16EC-16EB-5302678ECD23}"/>
              </a:ext>
            </a:extLst>
          </p:cNvPr>
          <p:cNvSpPr>
            <a:spLocks noGrp="1"/>
          </p:cNvSpPr>
          <p:nvPr>
            <p:ph type="body" sz="quarter" idx="15"/>
          </p:nvPr>
        </p:nvSpPr>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21" name="Text Placeholder 20">
            <a:extLst>
              <a:ext uri="{FF2B5EF4-FFF2-40B4-BE49-F238E27FC236}">
                <a16:creationId xmlns:a16="http://schemas.microsoft.com/office/drawing/2014/main" id="{5E443991-C000-67FF-0DDD-BCBB1DAACCEC}"/>
              </a:ext>
            </a:extLst>
          </p:cNvPr>
          <p:cNvSpPr>
            <a:spLocks noGrp="1"/>
          </p:cNvSpPr>
          <p:nvPr>
            <p:ph type="body" sz="quarter" idx="16"/>
          </p:nvPr>
        </p:nvSpPr>
        <p:spPr/>
        <p:txBody>
          <a:bodyPr lIns="45720" rIns="45720"/>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22" name="Text Placeholder 21">
            <a:extLst>
              <a:ext uri="{FF2B5EF4-FFF2-40B4-BE49-F238E27FC236}">
                <a16:creationId xmlns:a16="http://schemas.microsoft.com/office/drawing/2014/main" id="{A34164DA-33C0-1010-E393-FA28049ABE80}"/>
              </a:ext>
            </a:extLst>
          </p:cNvPr>
          <p:cNvSpPr>
            <a:spLocks noGrp="1"/>
          </p:cNvSpPr>
          <p:nvPr>
            <p:ph type="body" sz="quarter" idx="17"/>
          </p:nvPr>
        </p:nvSpPr>
        <p:spPr/>
        <p:txBody>
          <a:bodyPr/>
          <a:lstStyle/>
          <a:p>
            <a:r>
              <a:rPr lang="en-US" dirty="0"/>
              <a:t>MM/dd</a:t>
            </a:r>
          </a:p>
        </p:txBody>
      </p:sp>
      <p:sp>
        <p:nvSpPr>
          <p:cNvPr id="30" name="Text Placeholder 29">
            <a:extLst>
              <a:ext uri="{FF2B5EF4-FFF2-40B4-BE49-F238E27FC236}">
                <a16:creationId xmlns:a16="http://schemas.microsoft.com/office/drawing/2014/main" id="{A402F233-3568-FF83-42B1-C6CCFB1EE88E}"/>
              </a:ext>
            </a:extLst>
          </p:cNvPr>
          <p:cNvSpPr>
            <a:spLocks noGrp="1"/>
          </p:cNvSpPr>
          <p:nvPr>
            <p:ph type="body" sz="quarter" idx="39"/>
          </p:nvPr>
        </p:nvSpPr>
        <p:spPr/>
        <p:txBody>
          <a:bodyPr/>
          <a:lstStyle/>
          <a:p>
            <a:r>
              <a:rPr lang="en-US" dirty="0"/>
              <a:t>Lorem ipsum</a:t>
            </a:r>
          </a:p>
        </p:txBody>
      </p:sp>
      <p:sp>
        <p:nvSpPr>
          <p:cNvPr id="31" name="Text Placeholder 30">
            <a:extLst>
              <a:ext uri="{FF2B5EF4-FFF2-40B4-BE49-F238E27FC236}">
                <a16:creationId xmlns:a16="http://schemas.microsoft.com/office/drawing/2014/main" id="{5C4A7E82-75F2-0B45-28DD-98979030FDCE}"/>
              </a:ext>
            </a:extLst>
          </p:cNvPr>
          <p:cNvSpPr>
            <a:spLocks noGrp="1"/>
          </p:cNvSpPr>
          <p:nvPr>
            <p:ph type="body" sz="quarter" idx="40"/>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2" name="Text Placeholder 31">
            <a:extLst>
              <a:ext uri="{FF2B5EF4-FFF2-40B4-BE49-F238E27FC236}">
                <a16:creationId xmlns:a16="http://schemas.microsoft.com/office/drawing/2014/main" id="{159F836E-56E2-F18B-6AB3-62D90B83AE0B}"/>
              </a:ext>
            </a:extLst>
          </p:cNvPr>
          <p:cNvSpPr>
            <a:spLocks noGrp="1"/>
          </p:cNvSpPr>
          <p:nvPr>
            <p:ph type="body" sz="quarter" idx="41"/>
          </p:nvPr>
        </p:nvSpPr>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33" name="Text Placeholder 32">
            <a:extLst>
              <a:ext uri="{FF2B5EF4-FFF2-40B4-BE49-F238E27FC236}">
                <a16:creationId xmlns:a16="http://schemas.microsoft.com/office/drawing/2014/main" id="{A4967CFB-1ECB-4B3C-76CB-C6EBE3A5ED51}"/>
              </a:ext>
            </a:extLst>
          </p:cNvPr>
          <p:cNvSpPr>
            <a:spLocks noGrp="1"/>
          </p:cNvSpPr>
          <p:nvPr>
            <p:ph type="body" sz="quarter" idx="42"/>
          </p:nvPr>
        </p:nvSpPr>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4" name="Text Placeholder 33">
            <a:extLst>
              <a:ext uri="{FF2B5EF4-FFF2-40B4-BE49-F238E27FC236}">
                <a16:creationId xmlns:a16="http://schemas.microsoft.com/office/drawing/2014/main" id="{02677459-E23F-A59C-9A42-C6968E35002E}"/>
              </a:ext>
            </a:extLst>
          </p:cNvPr>
          <p:cNvSpPr>
            <a:spLocks noGrp="1"/>
          </p:cNvSpPr>
          <p:nvPr>
            <p:ph type="body" sz="quarter" idx="43"/>
          </p:nvPr>
        </p:nvSpPr>
        <p:spPr/>
        <p:txBody>
          <a:bodyPr/>
          <a:lstStyle/>
          <a:p>
            <a:r>
              <a:rPr lang="en-US" dirty="0"/>
              <a:t>MM/dd</a:t>
            </a:r>
          </a:p>
        </p:txBody>
      </p:sp>
      <p:sp>
        <p:nvSpPr>
          <p:cNvPr id="35" name="Text Placeholder 34">
            <a:extLst>
              <a:ext uri="{FF2B5EF4-FFF2-40B4-BE49-F238E27FC236}">
                <a16:creationId xmlns:a16="http://schemas.microsoft.com/office/drawing/2014/main" id="{3116C21B-345F-24FE-1AD0-7E952D160635}"/>
              </a:ext>
            </a:extLst>
          </p:cNvPr>
          <p:cNvSpPr>
            <a:spLocks noGrp="1"/>
          </p:cNvSpPr>
          <p:nvPr>
            <p:ph type="body" sz="quarter" idx="44"/>
          </p:nvPr>
        </p:nvSpPr>
        <p:spPr/>
        <p:txBody>
          <a:bodyPr/>
          <a:lstStyle/>
          <a:p>
            <a:r>
              <a:rPr lang="en-US" dirty="0"/>
              <a:t>Lorem ipsum</a:t>
            </a:r>
          </a:p>
        </p:txBody>
      </p:sp>
      <p:sp>
        <p:nvSpPr>
          <p:cNvPr id="36" name="Text Placeholder 35">
            <a:extLst>
              <a:ext uri="{FF2B5EF4-FFF2-40B4-BE49-F238E27FC236}">
                <a16:creationId xmlns:a16="http://schemas.microsoft.com/office/drawing/2014/main" id="{83E8134F-476F-E4FA-BA57-E28545C3DE34}"/>
              </a:ext>
            </a:extLst>
          </p:cNvPr>
          <p:cNvSpPr>
            <a:spLocks noGrp="1"/>
          </p:cNvSpPr>
          <p:nvPr>
            <p:ph type="body" sz="quarter" idx="4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7" name="Text Placeholder 36">
            <a:extLst>
              <a:ext uri="{FF2B5EF4-FFF2-40B4-BE49-F238E27FC236}">
                <a16:creationId xmlns:a16="http://schemas.microsoft.com/office/drawing/2014/main" id="{C9F2E4C4-D913-DE9C-C17D-3399B1B19F27}"/>
              </a:ext>
            </a:extLst>
          </p:cNvPr>
          <p:cNvSpPr>
            <a:spLocks noGrp="1"/>
          </p:cNvSpPr>
          <p:nvPr>
            <p:ph type="body" sz="quarter" idx="46"/>
          </p:nvPr>
        </p:nvSpPr>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38" name="Text Placeholder 37">
            <a:extLst>
              <a:ext uri="{FF2B5EF4-FFF2-40B4-BE49-F238E27FC236}">
                <a16:creationId xmlns:a16="http://schemas.microsoft.com/office/drawing/2014/main" id="{EA7F9500-250B-5B5B-14F9-532C63D22468}"/>
              </a:ext>
            </a:extLst>
          </p:cNvPr>
          <p:cNvSpPr>
            <a:spLocks noGrp="1"/>
          </p:cNvSpPr>
          <p:nvPr>
            <p:ph type="body" sz="quarter" idx="47"/>
          </p:nvPr>
        </p:nvSpPr>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9" name="Text Placeholder 38">
            <a:extLst>
              <a:ext uri="{FF2B5EF4-FFF2-40B4-BE49-F238E27FC236}">
                <a16:creationId xmlns:a16="http://schemas.microsoft.com/office/drawing/2014/main" id="{03FE9460-4F57-18C6-BBA5-C2082CBA5279}"/>
              </a:ext>
            </a:extLst>
          </p:cNvPr>
          <p:cNvSpPr>
            <a:spLocks noGrp="1"/>
          </p:cNvSpPr>
          <p:nvPr>
            <p:ph type="body" sz="quarter" idx="48"/>
          </p:nvPr>
        </p:nvSpPr>
        <p:spPr/>
        <p:txBody>
          <a:bodyPr/>
          <a:lstStyle/>
          <a:p>
            <a:r>
              <a:rPr lang="en-US" dirty="0"/>
              <a:t>MM/dd</a:t>
            </a:r>
          </a:p>
        </p:txBody>
      </p:sp>
      <p:sp>
        <p:nvSpPr>
          <p:cNvPr id="3" name="Footer Placeholder 2">
            <a:extLst>
              <a:ext uri="{FF2B5EF4-FFF2-40B4-BE49-F238E27FC236}">
                <a16:creationId xmlns:a16="http://schemas.microsoft.com/office/drawing/2014/main" id="{EFAC10AB-6888-B847-B9C8-E4A588101D9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22B4A0C1-37D1-8C58-6FB5-1C57F174CCE5}"/>
              </a:ext>
            </a:extLst>
          </p:cNvPr>
          <p:cNvSpPr>
            <a:spLocks noGrp="1"/>
          </p:cNvSpPr>
          <p:nvPr>
            <p:ph type="sldNum" sz="quarter" idx="11"/>
          </p:nvPr>
        </p:nvSpPr>
        <p:spPr/>
        <p:txBody>
          <a:bodyPr/>
          <a:lstStyle/>
          <a:p>
            <a:fld id="{48135D20-C3A1-FF4C-B4DB-BE449A9B144D}" type="slidenum">
              <a:rPr lang="en-US"/>
              <a:pPr/>
              <a:t>35</a:t>
            </a:fld>
            <a:endParaRPr lang="en-US"/>
          </a:p>
        </p:txBody>
      </p:sp>
    </p:spTree>
    <p:extLst>
      <p:ext uri="{BB962C8B-B14F-4D97-AF65-F5344CB8AC3E}">
        <p14:creationId xmlns:p14="http://schemas.microsoft.com/office/powerpoint/2010/main" val="1976176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47D863-2421-F0D9-2AC2-F28A970AF70D}"/>
              </a:ext>
            </a:extLst>
          </p:cNvPr>
          <p:cNvSpPr>
            <a:spLocks noGrp="1"/>
          </p:cNvSpPr>
          <p:nvPr>
            <p:ph type="title" idx="4294967295"/>
          </p:nvPr>
        </p:nvSpPr>
        <p:spPr>
          <a:xfrm>
            <a:off x="609600" y="-914400"/>
            <a:ext cx="11058144" cy="914400"/>
          </a:xfrm>
        </p:spPr>
        <p:txBody>
          <a:bodyPr vert="horz" lIns="0" tIns="0" rIns="0" bIns="0" rtlCol="0" anchor="b" anchorCtr="0">
            <a:normAutofit fontScale="90000"/>
          </a:bodyPr>
          <a:lstStyle/>
          <a:p>
            <a:r>
              <a:rPr lang="en-US" dirty="0"/>
              <a:t>Architecture template (vibrant orange background)</a:t>
            </a:r>
          </a:p>
        </p:txBody>
      </p:sp>
      <p:sp>
        <p:nvSpPr>
          <p:cNvPr id="19" name="Text Placeholder 18">
            <a:extLst>
              <a:ext uri="{FF2B5EF4-FFF2-40B4-BE49-F238E27FC236}">
                <a16:creationId xmlns:a16="http://schemas.microsoft.com/office/drawing/2014/main" id="{A8BD1A27-451A-6025-8310-4B4D7314B022}"/>
              </a:ext>
            </a:extLst>
          </p:cNvPr>
          <p:cNvSpPr>
            <a:spLocks noGrp="1"/>
          </p:cNvSpPr>
          <p:nvPr>
            <p:ph type="body" sz="quarter" idx="29"/>
          </p:nvPr>
        </p:nvSpPr>
        <p:spPr/>
        <p:txBody>
          <a:bodyPr/>
          <a:lstStyle/>
          <a:p>
            <a:r>
              <a:rPr lang="en-US" dirty="0">
                <a:sym typeface="Arial Black" panose="020B0A04020102020204" pitchFamily="34" charset="0"/>
              </a:rPr>
              <a:t>Key Thought</a:t>
            </a:r>
          </a:p>
        </p:txBody>
      </p:sp>
      <p:sp>
        <p:nvSpPr>
          <p:cNvPr id="35" name="Text Placeholder 34">
            <a:extLst>
              <a:ext uri="{FF2B5EF4-FFF2-40B4-BE49-F238E27FC236}">
                <a16:creationId xmlns:a16="http://schemas.microsoft.com/office/drawing/2014/main" id="{BE12933B-A063-4AA4-FAE6-C183C0734713}"/>
              </a:ext>
            </a:extLst>
          </p:cNvPr>
          <p:cNvSpPr>
            <a:spLocks noGrp="1"/>
          </p:cNvSpPr>
          <p:nvPr>
            <p:ph type="body" sz="quarter" idx="13"/>
          </p:nvPr>
        </p:nvSpPr>
        <p:spPr/>
        <p:txBody>
          <a:bodyPr/>
          <a:lstStyle/>
          <a:p>
            <a:r>
              <a:rPr lang="en-US" dirty="0">
                <a:sym typeface="Arial Black" panose="020B0A04020102020204" pitchFamily="34" charset="0"/>
              </a:rPr>
              <a:t>Lorem ipsum</a:t>
            </a:r>
          </a:p>
        </p:txBody>
      </p:sp>
      <p:sp>
        <p:nvSpPr>
          <p:cNvPr id="20" name="Text Placeholder 19">
            <a:extLst>
              <a:ext uri="{FF2B5EF4-FFF2-40B4-BE49-F238E27FC236}">
                <a16:creationId xmlns:a16="http://schemas.microsoft.com/office/drawing/2014/main" id="{E558985D-30CA-A5D7-DC3B-643843F0E1F7}"/>
              </a:ext>
            </a:extLst>
          </p:cNvPr>
          <p:cNvSpPr>
            <a:spLocks noGrp="1"/>
          </p:cNvSpPr>
          <p:nvPr>
            <p:ph type="body" sz="quarter" idx="30"/>
          </p:nvPr>
        </p:nvSpPr>
        <p:spPr/>
        <p:txBody>
          <a:bodyPr/>
          <a:lstStyle/>
          <a:p>
            <a:r>
              <a:rPr lang="en-US" dirty="0">
                <a:sym typeface="Arial Black" panose="020B0A04020102020204" pitchFamily="34" charset="0"/>
              </a:rPr>
              <a:t>Comms Task</a:t>
            </a:r>
          </a:p>
        </p:txBody>
      </p:sp>
      <p:sp>
        <p:nvSpPr>
          <p:cNvPr id="36" name="Text Placeholder 35">
            <a:extLst>
              <a:ext uri="{FF2B5EF4-FFF2-40B4-BE49-F238E27FC236}">
                <a16:creationId xmlns:a16="http://schemas.microsoft.com/office/drawing/2014/main" id="{3A9ECFBA-B8D9-940E-1D18-12D74AFCA6C3}"/>
              </a:ext>
            </a:extLst>
          </p:cNvPr>
          <p:cNvSpPr>
            <a:spLocks noGrp="1"/>
          </p:cNvSpPr>
          <p:nvPr>
            <p:ph type="body" sz="quarter" idx="15"/>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37" name="Text Placeholder 36">
            <a:extLst>
              <a:ext uri="{FF2B5EF4-FFF2-40B4-BE49-F238E27FC236}">
                <a16:creationId xmlns:a16="http://schemas.microsoft.com/office/drawing/2014/main" id="{A2F82895-4369-7E3B-F956-3A537D76673B}"/>
              </a:ext>
            </a:extLst>
          </p:cNvPr>
          <p:cNvSpPr>
            <a:spLocks noGrp="1"/>
          </p:cNvSpPr>
          <p:nvPr>
            <p:ph type="body" sz="quarter" idx="16"/>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38" name="Text Placeholder 37">
            <a:extLst>
              <a:ext uri="{FF2B5EF4-FFF2-40B4-BE49-F238E27FC236}">
                <a16:creationId xmlns:a16="http://schemas.microsoft.com/office/drawing/2014/main" id="{5DFF395A-EF7A-68E1-A6E5-DDDF38258E6A}"/>
              </a:ext>
            </a:extLst>
          </p:cNvPr>
          <p:cNvSpPr>
            <a:spLocks noGrp="1"/>
          </p:cNvSpPr>
          <p:nvPr>
            <p:ph type="body" sz="quarter" idx="17"/>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21" name="Text Placeholder 20">
            <a:extLst>
              <a:ext uri="{FF2B5EF4-FFF2-40B4-BE49-F238E27FC236}">
                <a16:creationId xmlns:a16="http://schemas.microsoft.com/office/drawing/2014/main" id="{ECDF44DD-1AA1-3029-7DE6-CC7C02D3122D}"/>
              </a:ext>
            </a:extLst>
          </p:cNvPr>
          <p:cNvSpPr>
            <a:spLocks noGrp="1"/>
          </p:cNvSpPr>
          <p:nvPr>
            <p:ph type="body" sz="quarter" idx="31"/>
          </p:nvPr>
        </p:nvSpPr>
        <p:spPr/>
        <p:txBody>
          <a:bodyPr/>
          <a:lstStyle/>
          <a:p>
            <a:r>
              <a:rPr lang="en-US" dirty="0">
                <a:sym typeface="Arial Black" panose="020B0A04020102020204" pitchFamily="34" charset="0"/>
              </a:rPr>
              <a:t>Journey Stages</a:t>
            </a:r>
          </a:p>
        </p:txBody>
      </p:sp>
      <p:sp>
        <p:nvSpPr>
          <p:cNvPr id="39" name="Text Placeholder 38">
            <a:extLst>
              <a:ext uri="{FF2B5EF4-FFF2-40B4-BE49-F238E27FC236}">
                <a16:creationId xmlns:a16="http://schemas.microsoft.com/office/drawing/2014/main" id="{DF4416DA-EBC0-70DE-C541-FF83B2678D38}"/>
              </a:ext>
            </a:extLst>
          </p:cNvPr>
          <p:cNvSpPr>
            <a:spLocks noGrp="1"/>
          </p:cNvSpPr>
          <p:nvPr>
            <p:ph type="body" sz="quarter" idx="18"/>
          </p:nvPr>
        </p:nvSpPr>
        <p:spPr/>
        <p:txBody>
          <a:bodyPr/>
          <a:lstStyle/>
          <a:p>
            <a:r>
              <a:rPr lang="en-US" dirty="0"/>
              <a:t>Lorem ipsum dolor sit </a:t>
            </a:r>
            <a:r>
              <a:rPr lang="en-US" dirty="0" err="1"/>
              <a:t>amet</a:t>
            </a:r>
            <a:endParaRPr lang="en-US" dirty="0"/>
          </a:p>
        </p:txBody>
      </p:sp>
      <p:sp>
        <p:nvSpPr>
          <p:cNvPr id="40" name="Text Placeholder 39">
            <a:extLst>
              <a:ext uri="{FF2B5EF4-FFF2-40B4-BE49-F238E27FC236}">
                <a16:creationId xmlns:a16="http://schemas.microsoft.com/office/drawing/2014/main" id="{5B2FDF46-D0C9-BE93-1332-EDD5900125D8}"/>
              </a:ext>
            </a:extLst>
          </p:cNvPr>
          <p:cNvSpPr>
            <a:spLocks noGrp="1"/>
          </p:cNvSpPr>
          <p:nvPr>
            <p:ph type="body" sz="quarter" idx="19"/>
          </p:nvPr>
        </p:nvSpPr>
        <p:spPr/>
        <p:txBody>
          <a:bodyPr/>
          <a:lstStyle/>
          <a:p>
            <a:r>
              <a:rPr lang="en-US" dirty="0"/>
              <a:t>Lorem ipsum dolor sit </a:t>
            </a:r>
            <a:r>
              <a:rPr lang="en-US" dirty="0" err="1"/>
              <a:t>amet</a:t>
            </a:r>
            <a:endParaRPr lang="en-US" dirty="0"/>
          </a:p>
        </p:txBody>
      </p:sp>
      <p:sp>
        <p:nvSpPr>
          <p:cNvPr id="23" name="Text Placeholder 22">
            <a:extLst>
              <a:ext uri="{FF2B5EF4-FFF2-40B4-BE49-F238E27FC236}">
                <a16:creationId xmlns:a16="http://schemas.microsoft.com/office/drawing/2014/main" id="{67F5753B-AA94-ED18-E1A7-C7C8EAD0B787}"/>
              </a:ext>
            </a:extLst>
          </p:cNvPr>
          <p:cNvSpPr>
            <a:spLocks noGrp="1"/>
          </p:cNvSpPr>
          <p:nvPr>
            <p:ph type="body" sz="quarter" idx="33"/>
          </p:nvPr>
        </p:nvSpPr>
        <p:spPr/>
        <p:txBody>
          <a:bodyPr/>
          <a:lstStyle/>
          <a:p>
            <a:r>
              <a:rPr lang="en-US">
                <a:sym typeface="Arial Black" panose="020B0A04020102020204" pitchFamily="34" charset="0"/>
              </a:rPr>
              <a:t>Asset Type</a:t>
            </a:r>
          </a:p>
        </p:txBody>
      </p:sp>
      <p:sp>
        <p:nvSpPr>
          <p:cNvPr id="41" name="Text Placeholder 40">
            <a:extLst>
              <a:ext uri="{FF2B5EF4-FFF2-40B4-BE49-F238E27FC236}">
                <a16:creationId xmlns:a16="http://schemas.microsoft.com/office/drawing/2014/main" id="{07C53289-FDFE-A4AB-0FA5-E9F8E9A03685}"/>
              </a:ext>
            </a:extLst>
          </p:cNvPr>
          <p:cNvSpPr>
            <a:spLocks noGrp="1"/>
          </p:cNvSpPr>
          <p:nvPr>
            <p:ph type="body" sz="quarter" idx="20"/>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2" name="Text Placeholder 41">
            <a:extLst>
              <a:ext uri="{FF2B5EF4-FFF2-40B4-BE49-F238E27FC236}">
                <a16:creationId xmlns:a16="http://schemas.microsoft.com/office/drawing/2014/main" id="{B4A39A18-81CD-03E7-1AAB-6C07B072A6AE}"/>
              </a:ext>
            </a:extLst>
          </p:cNvPr>
          <p:cNvSpPr>
            <a:spLocks noGrp="1"/>
          </p:cNvSpPr>
          <p:nvPr>
            <p:ph type="body" sz="quarter" idx="21"/>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3" name="Text Placeholder 42">
            <a:extLst>
              <a:ext uri="{FF2B5EF4-FFF2-40B4-BE49-F238E27FC236}">
                <a16:creationId xmlns:a16="http://schemas.microsoft.com/office/drawing/2014/main" id="{128D27C8-6C2D-4DFB-13EE-1232AD0A3E40}"/>
              </a:ext>
            </a:extLst>
          </p:cNvPr>
          <p:cNvSpPr>
            <a:spLocks noGrp="1"/>
          </p:cNvSpPr>
          <p:nvPr>
            <p:ph type="body" sz="quarter" idx="22"/>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24" name="Text Placeholder 23">
            <a:extLst>
              <a:ext uri="{FF2B5EF4-FFF2-40B4-BE49-F238E27FC236}">
                <a16:creationId xmlns:a16="http://schemas.microsoft.com/office/drawing/2014/main" id="{DC4ACCBD-7C77-1131-ED78-E384F3973193}"/>
              </a:ext>
            </a:extLst>
          </p:cNvPr>
          <p:cNvSpPr>
            <a:spLocks noGrp="1"/>
          </p:cNvSpPr>
          <p:nvPr>
            <p:ph type="body" sz="quarter" idx="34"/>
          </p:nvPr>
        </p:nvSpPr>
        <p:spPr/>
        <p:txBody>
          <a:bodyPr/>
          <a:lstStyle/>
          <a:p>
            <a:r>
              <a:rPr lang="en-US" dirty="0">
                <a:sym typeface="Arial Black" panose="020B0A04020102020204" pitchFamily="34" charset="0"/>
              </a:rPr>
              <a:t>Deliverables</a:t>
            </a:r>
          </a:p>
        </p:txBody>
      </p:sp>
      <p:sp>
        <p:nvSpPr>
          <p:cNvPr id="44" name="Text Placeholder 43">
            <a:extLst>
              <a:ext uri="{FF2B5EF4-FFF2-40B4-BE49-F238E27FC236}">
                <a16:creationId xmlns:a16="http://schemas.microsoft.com/office/drawing/2014/main" id="{A735BDE7-F183-5B0F-62A5-4659F2ABF5DB}"/>
              </a:ext>
            </a:extLst>
          </p:cNvPr>
          <p:cNvSpPr>
            <a:spLocks noGrp="1"/>
          </p:cNvSpPr>
          <p:nvPr>
            <p:ph type="body" sz="quarter" idx="23"/>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5" name="Text Placeholder 44">
            <a:extLst>
              <a:ext uri="{FF2B5EF4-FFF2-40B4-BE49-F238E27FC236}">
                <a16:creationId xmlns:a16="http://schemas.microsoft.com/office/drawing/2014/main" id="{6DF7BAB3-B00C-E0D1-358B-0522B297A221}"/>
              </a:ext>
            </a:extLst>
          </p:cNvPr>
          <p:cNvSpPr>
            <a:spLocks noGrp="1"/>
          </p:cNvSpPr>
          <p:nvPr>
            <p:ph type="body" sz="quarter" idx="24"/>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6" name="Text Placeholder 45">
            <a:extLst>
              <a:ext uri="{FF2B5EF4-FFF2-40B4-BE49-F238E27FC236}">
                <a16:creationId xmlns:a16="http://schemas.microsoft.com/office/drawing/2014/main" id="{74DCBBCC-F803-F09C-1FC7-3B04E83FD973}"/>
              </a:ext>
            </a:extLst>
          </p:cNvPr>
          <p:cNvSpPr>
            <a:spLocks noGrp="1"/>
          </p:cNvSpPr>
          <p:nvPr>
            <p:ph type="body" sz="quarter" idx="25"/>
          </p:nvPr>
        </p:nvSpPr>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25" name="Text Placeholder 24">
            <a:extLst>
              <a:ext uri="{FF2B5EF4-FFF2-40B4-BE49-F238E27FC236}">
                <a16:creationId xmlns:a16="http://schemas.microsoft.com/office/drawing/2014/main" id="{125E7B22-83F3-E5A2-DF97-26D241CE5685}"/>
              </a:ext>
            </a:extLst>
          </p:cNvPr>
          <p:cNvSpPr>
            <a:spLocks noGrp="1"/>
          </p:cNvSpPr>
          <p:nvPr>
            <p:ph type="body" sz="quarter" idx="35"/>
          </p:nvPr>
        </p:nvSpPr>
        <p:spPr/>
        <p:txBody>
          <a:bodyPr/>
          <a:lstStyle/>
          <a:p>
            <a:r>
              <a:rPr lang="en-US" dirty="0">
                <a:sym typeface="Arial Black" panose="020B0A04020102020204" pitchFamily="34" charset="0"/>
              </a:rPr>
              <a:t>Channels</a:t>
            </a:r>
          </a:p>
        </p:txBody>
      </p:sp>
      <p:sp>
        <p:nvSpPr>
          <p:cNvPr id="47" name="Text Placeholder 46">
            <a:extLst>
              <a:ext uri="{FF2B5EF4-FFF2-40B4-BE49-F238E27FC236}">
                <a16:creationId xmlns:a16="http://schemas.microsoft.com/office/drawing/2014/main" id="{ABBA5C68-98BE-24F5-3369-6D5A5A155C70}"/>
              </a:ext>
            </a:extLst>
          </p:cNvPr>
          <p:cNvSpPr>
            <a:spLocks noGrp="1"/>
          </p:cNvSpPr>
          <p:nvPr>
            <p:ph type="body" sz="quarter" idx="26"/>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8" name="Text Placeholder 47">
            <a:extLst>
              <a:ext uri="{FF2B5EF4-FFF2-40B4-BE49-F238E27FC236}">
                <a16:creationId xmlns:a16="http://schemas.microsoft.com/office/drawing/2014/main" id="{0DED7A34-FA1D-A9E6-3E8C-BC8219E335AC}"/>
              </a:ext>
            </a:extLst>
          </p:cNvPr>
          <p:cNvSpPr>
            <a:spLocks noGrp="1"/>
          </p:cNvSpPr>
          <p:nvPr>
            <p:ph type="body" sz="quarter" idx="27"/>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9" name="Text Placeholder 48">
            <a:extLst>
              <a:ext uri="{FF2B5EF4-FFF2-40B4-BE49-F238E27FC236}">
                <a16:creationId xmlns:a16="http://schemas.microsoft.com/office/drawing/2014/main" id="{1EFC31DB-A9AC-07CE-16D9-777C101D5BE8}"/>
              </a:ext>
            </a:extLst>
          </p:cNvPr>
          <p:cNvSpPr>
            <a:spLocks noGrp="1"/>
          </p:cNvSpPr>
          <p:nvPr>
            <p:ph type="body" sz="quarter" idx="28"/>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2" name="Footer Placeholder 1">
            <a:extLst>
              <a:ext uri="{FF2B5EF4-FFF2-40B4-BE49-F238E27FC236}">
                <a16:creationId xmlns:a16="http://schemas.microsoft.com/office/drawing/2014/main" id="{EF5D3DEB-626A-AC8B-0A52-7BD9967C610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95D6CAA-FDE6-65EF-A511-7D82E14F56E9}"/>
              </a:ext>
            </a:extLst>
          </p:cNvPr>
          <p:cNvSpPr>
            <a:spLocks noGrp="1"/>
          </p:cNvSpPr>
          <p:nvPr>
            <p:ph type="sldNum" sz="quarter" idx="11"/>
          </p:nvPr>
        </p:nvSpPr>
        <p:spPr/>
        <p:txBody>
          <a:bodyPr/>
          <a:lstStyle/>
          <a:p>
            <a:fld id="{48135D20-C3A1-FF4C-B4DB-BE449A9B144D}" type="slidenum">
              <a:rPr lang="en-US"/>
              <a:pPr/>
              <a:t>36</a:t>
            </a:fld>
            <a:endParaRPr lang="en-US"/>
          </a:p>
        </p:txBody>
      </p:sp>
    </p:spTree>
    <p:extLst>
      <p:ext uri="{BB962C8B-B14F-4D97-AF65-F5344CB8AC3E}">
        <p14:creationId xmlns:p14="http://schemas.microsoft.com/office/powerpoint/2010/main" val="839899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DE8E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6174A9-625A-34A6-42B8-2693890C9CF2}"/>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Architecture template (neutral rose background)</a:t>
            </a:r>
          </a:p>
        </p:txBody>
      </p:sp>
      <p:sp>
        <p:nvSpPr>
          <p:cNvPr id="19" name="Text Placeholder 18">
            <a:extLst>
              <a:ext uri="{FF2B5EF4-FFF2-40B4-BE49-F238E27FC236}">
                <a16:creationId xmlns:a16="http://schemas.microsoft.com/office/drawing/2014/main" id="{A8BD1A27-451A-6025-8310-4B4D7314B022}"/>
              </a:ext>
            </a:extLst>
          </p:cNvPr>
          <p:cNvSpPr>
            <a:spLocks noGrp="1"/>
          </p:cNvSpPr>
          <p:nvPr>
            <p:ph type="body" sz="quarter" idx="29"/>
          </p:nvPr>
        </p:nvSpPr>
        <p:spPr/>
        <p:txBody>
          <a:bodyPr/>
          <a:lstStyle/>
          <a:p>
            <a:r>
              <a:rPr lang="en-US" dirty="0">
                <a:sym typeface="Arial Black" panose="020B0A04020102020204" pitchFamily="34" charset="0"/>
              </a:rPr>
              <a:t>Key Thought</a:t>
            </a:r>
          </a:p>
        </p:txBody>
      </p:sp>
      <p:sp>
        <p:nvSpPr>
          <p:cNvPr id="35" name="Text Placeholder 34">
            <a:extLst>
              <a:ext uri="{FF2B5EF4-FFF2-40B4-BE49-F238E27FC236}">
                <a16:creationId xmlns:a16="http://schemas.microsoft.com/office/drawing/2014/main" id="{BE12933B-A063-4AA4-FAE6-C183C0734713}"/>
              </a:ext>
            </a:extLst>
          </p:cNvPr>
          <p:cNvSpPr>
            <a:spLocks noGrp="1"/>
          </p:cNvSpPr>
          <p:nvPr>
            <p:ph type="body" sz="quarter" idx="13"/>
          </p:nvPr>
        </p:nvSpPr>
        <p:spPr>
          <a:solidFill>
            <a:schemeClr val="accent6"/>
          </a:solidFill>
        </p:spPr>
        <p:txBody>
          <a:bodyPr/>
          <a:lstStyle/>
          <a:p>
            <a:r>
              <a:rPr lang="en-US" dirty="0">
                <a:solidFill>
                  <a:schemeClr val="tx2"/>
                </a:solidFill>
                <a:sym typeface="Arial Black" panose="020B0A04020102020204" pitchFamily="34" charset="0"/>
              </a:rPr>
              <a:t>Lorem ipsum</a:t>
            </a:r>
          </a:p>
        </p:txBody>
      </p:sp>
      <p:sp>
        <p:nvSpPr>
          <p:cNvPr id="20" name="Text Placeholder 19">
            <a:extLst>
              <a:ext uri="{FF2B5EF4-FFF2-40B4-BE49-F238E27FC236}">
                <a16:creationId xmlns:a16="http://schemas.microsoft.com/office/drawing/2014/main" id="{E558985D-30CA-A5D7-DC3B-643843F0E1F7}"/>
              </a:ext>
            </a:extLst>
          </p:cNvPr>
          <p:cNvSpPr>
            <a:spLocks noGrp="1"/>
          </p:cNvSpPr>
          <p:nvPr>
            <p:ph type="body" sz="quarter" idx="30"/>
          </p:nvPr>
        </p:nvSpPr>
        <p:spPr/>
        <p:txBody>
          <a:bodyPr/>
          <a:lstStyle/>
          <a:p>
            <a:r>
              <a:rPr lang="en-US">
                <a:sym typeface="Arial Black" panose="020B0A04020102020204" pitchFamily="34" charset="0"/>
              </a:rPr>
              <a:t>Comms Task</a:t>
            </a:r>
          </a:p>
        </p:txBody>
      </p:sp>
      <p:sp>
        <p:nvSpPr>
          <p:cNvPr id="36" name="Text Placeholder 35">
            <a:extLst>
              <a:ext uri="{FF2B5EF4-FFF2-40B4-BE49-F238E27FC236}">
                <a16:creationId xmlns:a16="http://schemas.microsoft.com/office/drawing/2014/main" id="{3A9ECFBA-B8D9-940E-1D18-12D74AFCA6C3}"/>
              </a:ext>
            </a:extLst>
          </p:cNvPr>
          <p:cNvSpPr>
            <a:spLocks noGrp="1"/>
          </p:cNvSpPr>
          <p:nvPr>
            <p:ph type="body" sz="quarter" idx="15"/>
          </p:nvPr>
        </p:nvSpPr>
        <p:spPr>
          <a:solidFill>
            <a:schemeClr val="bg2"/>
          </a:solidFill>
        </p:spPr>
        <p:txBody>
          <a:bodyPr/>
          <a:lstStyle/>
          <a:p>
            <a:r>
              <a:rPr lang="en-US" dirty="0">
                <a:solidFill>
                  <a:schemeClr val="tx1"/>
                </a:solidFill>
                <a:sym typeface="Arial Black" panose="020B0A04020102020204" pitchFamily="34" charset="0"/>
              </a:rPr>
              <a:t>Subhead</a:t>
            </a:r>
          </a:p>
          <a:p>
            <a:r>
              <a:rPr lang="en-US" dirty="0">
                <a:solidFill>
                  <a:schemeClr val="tx1"/>
                </a:solidFill>
                <a:sym typeface="Arial" panose="020B0604020202020204" pitchFamily="34" charset="0"/>
              </a:rPr>
              <a:t>Lorem ipsum dolor sit </a:t>
            </a:r>
            <a:r>
              <a:rPr lang="en-US" dirty="0" err="1">
                <a:solidFill>
                  <a:schemeClr val="tx1"/>
                </a:solidFill>
                <a:sym typeface="Arial" panose="020B0604020202020204" pitchFamily="34" charset="0"/>
              </a:rPr>
              <a:t>amet</a:t>
            </a:r>
            <a:endParaRPr lang="en-US" dirty="0">
              <a:solidFill>
                <a:schemeClr val="tx1"/>
              </a:solidFill>
              <a:sym typeface="Arial Black" panose="020B0A04020102020204" pitchFamily="34" charset="0"/>
            </a:endParaRPr>
          </a:p>
        </p:txBody>
      </p:sp>
      <p:sp>
        <p:nvSpPr>
          <p:cNvPr id="37" name="Text Placeholder 36">
            <a:extLst>
              <a:ext uri="{FF2B5EF4-FFF2-40B4-BE49-F238E27FC236}">
                <a16:creationId xmlns:a16="http://schemas.microsoft.com/office/drawing/2014/main" id="{A2F82895-4369-7E3B-F956-3A537D76673B}"/>
              </a:ext>
            </a:extLst>
          </p:cNvPr>
          <p:cNvSpPr>
            <a:spLocks noGrp="1"/>
          </p:cNvSpPr>
          <p:nvPr>
            <p:ph type="body" sz="quarter" idx="16"/>
          </p:nvPr>
        </p:nvSpPr>
        <p:spPr>
          <a:solidFill>
            <a:schemeClr val="bg2"/>
          </a:solidFill>
        </p:spPr>
        <p:txBody>
          <a:bodyPr/>
          <a:lstStyle/>
          <a:p>
            <a:r>
              <a:rPr lang="en-US" dirty="0">
                <a:solidFill>
                  <a:schemeClr val="tx1"/>
                </a:solidFill>
                <a:sym typeface="Arial Black" panose="020B0A04020102020204" pitchFamily="34" charset="0"/>
              </a:rPr>
              <a:t>Subhead</a:t>
            </a:r>
          </a:p>
          <a:p>
            <a:r>
              <a:rPr lang="en-US" dirty="0">
                <a:solidFill>
                  <a:schemeClr val="tx1"/>
                </a:solidFill>
                <a:sym typeface="Arial" panose="020B0604020202020204" pitchFamily="34" charset="0"/>
              </a:rPr>
              <a:t>Lorem ipsum dolor sit </a:t>
            </a:r>
            <a:r>
              <a:rPr lang="en-US" dirty="0" err="1">
                <a:solidFill>
                  <a:schemeClr val="tx1"/>
                </a:solidFill>
                <a:sym typeface="Arial" panose="020B0604020202020204" pitchFamily="34" charset="0"/>
              </a:rPr>
              <a:t>amet</a:t>
            </a:r>
            <a:endParaRPr lang="en-US" dirty="0">
              <a:solidFill>
                <a:schemeClr val="tx1"/>
              </a:solidFill>
              <a:sym typeface="Arial Black" panose="020B0A04020102020204" pitchFamily="34" charset="0"/>
            </a:endParaRPr>
          </a:p>
        </p:txBody>
      </p:sp>
      <p:sp>
        <p:nvSpPr>
          <p:cNvPr id="38" name="Text Placeholder 37">
            <a:extLst>
              <a:ext uri="{FF2B5EF4-FFF2-40B4-BE49-F238E27FC236}">
                <a16:creationId xmlns:a16="http://schemas.microsoft.com/office/drawing/2014/main" id="{5DFF395A-EF7A-68E1-A6E5-DDDF38258E6A}"/>
              </a:ext>
            </a:extLst>
          </p:cNvPr>
          <p:cNvSpPr>
            <a:spLocks noGrp="1"/>
          </p:cNvSpPr>
          <p:nvPr>
            <p:ph type="body" sz="quarter" idx="17"/>
          </p:nvPr>
        </p:nvSpPr>
        <p:spPr>
          <a:solidFill>
            <a:schemeClr val="bg2"/>
          </a:solidFill>
        </p:spPr>
        <p:txBody>
          <a:bodyPr/>
          <a:lstStyle/>
          <a:p>
            <a:r>
              <a:rPr lang="en-US" dirty="0">
                <a:solidFill>
                  <a:schemeClr val="tx1"/>
                </a:solidFill>
                <a:sym typeface="Arial Black" panose="020B0A04020102020204" pitchFamily="34" charset="0"/>
              </a:rPr>
              <a:t>Subhead</a:t>
            </a:r>
          </a:p>
          <a:p>
            <a:r>
              <a:rPr lang="en-US" dirty="0">
                <a:solidFill>
                  <a:schemeClr val="tx1"/>
                </a:solidFill>
                <a:sym typeface="Arial" panose="020B0604020202020204" pitchFamily="34" charset="0"/>
              </a:rPr>
              <a:t>Lorem ipsum dolor sit </a:t>
            </a:r>
            <a:r>
              <a:rPr lang="en-US" dirty="0" err="1">
                <a:solidFill>
                  <a:schemeClr val="tx1"/>
                </a:solidFill>
                <a:sym typeface="Arial" panose="020B0604020202020204" pitchFamily="34" charset="0"/>
              </a:rPr>
              <a:t>amet</a:t>
            </a:r>
            <a:endParaRPr lang="en-US" dirty="0">
              <a:solidFill>
                <a:schemeClr val="tx1"/>
              </a:solidFill>
              <a:sym typeface="Arial Black" panose="020B0A04020102020204" pitchFamily="34" charset="0"/>
            </a:endParaRPr>
          </a:p>
        </p:txBody>
      </p:sp>
      <p:sp>
        <p:nvSpPr>
          <p:cNvPr id="21" name="Text Placeholder 20">
            <a:extLst>
              <a:ext uri="{FF2B5EF4-FFF2-40B4-BE49-F238E27FC236}">
                <a16:creationId xmlns:a16="http://schemas.microsoft.com/office/drawing/2014/main" id="{ECDF44DD-1AA1-3029-7DE6-CC7C02D3122D}"/>
              </a:ext>
            </a:extLst>
          </p:cNvPr>
          <p:cNvSpPr>
            <a:spLocks noGrp="1"/>
          </p:cNvSpPr>
          <p:nvPr>
            <p:ph type="body" sz="quarter" idx="31"/>
          </p:nvPr>
        </p:nvSpPr>
        <p:spPr/>
        <p:txBody>
          <a:bodyPr/>
          <a:lstStyle/>
          <a:p>
            <a:r>
              <a:rPr lang="en-US" dirty="0">
                <a:sym typeface="Arial Black" panose="020B0A04020102020204" pitchFamily="34" charset="0"/>
              </a:rPr>
              <a:t>Journey Stages</a:t>
            </a:r>
          </a:p>
        </p:txBody>
      </p:sp>
      <p:sp>
        <p:nvSpPr>
          <p:cNvPr id="39" name="Text Placeholder 38">
            <a:extLst>
              <a:ext uri="{FF2B5EF4-FFF2-40B4-BE49-F238E27FC236}">
                <a16:creationId xmlns:a16="http://schemas.microsoft.com/office/drawing/2014/main" id="{DF4416DA-EBC0-70DE-C541-FF83B2678D38}"/>
              </a:ext>
            </a:extLst>
          </p:cNvPr>
          <p:cNvSpPr>
            <a:spLocks noGrp="1"/>
          </p:cNvSpPr>
          <p:nvPr>
            <p:ph type="body" sz="quarter" idx="18"/>
          </p:nvPr>
        </p:nvSpPr>
        <p:spPr>
          <a:solidFill>
            <a:schemeClr val="accent3"/>
          </a:solidFill>
        </p:spPr>
        <p:txBody>
          <a:bodyPr/>
          <a:lstStyle/>
          <a:p>
            <a:r>
              <a:rPr lang="en-US" dirty="0">
                <a:solidFill>
                  <a:schemeClr val="tx1"/>
                </a:solidFill>
              </a:rPr>
              <a:t>Lorem ipsum dolor sit </a:t>
            </a:r>
            <a:r>
              <a:rPr lang="en-US" dirty="0" err="1">
                <a:solidFill>
                  <a:schemeClr val="tx1"/>
                </a:solidFill>
              </a:rPr>
              <a:t>amet</a:t>
            </a:r>
            <a:endParaRPr lang="en-US" dirty="0">
              <a:solidFill>
                <a:schemeClr val="tx1"/>
              </a:solidFill>
            </a:endParaRPr>
          </a:p>
        </p:txBody>
      </p:sp>
      <p:sp>
        <p:nvSpPr>
          <p:cNvPr id="40" name="Text Placeholder 39">
            <a:extLst>
              <a:ext uri="{FF2B5EF4-FFF2-40B4-BE49-F238E27FC236}">
                <a16:creationId xmlns:a16="http://schemas.microsoft.com/office/drawing/2014/main" id="{5B2FDF46-D0C9-BE93-1332-EDD5900125D8}"/>
              </a:ext>
            </a:extLst>
          </p:cNvPr>
          <p:cNvSpPr>
            <a:spLocks noGrp="1"/>
          </p:cNvSpPr>
          <p:nvPr>
            <p:ph type="body" sz="quarter" idx="19"/>
          </p:nvPr>
        </p:nvSpPr>
        <p:spPr>
          <a:solidFill>
            <a:schemeClr val="accent2"/>
          </a:solidFill>
        </p:spPr>
        <p:txBody>
          <a:bodyPr/>
          <a:lstStyle/>
          <a:p>
            <a:r>
              <a:rPr lang="en-US" dirty="0"/>
              <a:t>Lorem ipsum dolor sit </a:t>
            </a:r>
            <a:r>
              <a:rPr lang="en-US" dirty="0" err="1"/>
              <a:t>amet</a:t>
            </a:r>
            <a:endParaRPr lang="en-US" dirty="0"/>
          </a:p>
        </p:txBody>
      </p:sp>
      <p:sp>
        <p:nvSpPr>
          <p:cNvPr id="23" name="Text Placeholder 22">
            <a:extLst>
              <a:ext uri="{FF2B5EF4-FFF2-40B4-BE49-F238E27FC236}">
                <a16:creationId xmlns:a16="http://schemas.microsoft.com/office/drawing/2014/main" id="{67F5753B-AA94-ED18-E1A7-C7C8EAD0B787}"/>
              </a:ext>
            </a:extLst>
          </p:cNvPr>
          <p:cNvSpPr>
            <a:spLocks noGrp="1"/>
          </p:cNvSpPr>
          <p:nvPr>
            <p:ph type="body" sz="quarter" idx="33"/>
          </p:nvPr>
        </p:nvSpPr>
        <p:spPr/>
        <p:txBody>
          <a:bodyPr/>
          <a:lstStyle/>
          <a:p>
            <a:r>
              <a:rPr lang="en-US">
                <a:sym typeface="Arial Black" panose="020B0A04020102020204" pitchFamily="34" charset="0"/>
              </a:rPr>
              <a:t>Asset Type</a:t>
            </a:r>
          </a:p>
        </p:txBody>
      </p:sp>
      <p:sp>
        <p:nvSpPr>
          <p:cNvPr id="41" name="Text Placeholder 40">
            <a:extLst>
              <a:ext uri="{FF2B5EF4-FFF2-40B4-BE49-F238E27FC236}">
                <a16:creationId xmlns:a16="http://schemas.microsoft.com/office/drawing/2014/main" id="{07C53289-FDFE-A4AB-0FA5-E9F8E9A03685}"/>
              </a:ext>
            </a:extLst>
          </p:cNvPr>
          <p:cNvSpPr>
            <a:spLocks noGrp="1"/>
          </p:cNvSpPr>
          <p:nvPr>
            <p:ph type="body" sz="quarter" idx="20"/>
          </p:nvPr>
        </p:nvSpPr>
        <p:spPr>
          <a:solidFill>
            <a:schemeClr val="accent5"/>
          </a:solidFill>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2" name="Text Placeholder 41">
            <a:extLst>
              <a:ext uri="{FF2B5EF4-FFF2-40B4-BE49-F238E27FC236}">
                <a16:creationId xmlns:a16="http://schemas.microsoft.com/office/drawing/2014/main" id="{B4A39A18-81CD-03E7-1AAB-6C07B072A6AE}"/>
              </a:ext>
            </a:extLst>
          </p:cNvPr>
          <p:cNvSpPr>
            <a:spLocks noGrp="1"/>
          </p:cNvSpPr>
          <p:nvPr>
            <p:ph type="body" sz="quarter" idx="21"/>
          </p:nvPr>
        </p:nvSpPr>
        <p:spPr>
          <a:solidFill>
            <a:schemeClr val="accent5"/>
          </a:solidFill>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43" name="Text Placeholder 42">
            <a:extLst>
              <a:ext uri="{FF2B5EF4-FFF2-40B4-BE49-F238E27FC236}">
                <a16:creationId xmlns:a16="http://schemas.microsoft.com/office/drawing/2014/main" id="{128D27C8-6C2D-4DFB-13EE-1232AD0A3E40}"/>
              </a:ext>
            </a:extLst>
          </p:cNvPr>
          <p:cNvSpPr>
            <a:spLocks noGrp="1"/>
          </p:cNvSpPr>
          <p:nvPr>
            <p:ph type="body" sz="quarter" idx="22"/>
          </p:nvPr>
        </p:nvSpPr>
        <p:spPr>
          <a:solidFill>
            <a:schemeClr val="accent5"/>
          </a:solidFill>
        </p:spPr>
        <p:txBody>
          <a:bodyPr/>
          <a:lstStyle/>
          <a:p>
            <a:r>
              <a:rPr lang="en-US" dirty="0">
                <a:sym typeface="Arial Black" panose="020B0A04020102020204" pitchFamily="34" charset="0"/>
              </a:rPr>
              <a:t>Subhead</a:t>
            </a:r>
          </a:p>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Black" panose="020B0A04020102020204" pitchFamily="34" charset="0"/>
            </a:endParaRPr>
          </a:p>
        </p:txBody>
      </p:sp>
      <p:sp>
        <p:nvSpPr>
          <p:cNvPr id="24" name="Text Placeholder 23">
            <a:extLst>
              <a:ext uri="{FF2B5EF4-FFF2-40B4-BE49-F238E27FC236}">
                <a16:creationId xmlns:a16="http://schemas.microsoft.com/office/drawing/2014/main" id="{DC4ACCBD-7C77-1131-ED78-E384F3973193}"/>
              </a:ext>
            </a:extLst>
          </p:cNvPr>
          <p:cNvSpPr>
            <a:spLocks noGrp="1"/>
          </p:cNvSpPr>
          <p:nvPr>
            <p:ph type="body" sz="quarter" idx="34"/>
          </p:nvPr>
        </p:nvSpPr>
        <p:spPr/>
        <p:txBody>
          <a:bodyPr/>
          <a:lstStyle/>
          <a:p>
            <a:r>
              <a:rPr lang="en-US" dirty="0">
                <a:sym typeface="Arial Black" panose="020B0A04020102020204" pitchFamily="34" charset="0"/>
              </a:rPr>
              <a:t>Deliverables</a:t>
            </a:r>
          </a:p>
        </p:txBody>
      </p:sp>
      <p:sp>
        <p:nvSpPr>
          <p:cNvPr id="44" name="Text Placeholder 43">
            <a:extLst>
              <a:ext uri="{FF2B5EF4-FFF2-40B4-BE49-F238E27FC236}">
                <a16:creationId xmlns:a16="http://schemas.microsoft.com/office/drawing/2014/main" id="{A735BDE7-F183-5B0F-62A5-4659F2ABF5DB}"/>
              </a:ext>
            </a:extLst>
          </p:cNvPr>
          <p:cNvSpPr>
            <a:spLocks noGrp="1"/>
          </p:cNvSpPr>
          <p:nvPr>
            <p:ph type="body" sz="quarter" idx="23"/>
          </p:nvPr>
        </p:nvSpPr>
        <p:spPr>
          <a:solidFill>
            <a:schemeClr val="accent4"/>
          </a:solidFill>
        </p:spPr>
        <p:txBody>
          <a:bodyPr/>
          <a:lstStyle/>
          <a:p>
            <a:r>
              <a:rPr lang="en-US" dirty="0">
                <a:solidFill>
                  <a:schemeClr val="bg1"/>
                </a:solidFill>
                <a:sym typeface="Arial Black" panose="020B0A04020102020204" pitchFamily="34" charset="0"/>
              </a:rPr>
              <a:t>Subhead</a:t>
            </a:r>
          </a:p>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45" name="Text Placeholder 44">
            <a:extLst>
              <a:ext uri="{FF2B5EF4-FFF2-40B4-BE49-F238E27FC236}">
                <a16:creationId xmlns:a16="http://schemas.microsoft.com/office/drawing/2014/main" id="{6DF7BAB3-B00C-E0D1-358B-0522B297A221}"/>
              </a:ext>
            </a:extLst>
          </p:cNvPr>
          <p:cNvSpPr>
            <a:spLocks noGrp="1"/>
          </p:cNvSpPr>
          <p:nvPr>
            <p:ph type="body" sz="quarter" idx="24"/>
          </p:nvPr>
        </p:nvSpPr>
        <p:spPr>
          <a:solidFill>
            <a:schemeClr val="accent4"/>
          </a:solidFill>
        </p:spPr>
        <p:txBody>
          <a:bodyPr/>
          <a:lstStyle/>
          <a:p>
            <a:r>
              <a:rPr lang="en-US" dirty="0">
                <a:solidFill>
                  <a:schemeClr val="bg1"/>
                </a:solidFill>
                <a:sym typeface="Arial Black" panose="020B0A04020102020204" pitchFamily="34" charset="0"/>
              </a:rPr>
              <a:t>Subhead</a:t>
            </a:r>
          </a:p>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46" name="Text Placeholder 45">
            <a:extLst>
              <a:ext uri="{FF2B5EF4-FFF2-40B4-BE49-F238E27FC236}">
                <a16:creationId xmlns:a16="http://schemas.microsoft.com/office/drawing/2014/main" id="{74DCBBCC-F803-F09C-1FC7-3B04E83FD973}"/>
              </a:ext>
            </a:extLst>
          </p:cNvPr>
          <p:cNvSpPr>
            <a:spLocks noGrp="1"/>
          </p:cNvSpPr>
          <p:nvPr>
            <p:ph type="body" sz="quarter" idx="25"/>
          </p:nvPr>
        </p:nvSpPr>
        <p:spPr>
          <a:solidFill>
            <a:schemeClr val="accent4"/>
          </a:solidFill>
        </p:spPr>
        <p:txBody>
          <a:bodyPr/>
          <a:lstStyle/>
          <a:p>
            <a:r>
              <a:rPr lang="en-US" dirty="0">
                <a:solidFill>
                  <a:schemeClr val="bg1"/>
                </a:solidFill>
                <a:sym typeface="Arial Black" panose="020B0A04020102020204" pitchFamily="34" charset="0"/>
              </a:rPr>
              <a:t>Subhead</a:t>
            </a:r>
          </a:p>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25" name="Text Placeholder 24">
            <a:extLst>
              <a:ext uri="{FF2B5EF4-FFF2-40B4-BE49-F238E27FC236}">
                <a16:creationId xmlns:a16="http://schemas.microsoft.com/office/drawing/2014/main" id="{125E7B22-83F3-E5A2-DF97-26D241CE5685}"/>
              </a:ext>
            </a:extLst>
          </p:cNvPr>
          <p:cNvSpPr>
            <a:spLocks noGrp="1"/>
          </p:cNvSpPr>
          <p:nvPr>
            <p:ph type="body" sz="quarter" idx="35"/>
          </p:nvPr>
        </p:nvSpPr>
        <p:spPr/>
        <p:txBody>
          <a:bodyPr/>
          <a:lstStyle/>
          <a:p>
            <a:r>
              <a:rPr lang="en-US" dirty="0">
                <a:sym typeface="Arial Black" panose="020B0A04020102020204" pitchFamily="34" charset="0"/>
              </a:rPr>
              <a:t>Channels</a:t>
            </a:r>
          </a:p>
        </p:txBody>
      </p:sp>
      <p:sp>
        <p:nvSpPr>
          <p:cNvPr id="47" name="Text Placeholder 46">
            <a:extLst>
              <a:ext uri="{FF2B5EF4-FFF2-40B4-BE49-F238E27FC236}">
                <a16:creationId xmlns:a16="http://schemas.microsoft.com/office/drawing/2014/main" id="{ABBA5C68-98BE-24F5-3369-6D5A5A155C70}"/>
              </a:ext>
            </a:extLst>
          </p:cNvPr>
          <p:cNvSpPr>
            <a:spLocks noGrp="1"/>
          </p:cNvSpPr>
          <p:nvPr>
            <p:ph type="body" sz="quarter" idx="26"/>
          </p:nvPr>
        </p:nvSpPr>
        <p:spPr>
          <a:solidFill>
            <a:schemeClr val="tx2"/>
          </a:solidFill>
        </p:spPr>
        <p:txBody>
          <a:bodyPr/>
          <a:lstStyle/>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48" name="Text Placeholder 47">
            <a:extLst>
              <a:ext uri="{FF2B5EF4-FFF2-40B4-BE49-F238E27FC236}">
                <a16:creationId xmlns:a16="http://schemas.microsoft.com/office/drawing/2014/main" id="{0DED7A34-FA1D-A9E6-3E8C-BC8219E335AC}"/>
              </a:ext>
            </a:extLst>
          </p:cNvPr>
          <p:cNvSpPr>
            <a:spLocks noGrp="1"/>
          </p:cNvSpPr>
          <p:nvPr>
            <p:ph type="body" sz="quarter" idx="27"/>
          </p:nvPr>
        </p:nvSpPr>
        <p:spPr>
          <a:solidFill>
            <a:schemeClr val="tx2"/>
          </a:solidFill>
        </p:spPr>
        <p:txBody>
          <a:bodyPr/>
          <a:lstStyle/>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49" name="Text Placeholder 48">
            <a:extLst>
              <a:ext uri="{FF2B5EF4-FFF2-40B4-BE49-F238E27FC236}">
                <a16:creationId xmlns:a16="http://schemas.microsoft.com/office/drawing/2014/main" id="{1EFC31DB-A9AC-07CE-16D9-777C101D5BE8}"/>
              </a:ext>
            </a:extLst>
          </p:cNvPr>
          <p:cNvSpPr>
            <a:spLocks noGrp="1"/>
          </p:cNvSpPr>
          <p:nvPr>
            <p:ph type="body" sz="quarter" idx="28"/>
          </p:nvPr>
        </p:nvSpPr>
        <p:spPr>
          <a:solidFill>
            <a:schemeClr val="tx2"/>
          </a:solidFill>
        </p:spPr>
        <p:txBody>
          <a:bodyPr/>
          <a:lstStyle/>
          <a:p>
            <a:r>
              <a:rPr lang="en-US" dirty="0">
                <a:solidFill>
                  <a:schemeClr val="bg1"/>
                </a:solidFill>
                <a:sym typeface="Arial" panose="020B0604020202020204" pitchFamily="34" charset="0"/>
              </a:rPr>
              <a:t>Lorem ipsum dolor sit </a:t>
            </a:r>
            <a:r>
              <a:rPr lang="en-US" dirty="0" err="1">
                <a:solidFill>
                  <a:schemeClr val="bg1"/>
                </a:solidFill>
                <a:sym typeface="Arial" panose="020B0604020202020204" pitchFamily="34" charset="0"/>
              </a:rPr>
              <a:t>amet</a:t>
            </a:r>
            <a:endParaRPr lang="en-US" dirty="0">
              <a:solidFill>
                <a:schemeClr val="bg1"/>
              </a:solidFill>
              <a:sym typeface="Arial Black" panose="020B0A04020102020204" pitchFamily="34" charset="0"/>
            </a:endParaRPr>
          </a:p>
        </p:txBody>
      </p:sp>
      <p:sp>
        <p:nvSpPr>
          <p:cNvPr id="2" name="Footer Placeholder 1">
            <a:extLst>
              <a:ext uri="{FF2B5EF4-FFF2-40B4-BE49-F238E27FC236}">
                <a16:creationId xmlns:a16="http://schemas.microsoft.com/office/drawing/2014/main" id="{EF5D3DEB-626A-AC8B-0A52-7BD9967C610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95D6CAA-FDE6-65EF-A511-7D82E14F56E9}"/>
              </a:ext>
            </a:extLst>
          </p:cNvPr>
          <p:cNvSpPr>
            <a:spLocks noGrp="1"/>
          </p:cNvSpPr>
          <p:nvPr>
            <p:ph type="sldNum" sz="quarter" idx="11"/>
          </p:nvPr>
        </p:nvSpPr>
        <p:spPr/>
        <p:txBody>
          <a:bodyPr/>
          <a:lstStyle/>
          <a:p>
            <a:fld id="{48135D20-C3A1-FF4C-B4DB-BE449A9B144D}" type="slidenum">
              <a:rPr lang="en-US"/>
              <a:pPr/>
              <a:t>37</a:t>
            </a:fld>
            <a:endParaRPr lang="en-US"/>
          </a:p>
        </p:txBody>
      </p:sp>
    </p:spTree>
    <p:extLst>
      <p:ext uri="{BB962C8B-B14F-4D97-AF65-F5344CB8AC3E}">
        <p14:creationId xmlns:p14="http://schemas.microsoft.com/office/powerpoint/2010/main" val="2859890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452A-05BA-808F-B079-CFB9A2E65F68}"/>
              </a:ext>
            </a:extLst>
          </p:cNvPr>
          <p:cNvSpPr>
            <a:spLocks noGrp="1"/>
          </p:cNvSpPr>
          <p:nvPr>
            <p:ph type="title" idx="4294967295"/>
          </p:nvPr>
        </p:nvSpPr>
        <p:spPr>
          <a:xfrm>
            <a:off x="609600" y="-914400"/>
            <a:ext cx="11058144" cy="914400"/>
          </a:xfrm>
        </p:spPr>
        <p:txBody>
          <a:bodyPr vert="horz" lIns="0" tIns="0" rIns="0" bIns="0" rtlCol="0" anchor="b" anchorCtr="0">
            <a:normAutofit fontScale="90000"/>
          </a:bodyPr>
          <a:lstStyle/>
          <a:p>
            <a:r>
              <a:rPr lang="en-US" dirty="0"/>
              <a:t>5 column comparison chart (neutral sage background)</a:t>
            </a:r>
          </a:p>
        </p:txBody>
      </p:sp>
      <p:sp>
        <p:nvSpPr>
          <p:cNvPr id="18" name="Text Placeholder 17">
            <a:extLst>
              <a:ext uri="{FF2B5EF4-FFF2-40B4-BE49-F238E27FC236}">
                <a16:creationId xmlns:a16="http://schemas.microsoft.com/office/drawing/2014/main" id="{39BDFD8C-E963-5D8B-1636-6802584AF28E}"/>
              </a:ext>
            </a:extLst>
          </p:cNvPr>
          <p:cNvSpPr>
            <a:spLocks noGrp="1"/>
          </p:cNvSpPr>
          <p:nvPr>
            <p:ph type="body" sz="quarter" idx="13"/>
          </p:nvPr>
        </p:nvSpPr>
        <p:spPr/>
        <p:txBody>
          <a:bodyPr/>
          <a:lstStyle/>
          <a:p>
            <a:r>
              <a:rPr lang="en-US"/>
              <a:t>Lorem ipsum</a:t>
            </a:r>
          </a:p>
        </p:txBody>
      </p:sp>
      <p:sp>
        <p:nvSpPr>
          <p:cNvPr id="19" name="Text Placeholder 18">
            <a:extLst>
              <a:ext uri="{FF2B5EF4-FFF2-40B4-BE49-F238E27FC236}">
                <a16:creationId xmlns:a16="http://schemas.microsoft.com/office/drawing/2014/main" id="{B2820935-4CCD-64CF-BA24-BC0D5E38D008}"/>
              </a:ext>
            </a:extLst>
          </p:cNvPr>
          <p:cNvSpPr>
            <a:spLocks noGrp="1"/>
          </p:cNvSpPr>
          <p:nvPr>
            <p:ph type="body" sz="quarter" idx="14"/>
          </p:nvPr>
        </p:nvSpPr>
        <p:spPr>
          <a:xfrm>
            <a:off x="621792" y="1199463"/>
            <a:ext cx="2049462" cy="126047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20" name="Text Placeholder 19">
            <a:extLst>
              <a:ext uri="{FF2B5EF4-FFF2-40B4-BE49-F238E27FC236}">
                <a16:creationId xmlns:a16="http://schemas.microsoft.com/office/drawing/2014/main" id="{66CF62B6-3E44-16EC-16EB-5302678ECD23}"/>
              </a:ext>
            </a:extLst>
          </p:cNvPr>
          <p:cNvSpPr>
            <a:spLocks noGrp="1"/>
          </p:cNvSpPr>
          <p:nvPr>
            <p:ph type="body" sz="quarter" idx="15"/>
          </p:nvPr>
        </p:nvSpPr>
        <p:spPr>
          <a:xfrm>
            <a:off x="621792" y="2550220"/>
            <a:ext cx="2049462" cy="1742799"/>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21" name="Text Placeholder 20">
            <a:extLst>
              <a:ext uri="{FF2B5EF4-FFF2-40B4-BE49-F238E27FC236}">
                <a16:creationId xmlns:a16="http://schemas.microsoft.com/office/drawing/2014/main" id="{5E443991-C000-67FF-0DDD-BCBB1DAACCEC}"/>
              </a:ext>
            </a:extLst>
          </p:cNvPr>
          <p:cNvSpPr>
            <a:spLocks noGrp="1"/>
          </p:cNvSpPr>
          <p:nvPr>
            <p:ph type="body" sz="quarter" idx="16"/>
          </p:nvPr>
        </p:nvSpPr>
        <p:spPr>
          <a:xfrm>
            <a:off x="621792" y="4376326"/>
            <a:ext cx="2049462" cy="1282212"/>
          </a:xfrm>
        </p:spPr>
        <p:txBody>
          <a:bodyPr lIns="45720" rIns="45720"/>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22" name="Text Placeholder 21">
            <a:extLst>
              <a:ext uri="{FF2B5EF4-FFF2-40B4-BE49-F238E27FC236}">
                <a16:creationId xmlns:a16="http://schemas.microsoft.com/office/drawing/2014/main" id="{A34164DA-33C0-1010-E393-FA28049ABE80}"/>
              </a:ext>
            </a:extLst>
          </p:cNvPr>
          <p:cNvSpPr>
            <a:spLocks noGrp="1"/>
          </p:cNvSpPr>
          <p:nvPr>
            <p:ph type="body" sz="quarter" idx="17"/>
          </p:nvPr>
        </p:nvSpPr>
        <p:spPr>
          <a:xfrm>
            <a:off x="621792" y="5658536"/>
            <a:ext cx="2049462" cy="499873"/>
          </a:xfrm>
        </p:spPr>
        <p:txBody>
          <a:bodyPr/>
          <a:lstStyle/>
          <a:p>
            <a:r>
              <a:rPr lang="en-US"/>
              <a:t>MM/dd</a:t>
            </a:r>
          </a:p>
        </p:txBody>
      </p:sp>
      <p:sp>
        <p:nvSpPr>
          <p:cNvPr id="30" name="Text Placeholder 29">
            <a:extLst>
              <a:ext uri="{FF2B5EF4-FFF2-40B4-BE49-F238E27FC236}">
                <a16:creationId xmlns:a16="http://schemas.microsoft.com/office/drawing/2014/main" id="{A402F233-3568-FF83-42B1-C6CCFB1EE88E}"/>
              </a:ext>
            </a:extLst>
          </p:cNvPr>
          <p:cNvSpPr>
            <a:spLocks noGrp="1"/>
          </p:cNvSpPr>
          <p:nvPr>
            <p:ph type="body" sz="quarter" idx="18"/>
          </p:nvPr>
        </p:nvSpPr>
        <p:spPr/>
        <p:txBody>
          <a:bodyPr/>
          <a:lstStyle/>
          <a:p>
            <a:r>
              <a:rPr lang="en-US"/>
              <a:t>Lorem ipsum</a:t>
            </a:r>
          </a:p>
        </p:txBody>
      </p:sp>
      <p:sp>
        <p:nvSpPr>
          <p:cNvPr id="31" name="Text Placeholder 30">
            <a:extLst>
              <a:ext uri="{FF2B5EF4-FFF2-40B4-BE49-F238E27FC236}">
                <a16:creationId xmlns:a16="http://schemas.microsoft.com/office/drawing/2014/main" id="{5C4A7E82-75F2-0B45-28DD-98979030FDCE}"/>
              </a:ext>
            </a:extLst>
          </p:cNvPr>
          <p:cNvSpPr>
            <a:spLocks noGrp="1"/>
          </p:cNvSpPr>
          <p:nvPr>
            <p:ph type="body" sz="quarter" idx="19"/>
          </p:nvPr>
        </p:nvSpPr>
        <p:spPr>
          <a:xfrm>
            <a:off x="2854008" y="1199463"/>
            <a:ext cx="2049462" cy="126047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2" name="Text Placeholder 31">
            <a:extLst>
              <a:ext uri="{FF2B5EF4-FFF2-40B4-BE49-F238E27FC236}">
                <a16:creationId xmlns:a16="http://schemas.microsoft.com/office/drawing/2014/main" id="{159F836E-56E2-F18B-6AB3-62D90B83AE0B}"/>
              </a:ext>
            </a:extLst>
          </p:cNvPr>
          <p:cNvSpPr>
            <a:spLocks noGrp="1"/>
          </p:cNvSpPr>
          <p:nvPr>
            <p:ph type="body" sz="quarter" idx="20"/>
          </p:nvPr>
        </p:nvSpPr>
        <p:spPr>
          <a:xfrm>
            <a:off x="2854008" y="2550220"/>
            <a:ext cx="2049462" cy="1742799"/>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33" name="Text Placeholder 32">
            <a:extLst>
              <a:ext uri="{FF2B5EF4-FFF2-40B4-BE49-F238E27FC236}">
                <a16:creationId xmlns:a16="http://schemas.microsoft.com/office/drawing/2014/main" id="{A4967CFB-1ECB-4B3C-76CB-C6EBE3A5ED51}"/>
              </a:ext>
            </a:extLst>
          </p:cNvPr>
          <p:cNvSpPr>
            <a:spLocks noGrp="1"/>
          </p:cNvSpPr>
          <p:nvPr>
            <p:ph type="body" sz="quarter" idx="21"/>
          </p:nvPr>
        </p:nvSpPr>
        <p:spPr>
          <a:xfrm>
            <a:off x="2854008" y="4376326"/>
            <a:ext cx="2049462" cy="1282212"/>
          </a:xfrm>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4" name="Text Placeholder 33">
            <a:extLst>
              <a:ext uri="{FF2B5EF4-FFF2-40B4-BE49-F238E27FC236}">
                <a16:creationId xmlns:a16="http://schemas.microsoft.com/office/drawing/2014/main" id="{02677459-E23F-A59C-9A42-C6968E35002E}"/>
              </a:ext>
            </a:extLst>
          </p:cNvPr>
          <p:cNvSpPr>
            <a:spLocks noGrp="1"/>
          </p:cNvSpPr>
          <p:nvPr>
            <p:ph type="body" sz="quarter" idx="22"/>
          </p:nvPr>
        </p:nvSpPr>
        <p:spPr>
          <a:xfrm>
            <a:off x="2854008" y="5658536"/>
            <a:ext cx="2049462" cy="499873"/>
          </a:xfrm>
        </p:spPr>
        <p:txBody>
          <a:bodyPr/>
          <a:lstStyle/>
          <a:p>
            <a:r>
              <a:rPr lang="en-US"/>
              <a:t>MM/dd</a:t>
            </a:r>
          </a:p>
        </p:txBody>
      </p:sp>
      <p:sp>
        <p:nvSpPr>
          <p:cNvPr id="35" name="Text Placeholder 34">
            <a:extLst>
              <a:ext uri="{FF2B5EF4-FFF2-40B4-BE49-F238E27FC236}">
                <a16:creationId xmlns:a16="http://schemas.microsoft.com/office/drawing/2014/main" id="{3116C21B-345F-24FE-1AD0-7E952D160635}"/>
              </a:ext>
            </a:extLst>
          </p:cNvPr>
          <p:cNvSpPr>
            <a:spLocks noGrp="1"/>
          </p:cNvSpPr>
          <p:nvPr>
            <p:ph type="body" sz="quarter" idx="23"/>
          </p:nvPr>
        </p:nvSpPr>
        <p:spPr/>
        <p:txBody>
          <a:bodyPr/>
          <a:lstStyle/>
          <a:p>
            <a:r>
              <a:rPr lang="en-US"/>
              <a:t>Lorem ipsum</a:t>
            </a:r>
          </a:p>
        </p:txBody>
      </p:sp>
      <p:sp>
        <p:nvSpPr>
          <p:cNvPr id="36" name="Text Placeholder 35">
            <a:extLst>
              <a:ext uri="{FF2B5EF4-FFF2-40B4-BE49-F238E27FC236}">
                <a16:creationId xmlns:a16="http://schemas.microsoft.com/office/drawing/2014/main" id="{83E8134F-476F-E4FA-BA57-E28545C3DE34}"/>
              </a:ext>
            </a:extLst>
          </p:cNvPr>
          <p:cNvSpPr>
            <a:spLocks noGrp="1"/>
          </p:cNvSpPr>
          <p:nvPr>
            <p:ph type="body" sz="quarter" idx="24"/>
          </p:nvPr>
        </p:nvSpPr>
        <p:spPr>
          <a:xfrm>
            <a:off x="5087430" y="1199463"/>
            <a:ext cx="2049462" cy="126047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7" name="Text Placeholder 36">
            <a:extLst>
              <a:ext uri="{FF2B5EF4-FFF2-40B4-BE49-F238E27FC236}">
                <a16:creationId xmlns:a16="http://schemas.microsoft.com/office/drawing/2014/main" id="{C9F2E4C4-D913-DE9C-C17D-3399B1B19F27}"/>
              </a:ext>
            </a:extLst>
          </p:cNvPr>
          <p:cNvSpPr>
            <a:spLocks noGrp="1"/>
          </p:cNvSpPr>
          <p:nvPr>
            <p:ph type="body" sz="quarter" idx="25"/>
          </p:nvPr>
        </p:nvSpPr>
        <p:spPr>
          <a:xfrm>
            <a:off x="5087430" y="2550220"/>
            <a:ext cx="2049462" cy="1742799"/>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38" name="Text Placeholder 37">
            <a:extLst>
              <a:ext uri="{FF2B5EF4-FFF2-40B4-BE49-F238E27FC236}">
                <a16:creationId xmlns:a16="http://schemas.microsoft.com/office/drawing/2014/main" id="{EA7F9500-250B-5B5B-14F9-532C63D22468}"/>
              </a:ext>
            </a:extLst>
          </p:cNvPr>
          <p:cNvSpPr>
            <a:spLocks noGrp="1"/>
          </p:cNvSpPr>
          <p:nvPr>
            <p:ph type="body" sz="quarter" idx="26"/>
          </p:nvPr>
        </p:nvSpPr>
        <p:spPr>
          <a:xfrm>
            <a:off x="5087430" y="4376326"/>
            <a:ext cx="2049462" cy="1282212"/>
          </a:xfrm>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39" name="Text Placeholder 38">
            <a:extLst>
              <a:ext uri="{FF2B5EF4-FFF2-40B4-BE49-F238E27FC236}">
                <a16:creationId xmlns:a16="http://schemas.microsoft.com/office/drawing/2014/main" id="{03FE9460-4F57-18C6-BBA5-C2082CBA5279}"/>
              </a:ext>
            </a:extLst>
          </p:cNvPr>
          <p:cNvSpPr>
            <a:spLocks noGrp="1"/>
          </p:cNvSpPr>
          <p:nvPr>
            <p:ph type="body" sz="quarter" idx="27"/>
          </p:nvPr>
        </p:nvSpPr>
        <p:spPr>
          <a:xfrm>
            <a:off x="5087430" y="5658536"/>
            <a:ext cx="2049462" cy="499873"/>
          </a:xfrm>
        </p:spPr>
        <p:txBody>
          <a:bodyPr/>
          <a:lstStyle/>
          <a:p>
            <a:r>
              <a:rPr lang="en-US"/>
              <a:t>MM/dd</a:t>
            </a:r>
          </a:p>
        </p:txBody>
      </p:sp>
      <p:sp>
        <p:nvSpPr>
          <p:cNvPr id="40" name="Text Placeholder 39">
            <a:extLst>
              <a:ext uri="{FF2B5EF4-FFF2-40B4-BE49-F238E27FC236}">
                <a16:creationId xmlns:a16="http://schemas.microsoft.com/office/drawing/2014/main" id="{1EDEAB07-8F3F-9F3E-D482-81E70122E004}"/>
              </a:ext>
            </a:extLst>
          </p:cNvPr>
          <p:cNvSpPr>
            <a:spLocks noGrp="1"/>
          </p:cNvSpPr>
          <p:nvPr>
            <p:ph type="body" sz="quarter" idx="28"/>
          </p:nvPr>
        </p:nvSpPr>
        <p:spPr/>
        <p:txBody>
          <a:bodyPr/>
          <a:lstStyle/>
          <a:p>
            <a:r>
              <a:rPr lang="en-US"/>
              <a:t>Lorem ipsum</a:t>
            </a:r>
          </a:p>
        </p:txBody>
      </p:sp>
      <p:sp>
        <p:nvSpPr>
          <p:cNvPr id="41" name="Text Placeholder 40">
            <a:extLst>
              <a:ext uri="{FF2B5EF4-FFF2-40B4-BE49-F238E27FC236}">
                <a16:creationId xmlns:a16="http://schemas.microsoft.com/office/drawing/2014/main" id="{0AB42B40-4851-1664-A2F2-EAC707BDE6A9}"/>
              </a:ext>
            </a:extLst>
          </p:cNvPr>
          <p:cNvSpPr>
            <a:spLocks noGrp="1"/>
          </p:cNvSpPr>
          <p:nvPr>
            <p:ph type="body" sz="quarter" idx="29"/>
          </p:nvPr>
        </p:nvSpPr>
        <p:spPr>
          <a:xfrm>
            <a:off x="7320852" y="1199463"/>
            <a:ext cx="2049462" cy="126047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42" name="Text Placeholder 41">
            <a:extLst>
              <a:ext uri="{FF2B5EF4-FFF2-40B4-BE49-F238E27FC236}">
                <a16:creationId xmlns:a16="http://schemas.microsoft.com/office/drawing/2014/main" id="{625FA94F-A500-70B3-0FEC-564FBF6B3144}"/>
              </a:ext>
            </a:extLst>
          </p:cNvPr>
          <p:cNvSpPr>
            <a:spLocks noGrp="1"/>
          </p:cNvSpPr>
          <p:nvPr>
            <p:ph type="body" sz="quarter" idx="30"/>
          </p:nvPr>
        </p:nvSpPr>
        <p:spPr>
          <a:xfrm>
            <a:off x="7320852" y="2550220"/>
            <a:ext cx="2049462" cy="1742799"/>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43" name="Text Placeholder 42">
            <a:extLst>
              <a:ext uri="{FF2B5EF4-FFF2-40B4-BE49-F238E27FC236}">
                <a16:creationId xmlns:a16="http://schemas.microsoft.com/office/drawing/2014/main" id="{D93CC687-9BB3-5D1B-2B2B-032E67F70EFF}"/>
              </a:ext>
            </a:extLst>
          </p:cNvPr>
          <p:cNvSpPr>
            <a:spLocks noGrp="1"/>
          </p:cNvSpPr>
          <p:nvPr>
            <p:ph type="body" sz="quarter" idx="31"/>
          </p:nvPr>
        </p:nvSpPr>
        <p:spPr>
          <a:xfrm>
            <a:off x="7320852" y="4376326"/>
            <a:ext cx="2049462" cy="1282212"/>
          </a:xfrm>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44" name="Text Placeholder 43">
            <a:extLst>
              <a:ext uri="{FF2B5EF4-FFF2-40B4-BE49-F238E27FC236}">
                <a16:creationId xmlns:a16="http://schemas.microsoft.com/office/drawing/2014/main" id="{0F6784D5-4AD9-BC8A-0092-EA965CE0C09C}"/>
              </a:ext>
            </a:extLst>
          </p:cNvPr>
          <p:cNvSpPr>
            <a:spLocks noGrp="1"/>
          </p:cNvSpPr>
          <p:nvPr>
            <p:ph type="body" sz="quarter" idx="32"/>
          </p:nvPr>
        </p:nvSpPr>
        <p:spPr>
          <a:xfrm>
            <a:off x="7320852" y="5658536"/>
            <a:ext cx="2049462" cy="499873"/>
          </a:xfrm>
        </p:spPr>
        <p:txBody>
          <a:bodyPr/>
          <a:lstStyle/>
          <a:p>
            <a:r>
              <a:rPr lang="en-US"/>
              <a:t>MM/dd</a:t>
            </a:r>
          </a:p>
        </p:txBody>
      </p:sp>
      <p:sp>
        <p:nvSpPr>
          <p:cNvPr id="45" name="Text Placeholder 44">
            <a:extLst>
              <a:ext uri="{FF2B5EF4-FFF2-40B4-BE49-F238E27FC236}">
                <a16:creationId xmlns:a16="http://schemas.microsoft.com/office/drawing/2014/main" id="{E2A7FC16-652E-696E-CADD-858DD0B50736}"/>
              </a:ext>
            </a:extLst>
          </p:cNvPr>
          <p:cNvSpPr>
            <a:spLocks noGrp="1"/>
          </p:cNvSpPr>
          <p:nvPr>
            <p:ph type="body" sz="quarter" idx="33"/>
          </p:nvPr>
        </p:nvSpPr>
        <p:spPr/>
        <p:txBody>
          <a:bodyPr/>
          <a:lstStyle/>
          <a:p>
            <a:r>
              <a:rPr lang="en-US"/>
              <a:t>Lorem ipsum</a:t>
            </a:r>
          </a:p>
        </p:txBody>
      </p:sp>
      <p:sp>
        <p:nvSpPr>
          <p:cNvPr id="46" name="Text Placeholder 45">
            <a:extLst>
              <a:ext uri="{FF2B5EF4-FFF2-40B4-BE49-F238E27FC236}">
                <a16:creationId xmlns:a16="http://schemas.microsoft.com/office/drawing/2014/main" id="{B2FD6C16-E1F3-A489-80E2-D2820E0E5A44}"/>
              </a:ext>
            </a:extLst>
          </p:cNvPr>
          <p:cNvSpPr>
            <a:spLocks noGrp="1"/>
          </p:cNvSpPr>
          <p:nvPr>
            <p:ph type="body" sz="quarter" idx="34"/>
          </p:nvPr>
        </p:nvSpPr>
        <p:spPr>
          <a:xfrm>
            <a:off x="9555480" y="1199463"/>
            <a:ext cx="2049462" cy="126047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47" name="Text Placeholder 46">
            <a:extLst>
              <a:ext uri="{FF2B5EF4-FFF2-40B4-BE49-F238E27FC236}">
                <a16:creationId xmlns:a16="http://schemas.microsoft.com/office/drawing/2014/main" id="{476C8B94-2AFC-C28E-B994-8F0AD190BAF0}"/>
              </a:ext>
            </a:extLst>
          </p:cNvPr>
          <p:cNvSpPr>
            <a:spLocks noGrp="1"/>
          </p:cNvSpPr>
          <p:nvPr>
            <p:ph type="body" sz="quarter" idx="35"/>
          </p:nvPr>
        </p:nvSpPr>
        <p:spPr>
          <a:xfrm>
            <a:off x="9555480" y="2550220"/>
            <a:ext cx="2049462" cy="1742799"/>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br>
              <a:rPr lang="en-US" dirty="0">
                <a:sym typeface="Arial" panose="020B0604020202020204" pitchFamily="34" charset="0"/>
              </a:rPr>
            </a:b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p:txBody>
      </p:sp>
      <p:sp>
        <p:nvSpPr>
          <p:cNvPr id="48" name="Text Placeholder 47">
            <a:extLst>
              <a:ext uri="{FF2B5EF4-FFF2-40B4-BE49-F238E27FC236}">
                <a16:creationId xmlns:a16="http://schemas.microsoft.com/office/drawing/2014/main" id="{9296C0EF-4277-9212-1046-DC2AA71706A4}"/>
              </a:ext>
            </a:extLst>
          </p:cNvPr>
          <p:cNvSpPr>
            <a:spLocks noGrp="1"/>
          </p:cNvSpPr>
          <p:nvPr>
            <p:ph type="body" sz="quarter" idx="36"/>
          </p:nvPr>
        </p:nvSpPr>
        <p:spPr>
          <a:xfrm>
            <a:off x="9555480" y="4376326"/>
            <a:ext cx="2049462" cy="1282212"/>
          </a:xfrm>
        </p:spPr>
        <p:txBody>
          <a:bodyPr/>
          <a:lstStyle/>
          <a:p>
            <a:r>
              <a:rPr lang="en-US" dirty="0">
                <a:sym typeface="Arial" panose="020B0604020202020204" pitchFamily="34" charset="0"/>
              </a:rPr>
              <a:t>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a:t>
            </a:r>
          </a:p>
        </p:txBody>
      </p:sp>
      <p:sp>
        <p:nvSpPr>
          <p:cNvPr id="49" name="Text Placeholder 48">
            <a:extLst>
              <a:ext uri="{FF2B5EF4-FFF2-40B4-BE49-F238E27FC236}">
                <a16:creationId xmlns:a16="http://schemas.microsoft.com/office/drawing/2014/main" id="{CB15AEAE-25BA-C809-79D0-BA341FB79B41}"/>
              </a:ext>
            </a:extLst>
          </p:cNvPr>
          <p:cNvSpPr>
            <a:spLocks noGrp="1"/>
          </p:cNvSpPr>
          <p:nvPr>
            <p:ph type="body" sz="quarter" idx="37"/>
          </p:nvPr>
        </p:nvSpPr>
        <p:spPr>
          <a:xfrm>
            <a:off x="9555480" y="5658536"/>
            <a:ext cx="2049462" cy="499873"/>
          </a:xfrm>
        </p:spPr>
        <p:txBody>
          <a:bodyPr/>
          <a:lstStyle/>
          <a:p>
            <a:r>
              <a:rPr lang="en-US"/>
              <a:t>MM/dd</a:t>
            </a:r>
          </a:p>
        </p:txBody>
      </p:sp>
      <p:sp>
        <p:nvSpPr>
          <p:cNvPr id="3" name="Footer Placeholder 2">
            <a:extLst>
              <a:ext uri="{FF2B5EF4-FFF2-40B4-BE49-F238E27FC236}">
                <a16:creationId xmlns:a16="http://schemas.microsoft.com/office/drawing/2014/main" id="{EFAC10AB-6888-B847-B9C8-E4A588101D96}"/>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22B4A0C1-37D1-8C58-6FB5-1C57F174CCE5}"/>
              </a:ext>
            </a:extLst>
          </p:cNvPr>
          <p:cNvSpPr>
            <a:spLocks noGrp="1"/>
          </p:cNvSpPr>
          <p:nvPr>
            <p:ph type="sldNum" sz="quarter" idx="11"/>
          </p:nvPr>
        </p:nvSpPr>
        <p:spPr/>
        <p:txBody>
          <a:bodyPr/>
          <a:lstStyle/>
          <a:p>
            <a:fld id="{48135D20-C3A1-FF4C-B4DB-BE449A9B144D}" type="slidenum">
              <a:rPr lang="en-US"/>
              <a:pPr/>
              <a:t>38</a:t>
            </a:fld>
            <a:endParaRPr lang="en-US"/>
          </a:p>
        </p:txBody>
      </p:sp>
    </p:spTree>
    <p:extLst>
      <p:ext uri="{BB962C8B-B14F-4D97-AF65-F5344CB8AC3E}">
        <p14:creationId xmlns:p14="http://schemas.microsoft.com/office/powerpoint/2010/main" val="1147553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87">
            <a:extLst>
              <a:ext uri="{FF2B5EF4-FFF2-40B4-BE49-F238E27FC236}">
                <a16:creationId xmlns:a16="http://schemas.microsoft.com/office/drawing/2014/main" id="{3AF76F1C-AB04-F560-4551-D600355CC9A1}"/>
              </a:ext>
            </a:extLst>
          </p:cNvPr>
          <p:cNvSpPr>
            <a:spLocks noGrp="1"/>
          </p:cNvSpPr>
          <p:nvPr>
            <p:ph type="title"/>
          </p:nvPr>
        </p:nvSpPr>
        <p:spPr/>
        <p:txBody>
          <a:bodyPr/>
          <a:lstStyle/>
          <a:p>
            <a:r>
              <a:rPr lang="en-US" dirty="0"/>
              <a:t>Description Option 1</a:t>
            </a:r>
          </a:p>
        </p:txBody>
      </p:sp>
      <p:sp>
        <p:nvSpPr>
          <p:cNvPr id="96" name="Text Placeholder 95">
            <a:extLst>
              <a:ext uri="{FF2B5EF4-FFF2-40B4-BE49-F238E27FC236}">
                <a16:creationId xmlns:a16="http://schemas.microsoft.com/office/drawing/2014/main" id="{8F166ECD-672A-C47F-3962-7AD2FF144814}"/>
              </a:ext>
            </a:extLst>
          </p:cNvPr>
          <p:cNvSpPr>
            <a:spLocks noGrp="1"/>
          </p:cNvSpPr>
          <p:nvPr>
            <p:ph type="body" sz="quarter" idx="21"/>
          </p:nvPr>
        </p:nvSpPr>
        <p:spPr/>
        <p:txBody>
          <a:bodyPr/>
          <a:lstStyle/>
          <a:p>
            <a:r>
              <a:rPr lang="en-US" dirty="0">
                <a:sym typeface="Arial Black" panose="020B0A04020102020204" pitchFamily="34" charset="0"/>
              </a:rPr>
              <a:t>Caption or descriptive statement</a:t>
            </a:r>
          </a:p>
        </p:txBody>
      </p:sp>
      <p:sp>
        <p:nvSpPr>
          <p:cNvPr id="91" name="Text Placeholder 90">
            <a:extLst>
              <a:ext uri="{FF2B5EF4-FFF2-40B4-BE49-F238E27FC236}">
                <a16:creationId xmlns:a16="http://schemas.microsoft.com/office/drawing/2014/main" id="{02FCE47A-6ABB-A42B-0D0D-AA2D8216711A}"/>
              </a:ext>
            </a:extLst>
          </p:cNvPr>
          <p:cNvSpPr>
            <a:spLocks noGrp="1"/>
          </p:cNvSpPr>
          <p:nvPr>
            <p:ph type="body" sz="quarter" idx="16"/>
          </p:nvPr>
        </p:nvSpPr>
        <p:spPr/>
        <p:txBody>
          <a:bodyPr/>
          <a:lstStyle/>
          <a:p>
            <a:r>
              <a:rPr lang="en-US"/>
              <a:t>subhead</a:t>
            </a:r>
          </a:p>
        </p:txBody>
      </p:sp>
      <p:sp>
        <p:nvSpPr>
          <p:cNvPr id="89" name="Text Placeholder 88">
            <a:extLst>
              <a:ext uri="{FF2B5EF4-FFF2-40B4-BE49-F238E27FC236}">
                <a16:creationId xmlns:a16="http://schemas.microsoft.com/office/drawing/2014/main" id="{FDC5575D-4E55-8AC0-2219-6B7663CD5E82}"/>
              </a:ext>
            </a:extLst>
          </p:cNvPr>
          <p:cNvSpPr>
            <a:spLocks noGrp="1"/>
          </p:cNvSpPr>
          <p:nvPr>
            <p:ph type="body" sz="quarter" idx="13"/>
          </p:nvPr>
        </p:nvSpPr>
        <p:spPr/>
        <p:txBody>
          <a:bodyPr/>
          <a:lstStyle/>
          <a:p>
            <a:r>
              <a:rPr lang="en-US" dirty="0">
                <a:sym typeface="Times New Roman" panose="02020603050405020304" pitchFamily="18" charset="0"/>
              </a:rPr>
              <a:t>Lorem Ipsum</a:t>
            </a:r>
            <a:endParaRPr lang="en-US" dirty="0"/>
          </a:p>
        </p:txBody>
      </p:sp>
      <p:sp>
        <p:nvSpPr>
          <p:cNvPr id="90" name="Text Placeholder 89">
            <a:extLst>
              <a:ext uri="{FF2B5EF4-FFF2-40B4-BE49-F238E27FC236}">
                <a16:creationId xmlns:a16="http://schemas.microsoft.com/office/drawing/2014/main" id="{8AFBD80C-525A-62F9-FA6D-69EB4CE64090}"/>
              </a:ext>
            </a:extLst>
          </p:cNvPr>
          <p:cNvSpPr>
            <a:spLocks noGrp="1"/>
          </p:cNvSpPr>
          <p:nvPr>
            <p:ph type="body" sz="quarter" idx="14"/>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92" name="Text Placeholder 91">
            <a:extLst>
              <a:ext uri="{FF2B5EF4-FFF2-40B4-BE49-F238E27FC236}">
                <a16:creationId xmlns:a16="http://schemas.microsoft.com/office/drawing/2014/main" id="{459C0AE0-90EA-9CC6-3E99-AB7DECBDBCD1}"/>
              </a:ext>
            </a:extLst>
          </p:cNvPr>
          <p:cNvSpPr>
            <a:spLocks noGrp="1"/>
          </p:cNvSpPr>
          <p:nvPr>
            <p:ph type="body" sz="quarter" idx="17"/>
          </p:nvPr>
        </p:nvSpPr>
        <p:spPr/>
        <p:txBody>
          <a:bodyPr/>
          <a:lstStyle/>
          <a:p>
            <a:r>
              <a:rPr lang="en-US" dirty="0">
                <a:sym typeface="Times New Roman" panose="02020603050405020304" pitchFamily="18" charset="0"/>
              </a:rPr>
              <a:t>Lorem Ipsum</a:t>
            </a:r>
            <a:endParaRPr lang="en-US" dirty="0"/>
          </a:p>
        </p:txBody>
      </p:sp>
      <p:sp>
        <p:nvSpPr>
          <p:cNvPr id="109" name="Text Placeholder 108">
            <a:extLst>
              <a:ext uri="{FF2B5EF4-FFF2-40B4-BE49-F238E27FC236}">
                <a16:creationId xmlns:a16="http://schemas.microsoft.com/office/drawing/2014/main" id="{AC057B88-9FF1-23BF-4952-BEF15CD865D8}"/>
              </a:ext>
            </a:extLst>
          </p:cNvPr>
          <p:cNvSpPr>
            <a:spLocks noGrp="1"/>
          </p:cNvSpPr>
          <p:nvPr>
            <p:ph type="body" sz="quarter" idx="22"/>
          </p:nvPr>
        </p:nvSpPr>
        <p:spPr/>
        <p:txBody>
          <a:bodyPr>
            <a:normAutofit/>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94" name="Text Placeholder 93">
            <a:extLst>
              <a:ext uri="{FF2B5EF4-FFF2-40B4-BE49-F238E27FC236}">
                <a16:creationId xmlns:a16="http://schemas.microsoft.com/office/drawing/2014/main" id="{627DA81B-67BF-C272-1774-059D5D7C0F83}"/>
              </a:ext>
            </a:extLst>
          </p:cNvPr>
          <p:cNvSpPr>
            <a:spLocks noGrp="1"/>
          </p:cNvSpPr>
          <p:nvPr>
            <p:ph type="body" sz="quarter" idx="19"/>
          </p:nvPr>
        </p:nvSpPr>
        <p:spPr/>
        <p:txBody>
          <a:bodyPr/>
          <a:lstStyle/>
          <a:p>
            <a:r>
              <a:rPr lang="en-US" dirty="0">
                <a:sym typeface="Times New Roman" panose="02020603050405020304" pitchFamily="18" charset="0"/>
              </a:rPr>
              <a:t>Lorem Ipsum</a:t>
            </a:r>
            <a:endParaRPr lang="en-US" dirty="0"/>
          </a:p>
        </p:txBody>
      </p:sp>
      <p:sp>
        <p:nvSpPr>
          <p:cNvPr id="110" name="Text Placeholder 109">
            <a:extLst>
              <a:ext uri="{FF2B5EF4-FFF2-40B4-BE49-F238E27FC236}">
                <a16:creationId xmlns:a16="http://schemas.microsoft.com/office/drawing/2014/main" id="{020757B0-1723-31BC-DFBB-ABFDAFAEFB01}"/>
              </a:ext>
            </a:extLst>
          </p:cNvPr>
          <p:cNvSpPr>
            <a:spLocks noGrp="1"/>
          </p:cNvSpPr>
          <p:nvPr>
            <p:ph type="body" sz="quarter" idx="23"/>
          </p:nvPr>
        </p:nvSpPr>
        <p:spPr/>
        <p:txBody>
          <a:bodyPr>
            <a:normAutofit/>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cxnSp>
        <p:nvCxnSpPr>
          <p:cNvPr id="97" name="Divider line">
            <a:extLst>
              <a:ext uri="{FF2B5EF4-FFF2-40B4-BE49-F238E27FC236}">
                <a16:creationId xmlns:a16="http://schemas.microsoft.com/office/drawing/2014/main" id="{4622EE0B-69FE-B609-34AE-15D465D6F406}"/>
              </a:ext>
              <a:ext uri="{C183D7F6-B498-43B3-948B-1728B52AA6E4}">
                <adec:decorative xmlns:adec="http://schemas.microsoft.com/office/drawing/2017/decorative" val="1"/>
              </a:ext>
            </a:extLst>
          </p:cNvPr>
          <p:cNvCxnSpPr/>
          <p:nvPr/>
        </p:nvCxnSpPr>
        <p:spPr>
          <a:xfrm>
            <a:off x="2096081"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98" name="Divider line">
            <a:extLst>
              <a:ext uri="{FF2B5EF4-FFF2-40B4-BE49-F238E27FC236}">
                <a16:creationId xmlns:a16="http://schemas.microsoft.com/office/drawing/2014/main" id="{2340761B-C92D-C1F2-F252-2A0B76989D4B}"/>
              </a:ext>
              <a:ext uri="{C183D7F6-B498-43B3-948B-1728B52AA6E4}">
                <adec:decorative xmlns:adec="http://schemas.microsoft.com/office/drawing/2017/decorative" val="1"/>
              </a:ext>
            </a:extLst>
          </p:cNvPr>
          <p:cNvCxnSpPr>
            <a:cxnSpLocks/>
          </p:cNvCxnSpPr>
          <p:nvPr/>
        </p:nvCxnSpPr>
        <p:spPr>
          <a:xfrm>
            <a:off x="5945462"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99" name="Divider line">
            <a:extLst>
              <a:ext uri="{FF2B5EF4-FFF2-40B4-BE49-F238E27FC236}">
                <a16:creationId xmlns:a16="http://schemas.microsoft.com/office/drawing/2014/main" id="{EC925B17-D744-A0A5-BCD2-80B3435B33AC}"/>
              </a:ext>
              <a:ext uri="{C183D7F6-B498-43B3-948B-1728B52AA6E4}">
                <adec:decorative xmlns:adec="http://schemas.microsoft.com/office/drawing/2017/decorative" val="1"/>
              </a:ext>
            </a:extLst>
          </p:cNvPr>
          <p:cNvCxnSpPr>
            <a:cxnSpLocks/>
          </p:cNvCxnSpPr>
          <p:nvPr/>
        </p:nvCxnSpPr>
        <p:spPr>
          <a:xfrm>
            <a:off x="9808687" y="3179826"/>
            <a:ext cx="303600" cy="0"/>
          </a:xfrm>
          <a:prstGeom prst="straightConnector1">
            <a:avLst/>
          </a:prstGeom>
          <a:noFill/>
          <a:ln w="38100" cap="flat" cmpd="sng">
            <a:solidFill>
              <a:schemeClr val="tx2"/>
            </a:solidFill>
            <a:prstDash val="solid"/>
            <a:round/>
            <a:headEnd type="none" w="med" len="med"/>
            <a:tailEnd type="none" w="med" len="med"/>
          </a:ln>
        </p:spPr>
      </p:cxnSp>
      <p:sp>
        <p:nvSpPr>
          <p:cNvPr id="2" name="Footer Placeholder 1">
            <a:extLst>
              <a:ext uri="{FF2B5EF4-FFF2-40B4-BE49-F238E27FC236}">
                <a16:creationId xmlns:a16="http://schemas.microsoft.com/office/drawing/2014/main" id="{81833D7E-CBFB-E47A-9386-D893C0C06731}"/>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6A659DE-AC74-0F70-2B20-1F5AF8337458}"/>
              </a:ext>
            </a:extLst>
          </p:cNvPr>
          <p:cNvSpPr>
            <a:spLocks noGrp="1"/>
          </p:cNvSpPr>
          <p:nvPr>
            <p:ph type="sldNum" sz="quarter" idx="11"/>
          </p:nvPr>
        </p:nvSpPr>
        <p:spPr/>
        <p:txBody>
          <a:bodyPr/>
          <a:lstStyle/>
          <a:p>
            <a:fld id="{48135D20-C3A1-FF4C-B4DB-BE449A9B144D}" type="slidenum">
              <a:rPr lang="en-US"/>
              <a:pPr/>
              <a:t>39</a:t>
            </a:fld>
            <a:endParaRPr lang="en-US"/>
          </a:p>
        </p:txBody>
      </p:sp>
    </p:spTree>
    <p:extLst>
      <p:ext uri="{BB962C8B-B14F-4D97-AF65-F5344CB8AC3E}">
        <p14:creationId xmlns:p14="http://schemas.microsoft.com/office/powerpoint/2010/main" val="775350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87">
            <a:extLst>
              <a:ext uri="{FF2B5EF4-FFF2-40B4-BE49-F238E27FC236}">
                <a16:creationId xmlns:a16="http://schemas.microsoft.com/office/drawing/2014/main" id="{3AF76F1C-AB04-F560-4551-D600355CC9A1}"/>
              </a:ext>
            </a:extLst>
          </p:cNvPr>
          <p:cNvSpPr>
            <a:spLocks noGrp="1"/>
          </p:cNvSpPr>
          <p:nvPr>
            <p:ph type="title"/>
          </p:nvPr>
        </p:nvSpPr>
        <p:spPr/>
        <p:txBody>
          <a:bodyPr/>
          <a:lstStyle/>
          <a:p>
            <a:r>
              <a:rPr lang="en-US" dirty="0"/>
              <a:t>Description Option 2</a:t>
            </a:r>
          </a:p>
        </p:txBody>
      </p:sp>
      <p:sp>
        <p:nvSpPr>
          <p:cNvPr id="92" name="Text Placeholder 91">
            <a:extLst>
              <a:ext uri="{FF2B5EF4-FFF2-40B4-BE49-F238E27FC236}">
                <a16:creationId xmlns:a16="http://schemas.microsoft.com/office/drawing/2014/main" id="{459C0AE0-90EA-9CC6-3E99-AB7DECBDBCD1}"/>
              </a:ext>
            </a:extLst>
          </p:cNvPr>
          <p:cNvSpPr>
            <a:spLocks noGrp="1"/>
          </p:cNvSpPr>
          <p:nvPr>
            <p:ph type="body" sz="quarter" idx="21"/>
          </p:nvPr>
        </p:nvSpPr>
        <p:spPr/>
        <p:txBody>
          <a:bodyPr/>
          <a:lstStyle/>
          <a:p>
            <a:r>
              <a:rPr lang="en-US" dirty="0">
                <a:sym typeface="Arial Black" panose="020B0A04020102020204" pitchFamily="34" charset="0"/>
              </a:rPr>
              <a:t>Caption or descriptive statement</a:t>
            </a:r>
          </a:p>
        </p:txBody>
      </p:sp>
      <p:sp>
        <p:nvSpPr>
          <p:cNvPr id="91" name="Text Placeholder 90">
            <a:extLst>
              <a:ext uri="{FF2B5EF4-FFF2-40B4-BE49-F238E27FC236}">
                <a16:creationId xmlns:a16="http://schemas.microsoft.com/office/drawing/2014/main" id="{02FCE47A-6ABB-A42B-0D0D-AA2D8216711A}"/>
              </a:ext>
            </a:extLst>
          </p:cNvPr>
          <p:cNvSpPr>
            <a:spLocks noGrp="1"/>
          </p:cNvSpPr>
          <p:nvPr>
            <p:ph type="body" sz="quarter" idx="16"/>
          </p:nvPr>
        </p:nvSpPr>
        <p:spPr/>
        <p:txBody>
          <a:bodyPr/>
          <a:lstStyle/>
          <a:p>
            <a:r>
              <a:rPr lang="en-US"/>
              <a:t>subhead</a:t>
            </a:r>
          </a:p>
        </p:txBody>
      </p:sp>
      <p:sp>
        <p:nvSpPr>
          <p:cNvPr id="89" name="Text Placeholder 88">
            <a:extLst>
              <a:ext uri="{FF2B5EF4-FFF2-40B4-BE49-F238E27FC236}">
                <a16:creationId xmlns:a16="http://schemas.microsoft.com/office/drawing/2014/main" id="{FDC5575D-4E55-8AC0-2219-6B7663CD5E82}"/>
              </a:ext>
            </a:extLst>
          </p:cNvPr>
          <p:cNvSpPr>
            <a:spLocks noGrp="1"/>
          </p:cNvSpPr>
          <p:nvPr>
            <p:ph type="body" sz="quarter" idx="13"/>
          </p:nvPr>
        </p:nvSpPr>
        <p:spPr/>
        <p:txBody>
          <a:bodyPr/>
          <a:lstStyle/>
          <a:p>
            <a:r>
              <a:rPr lang="en-US" dirty="0">
                <a:sym typeface="Times New Roman" panose="02020603050405020304" pitchFamily="18" charset="0"/>
              </a:rPr>
              <a:t>Lorem Ipsum</a:t>
            </a:r>
            <a:endParaRPr lang="en-US" dirty="0"/>
          </a:p>
        </p:txBody>
      </p:sp>
      <p:sp>
        <p:nvSpPr>
          <p:cNvPr id="90" name="Text Placeholder 89">
            <a:extLst>
              <a:ext uri="{FF2B5EF4-FFF2-40B4-BE49-F238E27FC236}">
                <a16:creationId xmlns:a16="http://schemas.microsoft.com/office/drawing/2014/main" id="{8AFBD80C-525A-62F9-FA6D-69EB4CE64090}"/>
              </a:ext>
            </a:extLst>
          </p:cNvPr>
          <p:cNvSpPr>
            <a:spLocks noGrp="1"/>
          </p:cNvSpPr>
          <p:nvPr>
            <p:ph type="body" sz="quarter" idx="14"/>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62" name="Text Placeholder 61">
            <a:extLst>
              <a:ext uri="{FF2B5EF4-FFF2-40B4-BE49-F238E27FC236}">
                <a16:creationId xmlns:a16="http://schemas.microsoft.com/office/drawing/2014/main" id="{6DC1E202-0E55-5254-3D48-39000BA7B7B3}"/>
              </a:ext>
            </a:extLst>
          </p:cNvPr>
          <p:cNvSpPr>
            <a:spLocks noGrp="1"/>
          </p:cNvSpPr>
          <p:nvPr>
            <p:ph type="body" sz="quarter" idx="22"/>
          </p:nvPr>
        </p:nvSpPr>
        <p:spPr/>
        <p:txBody>
          <a:bodyPr/>
          <a:lstStyle/>
          <a:p>
            <a:r>
              <a:rPr lang="en-US" dirty="0">
                <a:sym typeface="Times New Roman" panose="02020603050405020304" pitchFamily="18" charset="0"/>
              </a:rPr>
              <a:t>Lorem Ipsum</a:t>
            </a:r>
            <a:endParaRPr lang="en-US" dirty="0"/>
          </a:p>
        </p:txBody>
      </p:sp>
      <p:sp>
        <p:nvSpPr>
          <p:cNvPr id="63" name="Text Placeholder 62">
            <a:extLst>
              <a:ext uri="{FF2B5EF4-FFF2-40B4-BE49-F238E27FC236}">
                <a16:creationId xmlns:a16="http://schemas.microsoft.com/office/drawing/2014/main" id="{688B9432-E75C-D8D8-8EC6-F5218723862C}"/>
              </a:ext>
            </a:extLst>
          </p:cNvPr>
          <p:cNvSpPr>
            <a:spLocks noGrp="1"/>
          </p:cNvSpPr>
          <p:nvPr>
            <p:ph type="body" sz="quarter" idx="23"/>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64" name="Text Placeholder 63">
            <a:extLst>
              <a:ext uri="{FF2B5EF4-FFF2-40B4-BE49-F238E27FC236}">
                <a16:creationId xmlns:a16="http://schemas.microsoft.com/office/drawing/2014/main" id="{12CC670E-2896-CBDE-C593-FAABB0825358}"/>
              </a:ext>
            </a:extLst>
          </p:cNvPr>
          <p:cNvSpPr>
            <a:spLocks noGrp="1"/>
          </p:cNvSpPr>
          <p:nvPr>
            <p:ph type="body" sz="quarter" idx="24"/>
          </p:nvPr>
        </p:nvSpPr>
        <p:spPr/>
        <p:txBody>
          <a:bodyPr/>
          <a:lstStyle/>
          <a:p>
            <a:r>
              <a:rPr lang="en-US" dirty="0">
                <a:sym typeface="Times New Roman" panose="02020603050405020304" pitchFamily="18" charset="0"/>
              </a:rPr>
              <a:t>Lorem Ipsum</a:t>
            </a:r>
            <a:endParaRPr lang="en-US" dirty="0"/>
          </a:p>
        </p:txBody>
      </p:sp>
      <p:sp>
        <p:nvSpPr>
          <p:cNvPr id="65" name="Text Placeholder 64">
            <a:extLst>
              <a:ext uri="{FF2B5EF4-FFF2-40B4-BE49-F238E27FC236}">
                <a16:creationId xmlns:a16="http://schemas.microsoft.com/office/drawing/2014/main" id="{E2FCA470-94A0-5CBF-8FCE-9A4423BD8530}"/>
              </a:ext>
            </a:extLst>
          </p:cNvPr>
          <p:cNvSpPr>
            <a:spLocks noGrp="1"/>
          </p:cNvSpPr>
          <p:nvPr>
            <p:ph type="body" sz="quarter" idx="2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66" name="Text Placeholder 65">
            <a:extLst>
              <a:ext uri="{FF2B5EF4-FFF2-40B4-BE49-F238E27FC236}">
                <a16:creationId xmlns:a16="http://schemas.microsoft.com/office/drawing/2014/main" id="{9346458A-9CBA-5182-B2D2-D15F526AE107}"/>
              </a:ext>
            </a:extLst>
          </p:cNvPr>
          <p:cNvSpPr>
            <a:spLocks noGrp="1"/>
          </p:cNvSpPr>
          <p:nvPr>
            <p:ph type="body" sz="quarter" idx="26"/>
          </p:nvPr>
        </p:nvSpPr>
        <p:spPr/>
        <p:txBody>
          <a:bodyPr/>
          <a:lstStyle/>
          <a:p>
            <a:r>
              <a:rPr lang="en-US" dirty="0">
                <a:sym typeface="Times New Roman" panose="02020603050405020304" pitchFamily="18" charset="0"/>
              </a:rPr>
              <a:t>Lorem Ipsum</a:t>
            </a:r>
            <a:endParaRPr lang="en-US" dirty="0"/>
          </a:p>
        </p:txBody>
      </p:sp>
      <p:sp>
        <p:nvSpPr>
          <p:cNvPr id="67" name="Text Placeholder 66">
            <a:extLst>
              <a:ext uri="{FF2B5EF4-FFF2-40B4-BE49-F238E27FC236}">
                <a16:creationId xmlns:a16="http://schemas.microsoft.com/office/drawing/2014/main" id="{603ECC25-DE4A-984B-A7C7-2017AEBE8792}"/>
              </a:ext>
            </a:extLst>
          </p:cNvPr>
          <p:cNvSpPr>
            <a:spLocks noGrp="1"/>
          </p:cNvSpPr>
          <p:nvPr>
            <p:ph type="body" sz="quarter" idx="27"/>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sp>
        <p:nvSpPr>
          <p:cNvPr id="68" name="Text Placeholder 67">
            <a:extLst>
              <a:ext uri="{FF2B5EF4-FFF2-40B4-BE49-F238E27FC236}">
                <a16:creationId xmlns:a16="http://schemas.microsoft.com/office/drawing/2014/main" id="{F69FA4A2-EB1C-EB60-D558-F2844527B1F1}"/>
              </a:ext>
            </a:extLst>
          </p:cNvPr>
          <p:cNvSpPr>
            <a:spLocks noGrp="1"/>
          </p:cNvSpPr>
          <p:nvPr>
            <p:ph type="body" sz="quarter" idx="28"/>
          </p:nvPr>
        </p:nvSpPr>
        <p:spPr/>
        <p:txBody>
          <a:bodyPr/>
          <a:lstStyle/>
          <a:p>
            <a:r>
              <a:rPr lang="en-US" dirty="0">
                <a:sym typeface="Times New Roman" panose="02020603050405020304" pitchFamily="18" charset="0"/>
              </a:rPr>
              <a:t>Lorem Ipsum</a:t>
            </a:r>
            <a:endParaRPr lang="en-US" dirty="0"/>
          </a:p>
        </p:txBody>
      </p:sp>
      <p:sp>
        <p:nvSpPr>
          <p:cNvPr id="69" name="Text Placeholder 68">
            <a:extLst>
              <a:ext uri="{FF2B5EF4-FFF2-40B4-BE49-F238E27FC236}">
                <a16:creationId xmlns:a16="http://schemas.microsoft.com/office/drawing/2014/main" id="{BD187F94-156E-913D-64A9-D4D1B5443D1D}"/>
              </a:ext>
            </a:extLst>
          </p:cNvPr>
          <p:cNvSpPr>
            <a:spLocks noGrp="1"/>
          </p:cNvSpPr>
          <p:nvPr>
            <p:ph type="body" sz="quarter" idx="29"/>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a:t>
            </a:r>
          </a:p>
          <a:p>
            <a:endParaRPr lang="en-US" dirty="0">
              <a:sym typeface="Arial" panose="020B0604020202020204" pitchFamily="34" charset="0"/>
            </a:endParaRPr>
          </a:p>
          <a:p>
            <a:pPr lvl="1"/>
            <a:r>
              <a:rPr lang="en-US" dirty="0">
                <a:sym typeface="Arial" panose="020B0604020202020204" pitchFamily="34" charset="0"/>
              </a:rPr>
              <a:t>Description</a:t>
            </a:r>
          </a:p>
          <a:p>
            <a:pPr lvl="2"/>
            <a:r>
              <a:rPr lang="en-US" dirty="0">
                <a:sym typeface="Arial" panose="020B0604020202020204" pitchFamily="34" charset="0"/>
              </a:rPr>
              <a:t>Lorem Ipsum / Lorem Ipsum / Lorem Ipsum / Lorem Ipsum / Lorem Ipsum / Lorem Ipsum / Lorem Ipsum</a:t>
            </a:r>
          </a:p>
        </p:txBody>
      </p:sp>
      <p:cxnSp>
        <p:nvCxnSpPr>
          <p:cNvPr id="50" name="Divider line">
            <a:extLst>
              <a:ext uri="{FF2B5EF4-FFF2-40B4-BE49-F238E27FC236}">
                <a16:creationId xmlns:a16="http://schemas.microsoft.com/office/drawing/2014/main" id="{B64337EA-7556-13F6-0CD9-657A0518ADE0}"/>
              </a:ext>
              <a:ext uri="{C183D7F6-B498-43B3-948B-1728B52AA6E4}">
                <adec:decorative xmlns:adec="http://schemas.microsoft.com/office/drawing/2017/decorative" val="1"/>
              </a:ext>
            </a:extLst>
          </p:cNvPr>
          <p:cNvCxnSpPr>
            <a:cxnSpLocks/>
          </p:cNvCxnSpPr>
          <p:nvPr/>
        </p:nvCxnSpPr>
        <p:spPr>
          <a:xfrm>
            <a:off x="10427795"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51" name="Divider line">
            <a:extLst>
              <a:ext uri="{FF2B5EF4-FFF2-40B4-BE49-F238E27FC236}">
                <a16:creationId xmlns:a16="http://schemas.microsoft.com/office/drawing/2014/main" id="{8939972E-7DBD-34C0-2A1A-B9C8D6BFE55F}"/>
              </a:ext>
              <a:ext uri="{C183D7F6-B498-43B3-948B-1728B52AA6E4}">
                <adec:decorative xmlns:adec="http://schemas.microsoft.com/office/drawing/2017/decorative" val="1"/>
              </a:ext>
            </a:extLst>
          </p:cNvPr>
          <p:cNvCxnSpPr>
            <a:cxnSpLocks/>
          </p:cNvCxnSpPr>
          <p:nvPr/>
        </p:nvCxnSpPr>
        <p:spPr>
          <a:xfrm>
            <a:off x="8191785"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52" name="Divider line">
            <a:extLst>
              <a:ext uri="{FF2B5EF4-FFF2-40B4-BE49-F238E27FC236}">
                <a16:creationId xmlns:a16="http://schemas.microsoft.com/office/drawing/2014/main" id="{6D10DA91-E53E-821B-7A3F-D632CD515770}"/>
              </a:ext>
              <a:ext uri="{C183D7F6-B498-43B3-948B-1728B52AA6E4}">
                <adec:decorative xmlns:adec="http://schemas.microsoft.com/office/drawing/2017/decorative" val="1"/>
              </a:ext>
            </a:extLst>
          </p:cNvPr>
          <p:cNvCxnSpPr>
            <a:cxnSpLocks/>
          </p:cNvCxnSpPr>
          <p:nvPr/>
        </p:nvCxnSpPr>
        <p:spPr>
          <a:xfrm>
            <a:off x="5955777"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53" name="Divider line">
            <a:extLst>
              <a:ext uri="{FF2B5EF4-FFF2-40B4-BE49-F238E27FC236}">
                <a16:creationId xmlns:a16="http://schemas.microsoft.com/office/drawing/2014/main" id="{E3876EBE-970D-EF0F-FCFD-A72ABA0B7EF7}"/>
              </a:ext>
              <a:ext uri="{C183D7F6-B498-43B3-948B-1728B52AA6E4}">
                <adec:decorative xmlns:adec="http://schemas.microsoft.com/office/drawing/2017/decorative" val="1"/>
              </a:ext>
            </a:extLst>
          </p:cNvPr>
          <p:cNvCxnSpPr>
            <a:cxnSpLocks/>
          </p:cNvCxnSpPr>
          <p:nvPr/>
        </p:nvCxnSpPr>
        <p:spPr>
          <a:xfrm>
            <a:off x="3719769" y="3179826"/>
            <a:ext cx="303600" cy="0"/>
          </a:xfrm>
          <a:prstGeom prst="straightConnector1">
            <a:avLst/>
          </a:prstGeom>
          <a:noFill/>
          <a:ln w="38100" cap="flat" cmpd="sng">
            <a:solidFill>
              <a:schemeClr val="tx2"/>
            </a:solidFill>
            <a:prstDash val="solid"/>
            <a:round/>
            <a:headEnd type="none" w="med" len="med"/>
            <a:tailEnd type="none" w="med" len="med"/>
          </a:ln>
        </p:spPr>
      </p:cxnSp>
      <p:cxnSp>
        <p:nvCxnSpPr>
          <p:cNvPr id="54" name="Divider line">
            <a:extLst>
              <a:ext uri="{FF2B5EF4-FFF2-40B4-BE49-F238E27FC236}">
                <a16:creationId xmlns:a16="http://schemas.microsoft.com/office/drawing/2014/main" id="{01CF7CB1-43FE-A784-1AB5-7FB950F54442}"/>
              </a:ext>
              <a:ext uri="{C183D7F6-B498-43B3-948B-1728B52AA6E4}">
                <adec:decorative xmlns:adec="http://schemas.microsoft.com/office/drawing/2017/decorative" val="1"/>
              </a:ext>
            </a:extLst>
          </p:cNvPr>
          <p:cNvCxnSpPr>
            <a:cxnSpLocks/>
          </p:cNvCxnSpPr>
          <p:nvPr/>
        </p:nvCxnSpPr>
        <p:spPr>
          <a:xfrm>
            <a:off x="1483761" y="3179826"/>
            <a:ext cx="303600" cy="0"/>
          </a:xfrm>
          <a:prstGeom prst="straightConnector1">
            <a:avLst/>
          </a:prstGeom>
          <a:noFill/>
          <a:ln w="38100" cap="flat" cmpd="sng">
            <a:solidFill>
              <a:schemeClr val="tx2"/>
            </a:solidFill>
            <a:prstDash val="solid"/>
            <a:round/>
            <a:headEnd type="none" w="med" len="med"/>
            <a:tailEnd type="none" w="med" len="med"/>
          </a:ln>
        </p:spPr>
      </p:cxnSp>
      <p:sp>
        <p:nvSpPr>
          <p:cNvPr id="2" name="Footer Placeholder 1">
            <a:extLst>
              <a:ext uri="{FF2B5EF4-FFF2-40B4-BE49-F238E27FC236}">
                <a16:creationId xmlns:a16="http://schemas.microsoft.com/office/drawing/2014/main" id="{81833D7E-CBFB-E47A-9386-D893C0C06731}"/>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6A659DE-AC74-0F70-2B20-1F5AF8337458}"/>
              </a:ext>
            </a:extLst>
          </p:cNvPr>
          <p:cNvSpPr>
            <a:spLocks noGrp="1"/>
          </p:cNvSpPr>
          <p:nvPr>
            <p:ph type="sldNum" sz="quarter" idx="11"/>
          </p:nvPr>
        </p:nvSpPr>
        <p:spPr/>
        <p:txBody>
          <a:bodyPr/>
          <a:lstStyle/>
          <a:p>
            <a:fld id="{48135D20-C3A1-FF4C-B4DB-BE449A9B144D}" type="slidenum">
              <a:rPr lang="en-US"/>
              <a:pPr/>
              <a:t>40</a:t>
            </a:fld>
            <a:endParaRPr lang="en-US"/>
          </a:p>
        </p:txBody>
      </p:sp>
    </p:spTree>
    <p:extLst>
      <p:ext uri="{BB962C8B-B14F-4D97-AF65-F5344CB8AC3E}">
        <p14:creationId xmlns:p14="http://schemas.microsoft.com/office/powerpoint/2010/main" val="2792095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587C78-9001-D266-6D28-D29DB0DF3642}"/>
              </a:ext>
            </a:extLst>
          </p:cNvPr>
          <p:cNvSpPr>
            <a:spLocks noGrp="1"/>
          </p:cNvSpPr>
          <p:nvPr>
            <p:ph type="title"/>
          </p:nvPr>
        </p:nvSpPr>
        <p:spPr/>
        <p:txBody>
          <a:bodyPr/>
          <a:lstStyle/>
          <a:p>
            <a:r>
              <a:rPr lang="en-US" dirty="0"/>
              <a:t>Description #1</a:t>
            </a:r>
          </a:p>
        </p:txBody>
      </p:sp>
      <p:sp>
        <p:nvSpPr>
          <p:cNvPr id="6" name="Text Placeholder 5">
            <a:extLst>
              <a:ext uri="{FF2B5EF4-FFF2-40B4-BE49-F238E27FC236}">
                <a16:creationId xmlns:a16="http://schemas.microsoft.com/office/drawing/2014/main" id="{8D0BB421-F10B-0BCB-7A89-FE4D375A3BA6}"/>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52" name="Picture Placeholder 51" descr="A person in a lab coat and goggles">
            <a:extLst>
              <a:ext uri="{FF2B5EF4-FFF2-40B4-BE49-F238E27FC236}">
                <a16:creationId xmlns:a16="http://schemas.microsoft.com/office/drawing/2014/main" id="{4307F35A-31F9-C749-57B7-F24C70B1CB26}"/>
              </a:ext>
            </a:extLst>
          </p:cNvPr>
          <p:cNvPicPr>
            <a:picLocks noGrp="1" noChangeAspect="1"/>
          </p:cNvPicPr>
          <p:nvPr>
            <p:ph type="pic" sz="quarter" idx="12"/>
          </p:nvPr>
        </p:nvPicPr>
        <p:blipFill>
          <a:blip r:embed="rId3"/>
          <a:srcRect l="117" r="117"/>
          <a:stretch>
            <a:fillRect/>
          </a:stretch>
        </p:blipFill>
        <p:spPr/>
      </p:pic>
      <p:sp>
        <p:nvSpPr>
          <p:cNvPr id="28" name="TextBox 27">
            <a:extLst>
              <a:ext uri="{FF2B5EF4-FFF2-40B4-BE49-F238E27FC236}">
                <a16:creationId xmlns:a16="http://schemas.microsoft.com/office/drawing/2014/main" id="{B87DA87A-CEF0-EE45-92AF-347EA7CF6BAF}"/>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Detailed instructions on how to replace sample pictures like the one shown here can be found in the speaker notes of this slide.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
        <p:nvSpPr>
          <p:cNvPr id="3" name="Footer Placeholder 2">
            <a:extLst>
              <a:ext uri="{FF2B5EF4-FFF2-40B4-BE49-F238E27FC236}">
                <a16:creationId xmlns:a16="http://schemas.microsoft.com/office/drawing/2014/main" id="{3E6D09E5-6C28-DDDA-3853-C70DD128A96C}"/>
              </a:ext>
            </a:extLst>
          </p:cNvPr>
          <p:cNvSpPr>
            <a:spLocks noGrp="1"/>
          </p:cNvSpPr>
          <p:nvPr>
            <p:ph type="ftr" sz="quarter" idx="16"/>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2656AF6A-FF77-116B-215A-9F76FC51E45A}"/>
              </a:ext>
            </a:extLst>
          </p:cNvPr>
          <p:cNvSpPr>
            <a:spLocks noGrp="1"/>
          </p:cNvSpPr>
          <p:nvPr>
            <p:ph type="sldNum" sz="quarter" idx="17"/>
          </p:nvPr>
        </p:nvSpPr>
        <p:spPr/>
        <p:txBody>
          <a:bodyPr/>
          <a:lstStyle/>
          <a:p>
            <a:fld id="{00000000-1234-1234-1234-123412341234}" type="slidenum">
              <a:rPr lang="en" smtClean="0">
                <a:solidFill>
                  <a:schemeClr val="bg1"/>
                </a:solidFill>
              </a:rPr>
              <a:pPr/>
              <a:t>41</a:t>
            </a:fld>
            <a:endParaRPr lang="en" dirty="0">
              <a:solidFill>
                <a:schemeClr val="bg1"/>
              </a:solidFill>
            </a:endParaRPr>
          </a:p>
        </p:txBody>
      </p:sp>
    </p:spTree>
    <p:extLst>
      <p:ext uri="{BB962C8B-B14F-4D97-AF65-F5344CB8AC3E}">
        <p14:creationId xmlns:p14="http://schemas.microsoft.com/office/powerpoint/2010/main" val="3600822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1C8B-97A7-0413-2D9E-EF1CE86464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FB787B-C18D-6FD2-A338-ED943CBDEC74}"/>
              </a:ext>
            </a:extLst>
          </p:cNvPr>
          <p:cNvSpPr>
            <a:spLocks noGrp="1"/>
          </p:cNvSpPr>
          <p:nvPr>
            <p:ph type="title"/>
          </p:nvPr>
        </p:nvSpPr>
        <p:spPr/>
        <p:txBody>
          <a:bodyPr/>
          <a:lstStyle/>
          <a:p>
            <a:r>
              <a:rPr lang="en-US" dirty="0">
                <a:solidFill>
                  <a:schemeClr val="accent1"/>
                </a:solidFill>
              </a:rPr>
              <a:t>Description #2</a:t>
            </a:r>
          </a:p>
        </p:txBody>
      </p:sp>
      <p:sp>
        <p:nvSpPr>
          <p:cNvPr id="6" name="Text Placeholder 5">
            <a:extLst>
              <a:ext uri="{FF2B5EF4-FFF2-40B4-BE49-F238E27FC236}">
                <a16:creationId xmlns:a16="http://schemas.microsoft.com/office/drawing/2014/main" id="{5758752D-19E5-9ADE-C2CA-162CD31E7DF0}"/>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13" name="Picture Placeholder 27" descr="Image placeholder">
            <a:extLst>
              <a:ext uri="{FF2B5EF4-FFF2-40B4-BE49-F238E27FC236}">
                <a16:creationId xmlns:a16="http://schemas.microsoft.com/office/drawing/2014/main" id="{225D374B-61D1-556A-7848-CC83CB14EF4A}"/>
              </a:ext>
            </a:extLst>
          </p:cNvPr>
          <p:cNvPicPr>
            <a:picLocks noGrp="1" noChangeAspect="1"/>
          </p:cNvPicPr>
          <p:nvPr>
            <p:ph type="pic" sz="quarter" idx="12"/>
          </p:nvPr>
        </p:nvPicPr>
        <p:blipFill rotWithShape="1">
          <a:blip r:embed="rId3"/>
          <a:srcRect l="33346" r="33346"/>
          <a:stretch/>
        </p:blipFill>
        <p:spPr>
          <a:prstGeom prst="rect">
            <a:avLst/>
          </a:prstGeom>
        </p:spPr>
      </p:pic>
      <p:sp>
        <p:nvSpPr>
          <p:cNvPr id="3" name="Footer Placeholder 2">
            <a:extLst>
              <a:ext uri="{FF2B5EF4-FFF2-40B4-BE49-F238E27FC236}">
                <a16:creationId xmlns:a16="http://schemas.microsoft.com/office/drawing/2014/main" id="{4C780495-6174-BFF5-71B5-A492A04A7489}"/>
              </a:ext>
            </a:extLst>
          </p:cNvPr>
          <p:cNvSpPr>
            <a:spLocks noGrp="1"/>
          </p:cNvSpPr>
          <p:nvPr>
            <p:ph type="ftr" sz="quarter" idx="16"/>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99ED5D21-AC5D-B24F-07F7-D4709B252DA4}"/>
              </a:ext>
            </a:extLst>
          </p:cNvPr>
          <p:cNvSpPr>
            <a:spLocks noGrp="1"/>
          </p:cNvSpPr>
          <p:nvPr>
            <p:ph type="sldNum" sz="quarter" idx="17"/>
          </p:nvPr>
        </p:nvSpPr>
        <p:spPr/>
        <p:txBody>
          <a:bodyPr/>
          <a:lstStyle/>
          <a:p>
            <a:fld id="{00000000-1234-1234-1234-123412341234}" type="slidenum">
              <a:rPr lang="en" smtClean="0"/>
              <a:pPr/>
              <a:t>42</a:t>
            </a:fld>
            <a:endParaRPr lang="en" dirty="0"/>
          </a:p>
        </p:txBody>
      </p:sp>
    </p:spTree>
    <p:extLst>
      <p:ext uri="{BB962C8B-B14F-4D97-AF65-F5344CB8AC3E}">
        <p14:creationId xmlns:p14="http://schemas.microsoft.com/office/powerpoint/2010/main" val="2722798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89ABA-4EC6-6785-D401-20E430A412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AAEF90-617A-8B00-1670-19C4158CC1B9}"/>
              </a:ext>
            </a:extLst>
          </p:cNvPr>
          <p:cNvSpPr>
            <a:spLocks noGrp="1"/>
          </p:cNvSpPr>
          <p:nvPr>
            <p:ph type="title"/>
          </p:nvPr>
        </p:nvSpPr>
        <p:spPr/>
        <p:txBody>
          <a:bodyPr/>
          <a:lstStyle/>
          <a:p>
            <a:r>
              <a:rPr lang="en-US" dirty="0">
                <a:solidFill>
                  <a:schemeClr val="accent1"/>
                </a:solidFill>
              </a:rPr>
              <a:t>Description #3</a:t>
            </a:r>
          </a:p>
        </p:txBody>
      </p:sp>
      <p:sp>
        <p:nvSpPr>
          <p:cNvPr id="6" name="Text Placeholder 5">
            <a:extLst>
              <a:ext uri="{FF2B5EF4-FFF2-40B4-BE49-F238E27FC236}">
                <a16:creationId xmlns:a16="http://schemas.microsoft.com/office/drawing/2014/main" id="{C45F9C8B-7109-9BD6-3F30-E8B7D4C4F9A2}"/>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9" name="Picture Placeholder 8" descr="Image placeholder">
            <a:extLst>
              <a:ext uri="{FF2B5EF4-FFF2-40B4-BE49-F238E27FC236}">
                <a16:creationId xmlns:a16="http://schemas.microsoft.com/office/drawing/2014/main" id="{E4107C16-0E0D-452B-92BE-891E901AE466}"/>
              </a:ext>
            </a:extLst>
          </p:cNvPr>
          <p:cNvPicPr>
            <a:picLocks noGrp="1" noChangeAspect="1"/>
          </p:cNvPicPr>
          <p:nvPr>
            <p:ph type="pic" sz="quarter" idx="12"/>
          </p:nvPr>
        </p:nvPicPr>
        <p:blipFill>
          <a:blip r:embed="rId3"/>
          <a:srcRect l="33346" r="33346"/>
          <a:stretch/>
        </p:blipFill>
        <p:spPr>
          <a:prstGeom prst="rect">
            <a:avLst/>
          </a:prstGeom>
        </p:spPr>
      </p:pic>
      <p:sp>
        <p:nvSpPr>
          <p:cNvPr id="3" name="Footer Placeholder 2">
            <a:extLst>
              <a:ext uri="{FF2B5EF4-FFF2-40B4-BE49-F238E27FC236}">
                <a16:creationId xmlns:a16="http://schemas.microsoft.com/office/drawing/2014/main" id="{DC271F17-8A86-0471-9017-59E76DE3CAA2}"/>
              </a:ext>
            </a:extLst>
          </p:cNvPr>
          <p:cNvSpPr>
            <a:spLocks noGrp="1"/>
          </p:cNvSpPr>
          <p:nvPr>
            <p:ph type="ftr" sz="quarter" idx="16"/>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CA5C4C1C-58FF-36D2-5536-6DC88D2093B4}"/>
              </a:ext>
            </a:extLst>
          </p:cNvPr>
          <p:cNvSpPr>
            <a:spLocks noGrp="1"/>
          </p:cNvSpPr>
          <p:nvPr>
            <p:ph type="sldNum" sz="quarter" idx="17"/>
          </p:nvPr>
        </p:nvSpPr>
        <p:spPr/>
        <p:txBody>
          <a:bodyPr/>
          <a:lstStyle/>
          <a:p>
            <a:fld id="{00000000-1234-1234-1234-123412341234}" type="slidenum">
              <a:rPr lang="en" smtClean="0">
                <a:solidFill>
                  <a:schemeClr val="bg1"/>
                </a:solidFill>
              </a:rPr>
              <a:pPr/>
              <a:t>43</a:t>
            </a:fld>
            <a:endParaRPr lang="en" dirty="0">
              <a:solidFill>
                <a:schemeClr val="bg1"/>
              </a:solidFill>
            </a:endParaRPr>
          </a:p>
        </p:txBody>
      </p:sp>
    </p:spTree>
    <p:extLst>
      <p:ext uri="{BB962C8B-B14F-4D97-AF65-F5344CB8AC3E}">
        <p14:creationId xmlns:p14="http://schemas.microsoft.com/office/powerpoint/2010/main" val="26453731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89566-962E-2CC7-8C4C-BCBA338FF25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44AE95-A353-1FB6-CD9F-08404E504D58}"/>
              </a:ext>
            </a:extLst>
          </p:cNvPr>
          <p:cNvSpPr>
            <a:spLocks noGrp="1"/>
          </p:cNvSpPr>
          <p:nvPr>
            <p:ph type="title"/>
          </p:nvPr>
        </p:nvSpPr>
        <p:spPr/>
        <p:txBody>
          <a:bodyPr/>
          <a:lstStyle/>
          <a:p>
            <a:r>
              <a:rPr lang="en-US" dirty="0">
                <a:solidFill>
                  <a:schemeClr val="accent1"/>
                </a:solidFill>
              </a:rPr>
              <a:t>Description 4</a:t>
            </a:r>
          </a:p>
        </p:txBody>
      </p:sp>
      <p:sp>
        <p:nvSpPr>
          <p:cNvPr id="6" name="Text Placeholder 5">
            <a:extLst>
              <a:ext uri="{FF2B5EF4-FFF2-40B4-BE49-F238E27FC236}">
                <a16:creationId xmlns:a16="http://schemas.microsoft.com/office/drawing/2014/main" id="{8F8EBEE7-C66D-C6F9-310A-8F2710B3CCDC}"/>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9" name="Picture Placeholder 8" descr="Image placeholder">
            <a:extLst>
              <a:ext uri="{FF2B5EF4-FFF2-40B4-BE49-F238E27FC236}">
                <a16:creationId xmlns:a16="http://schemas.microsoft.com/office/drawing/2014/main" id="{A334C3A3-9CF2-5673-63FF-0F1077AA773D}"/>
              </a:ext>
            </a:extLst>
          </p:cNvPr>
          <p:cNvPicPr>
            <a:picLocks noGrp="1" noChangeAspect="1"/>
          </p:cNvPicPr>
          <p:nvPr>
            <p:ph type="pic" sz="quarter" idx="12"/>
          </p:nvPr>
        </p:nvPicPr>
        <p:blipFill>
          <a:blip r:embed="rId3"/>
          <a:srcRect l="33346" r="33346"/>
          <a:stretch/>
        </p:blipFill>
        <p:spPr>
          <a:prstGeom prst="rect">
            <a:avLst/>
          </a:prstGeom>
        </p:spPr>
      </p:pic>
      <p:sp>
        <p:nvSpPr>
          <p:cNvPr id="3" name="Footer Placeholder 2">
            <a:extLst>
              <a:ext uri="{FF2B5EF4-FFF2-40B4-BE49-F238E27FC236}">
                <a16:creationId xmlns:a16="http://schemas.microsoft.com/office/drawing/2014/main" id="{A5E3C187-CE1A-8574-A1F9-2261C67A3309}"/>
              </a:ext>
            </a:extLst>
          </p:cNvPr>
          <p:cNvSpPr>
            <a:spLocks noGrp="1"/>
          </p:cNvSpPr>
          <p:nvPr>
            <p:ph type="ftr" sz="quarter" idx="16"/>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72374A08-2915-AF48-3D67-89B476B59343}"/>
              </a:ext>
            </a:extLst>
          </p:cNvPr>
          <p:cNvSpPr>
            <a:spLocks noGrp="1"/>
          </p:cNvSpPr>
          <p:nvPr>
            <p:ph type="sldNum" sz="quarter" idx="17"/>
          </p:nvPr>
        </p:nvSpPr>
        <p:spPr/>
        <p:txBody>
          <a:bodyPr/>
          <a:lstStyle/>
          <a:p>
            <a:fld id="{00000000-1234-1234-1234-123412341234}" type="slidenum">
              <a:rPr lang="en" smtClean="0">
                <a:solidFill>
                  <a:schemeClr val="bg1"/>
                </a:solidFill>
              </a:rPr>
              <a:pPr/>
              <a:t>44</a:t>
            </a:fld>
            <a:endParaRPr lang="en" dirty="0">
              <a:solidFill>
                <a:schemeClr val="bg1"/>
              </a:solidFill>
            </a:endParaRPr>
          </a:p>
        </p:txBody>
      </p:sp>
    </p:spTree>
    <p:extLst>
      <p:ext uri="{BB962C8B-B14F-4D97-AF65-F5344CB8AC3E}">
        <p14:creationId xmlns:p14="http://schemas.microsoft.com/office/powerpoint/2010/main" val="3188429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63B5A-5E63-2D89-CE88-D08C74E98D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883B280-79C3-D137-2E91-256AA801AA7F}"/>
              </a:ext>
            </a:extLst>
          </p:cNvPr>
          <p:cNvSpPr>
            <a:spLocks noGrp="1"/>
          </p:cNvSpPr>
          <p:nvPr>
            <p:ph type="title"/>
          </p:nvPr>
        </p:nvSpPr>
        <p:spPr/>
        <p:txBody>
          <a:bodyPr/>
          <a:lstStyle/>
          <a:p>
            <a:r>
              <a:rPr lang="en-US" dirty="0">
                <a:solidFill>
                  <a:schemeClr val="accent1"/>
                </a:solidFill>
              </a:rPr>
              <a:t>Description 5</a:t>
            </a:r>
          </a:p>
        </p:txBody>
      </p:sp>
      <p:sp>
        <p:nvSpPr>
          <p:cNvPr id="6" name="Text Placeholder 5">
            <a:extLst>
              <a:ext uri="{FF2B5EF4-FFF2-40B4-BE49-F238E27FC236}">
                <a16:creationId xmlns:a16="http://schemas.microsoft.com/office/drawing/2014/main" id="{F3FA3559-BB9B-9A66-DC7E-52C5563CDE8D}"/>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9" name="Picture Placeholder 8" descr="Image placeholder">
            <a:extLst>
              <a:ext uri="{FF2B5EF4-FFF2-40B4-BE49-F238E27FC236}">
                <a16:creationId xmlns:a16="http://schemas.microsoft.com/office/drawing/2014/main" id="{2F5548DE-9E6C-34CE-6E84-924A21F9882D}"/>
              </a:ext>
            </a:extLst>
          </p:cNvPr>
          <p:cNvPicPr>
            <a:picLocks noGrp="1" noChangeAspect="1"/>
          </p:cNvPicPr>
          <p:nvPr>
            <p:ph type="pic" sz="quarter" idx="12"/>
          </p:nvPr>
        </p:nvPicPr>
        <p:blipFill>
          <a:blip r:embed="rId3"/>
          <a:srcRect l="33346" r="33346"/>
          <a:stretch/>
        </p:blipFill>
        <p:spPr>
          <a:prstGeom prst="rect">
            <a:avLst/>
          </a:prstGeom>
        </p:spPr>
      </p:pic>
      <p:sp>
        <p:nvSpPr>
          <p:cNvPr id="3" name="Footer Placeholder 2">
            <a:extLst>
              <a:ext uri="{FF2B5EF4-FFF2-40B4-BE49-F238E27FC236}">
                <a16:creationId xmlns:a16="http://schemas.microsoft.com/office/drawing/2014/main" id="{4BA3C481-39A6-C902-3131-5A73AF310E18}"/>
              </a:ext>
            </a:extLst>
          </p:cNvPr>
          <p:cNvSpPr>
            <a:spLocks noGrp="1"/>
          </p:cNvSpPr>
          <p:nvPr>
            <p:ph type="ftr" sz="quarter" idx="16"/>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C9CAC9A3-8EDF-C0CD-3CF0-A26AC0F74927}"/>
              </a:ext>
            </a:extLst>
          </p:cNvPr>
          <p:cNvSpPr>
            <a:spLocks noGrp="1"/>
          </p:cNvSpPr>
          <p:nvPr>
            <p:ph type="sldNum" sz="quarter" idx="17"/>
          </p:nvPr>
        </p:nvSpPr>
        <p:spPr/>
        <p:txBody>
          <a:bodyPr/>
          <a:lstStyle/>
          <a:p>
            <a:fld id="{00000000-1234-1234-1234-123412341234}" type="slidenum">
              <a:rPr lang="en" smtClean="0"/>
              <a:pPr/>
              <a:t>45</a:t>
            </a:fld>
            <a:endParaRPr lang="en" dirty="0"/>
          </a:p>
        </p:txBody>
      </p:sp>
    </p:spTree>
    <p:extLst>
      <p:ext uri="{BB962C8B-B14F-4D97-AF65-F5344CB8AC3E}">
        <p14:creationId xmlns:p14="http://schemas.microsoft.com/office/powerpoint/2010/main" val="649154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4A4BACA-2EBC-890D-FACA-B58D6D5F19DD}"/>
              </a:ext>
            </a:extLst>
          </p:cNvPr>
          <p:cNvSpPr>
            <a:spLocks noGrp="1"/>
          </p:cNvSpPr>
          <p:nvPr>
            <p:ph type="title"/>
          </p:nvPr>
        </p:nvSpPr>
        <p:spPr/>
        <p:txBody>
          <a:bodyPr/>
          <a:lstStyle/>
          <a:p>
            <a:r>
              <a:rPr lang="en-US" dirty="0">
                <a:solidFill>
                  <a:schemeClr val="accent1"/>
                </a:solidFill>
                <a:sym typeface="Times New Roman" panose="02020603050405020304" pitchFamily="18" charset="0"/>
              </a:rPr>
              <a:t>Description 6</a:t>
            </a:r>
          </a:p>
        </p:txBody>
      </p:sp>
      <p:sp>
        <p:nvSpPr>
          <p:cNvPr id="14" name="Text Placeholder 13">
            <a:extLst>
              <a:ext uri="{FF2B5EF4-FFF2-40B4-BE49-F238E27FC236}">
                <a16:creationId xmlns:a16="http://schemas.microsoft.com/office/drawing/2014/main" id="{29D11D6F-A920-44AD-9517-07CB27928361}"/>
              </a:ext>
            </a:extLst>
          </p:cNvPr>
          <p:cNvSpPr>
            <a:spLocks noGrp="1"/>
          </p:cNvSpPr>
          <p:nvPr>
            <p:ph type="body" sz="quarter" idx="15"/>
          </p:nvPr>
        </p:nvSpPr>
        <p:spPr>
          <a:xfrm>
            <a:off x="639763" y="2643188"/>
            <a:ext cx="5762625" cy="3400425"/>
          </a:xfrm>
        </p:spPr>
        <p:txBody>
          <a:bodyPr/>
          <a:lstStyle/>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br>
              <a:rPr lang="en" dirty="0">
                <a:sym typeface="Times New Roman" panose="02020603050405020304" pitchFamily="18" charset="0"/>
              </a:rPr>
            </a:br>
            <a:r>
              <a:rPr lang="en" dirty="0">
                <a:sym typeface="Times New Roman" panose="02020603050405020304" pitchFamily="18" charset="0"/>
              </a:rPr>
              <a:t>eros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br>
              <a:rPr lang="en-US" dirty="0">
                <a:sym typeface="Times New Roman" panose="02020603050405020304" pitchFamily="18" charset="0"/>
              </a:rPr>
            </a:b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endParaRPr lang="en-US" dirty="0">
              <a:sym typeface="Times New Roman" panose="02020603050405020304" pitchFamily="18" charset="0"/>
            </a:endParaRP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br>
              <a:rPr lang="en" dirty="0">
                <a:sym typeface="Times New Roman" panose="02020603050405020304" pitchFamily="18" charset="0"/>
              </a:rPr>
            </a:br>
            <a:r>
              <a:rPr lang="en" dirty="0">
                <a:sym typeface="Times New Roman" panose="02020603050405020304" pitchFamily="18" charset="0"/>
              </a:rPr>
              <a:t>Lorem </a:t>
            </a:r>
            <a:r>
              <a:rPr lang="en-US" dirty="0">
                <a:sym typeface="Times New Roman" panose="02020603050405020304" pitchFamily="18" charset="0"/>
              </a:rPr>
              <a:t>ipsum dolor 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consectetur</a:t>
            </a:r>
            <a:r>
              <a:rPr lang="en-US" dirty="0">
                <a:sym typeface="Times New Roman" panose="02020603050405020304" pitchFamily="18" charset="0"/>
              </a:rPr>
              <a:t> </a:t>
            </a: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r>
              <a:rPr lang="en-US" dirty="0">
                <a:sym typeface="Times New Roman" panose="02020603050405020304" pitchFamily="18" charset="0"/>
              </a:rPr>
              <a:t>. </a:t>
            </a:r>
            <a:r>
              <a:rPr lang="en-US" dirty="0" err="1">
                <a:sym typeface="Times New Roman" panose="02020603050405020304" pitchFamily="18" charset="0"/>
              </a:rPr>
              <a:t>Vivamus</a:t>
            </a:r>
            <a:r>
              <a:rPr lang="en-US" dirty="0">
                <a:sym typeface="Times New Roman" panose="02020603050405020304" pitchFamily="18" charset="0"/>
              </a:rPr>
              <a:t> eros lacinia</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 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 dirty="0" err="1">
                <a:sym typeface="Times New Roman" panose="02020603050405020304" pitchFamily="18" charset="0"/>
              </a:rPr>
              <a:t>eget</a:t>
            </a:r>
            <a:r>
              <a:rPr lang="en" dirty="0">
                <a:sym typeface="Times New Roman" panose="02020603050405020304" pitchFamily="18" charset="0"/>
              </a:rPr>
              <a:t> </a:t>
            </a:r>
            <a:r>
              <a:rPr lang="en" dirty="0" err="1">
                <a:sym typeface="Times New Roman" panose="02020603050405020304" pitchFamily="18" charset="0"/>
              </a:rPr>
              <a:t>feugiat</a:t>
            </a:r>
            <a:r>
              <a:rPr lang="en" dirty="0">
                <a:sym typeface="Times New Roman" panose="02020603050405020304" pitchFamily="18" charset="0"/>
              </a:rPr>
              <a:t>. </a:t>
            </a:r>
          </a:p>
          <a:p>
            <a:r>
              <a:rPr lang="en" dirty="0">
                <a:sym typeface="Times New Roman" panose="02020603050405020304" pitchFamily="18" charset="0"/>
              </a:rPr>
              <a:t>Lorem ipsum dolor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consectetur</a:t>
            </a:r>
            <a:r>
              <a:rPr lang="en" dirty="0">
                <a:sym typeface="Times New Roman" panose="02020603050405020304" pitchFamily="18" charset="0"/>
              </a:rPr>
              <a:t> </a:t>
            </a: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r>
              <a:rPr lang="en" dirty="0">
                <a:sym typeface="Times New Roman" panose="02020603050405020304" pitchFamily="18" charset="0"/>
              </a:rPr>
              <a:t>. </a:t>
            </a:r>
            <a:r>
              <a:rPr lang="en" dirty="0" err="1">
                <a:sym typeface="Times New Roman" panose="02020603050405020304" pitchFamily="18" charset="0"/>
              </a:rPr>
              <a:t>Vivamus</a:t>
            </a:r>
            <a:r>
              <a:rPr lang="en" dirty="0">
                <a:sym typeface="Times New Roman" panose="02020603050405020304" pitchFamily="18" charset="0"/>
              </a:rPr>
              <a:t> eros</a:t>
            </a:r>
            <a:br>
              <a:rPr lang="en" dirty="0">
                <a:sym typeface="Times New Roman" panose="02020603050405020304" pitchFamily="18" charset="0"/>
              </a:rPr>
            </a:br>
            <a:r>
              <a:rPr lang="en" dirty="0">
                <a:sym typeface="Times New Roman" panose="02020603050405020304" pitchFamily="18" charset="0"/>
              </a:rPr>
              <a:t>lacinia sit </a:t>
            </a:r>
            <a:r>
              <a:rPr lang="en" dirty="0" err="1">
                <a:sym typeface="Times New Roman" panose="02020603050405020304" pitchFamily="18" charset="0"/>
              </a:rPr>
              <a:t>amet</a:t>
            </a:r>
            <a:r>
              <a:rPr lang="en" dirty="0">
                <a:sym typeface="Times New Roman" panose="02020603050405020304" pitchFamily="18" charset="0"/>
              </a:rPr>
              <a:t> </a:t>
            </a:r>
            <a:r>
              <a:rPr lang="en" dirty="0" err="1">
                <a:sym typeface="Times New Roman" panose="02020603050405020304" pitchFamily="18" charset="0"/>
              </a:rPr>
              <a:t>bibendum</a:t>
            </a:r>
            <a:r>
              <a:rPr lang="en" dirty="0">
                <a:sym typeface="Times New Roman" panose="02020603050405020304" pitchFamily="18" charset="0"/>
              </a:rPr>
              <a:t>. </a:t>
            </a:r>
            <a:r>
              <a:rPr lang="en-US" dirty="0">
                <a:sym typeface="Times New Roman" panose="02020603050405020304" pitchFamily="18" charset="0"/>
              </a:rPr>
              <a:t>Lorem ipsum dolor sit </a:t>
            </a:r>
            <a:r>
              <a:rPr lang="en-US" dirty="0" err="1">
                <a:sym typeface="Times New Roman" panose="02020603050405020304" pitchFamily="18" charset="0"/>
              </a:rPr>
              <a:t>amet</a:t>
            </a:r>
            <a:r>
              <a:rPr lang="en-US" dirty="0">
                <a:sym typeface="Times New Roman" panose="02020603050405020304" pitchFamily="18" charset="0"/>
              </a:rPr>
              <a:t>.</a:t>
            </a:r>
          </a:p>
        </p:txBody>
      </p:sp>
      <p:pic>
        <p:nvPicPr>
          <p:cNvPr id="10" name="Picture Placeholder 9" descr="Image placeholder">
            <a:extLst>
              <a:ext uri="{FF2B5EF4-FFF2-40B4-BE49-F238E27FC236}">
                <a16:creationId xmlns:a16="http://schemas.microsoft.com/office/drawing/2014/main" id="{0AF243EE-5086-432F-3E4C-97E959AEE859}"/>
              </a:ext>
            </a:extLst>
          </p:cNvPr>
          <p:cNvPicPr>
            <a:picLocks noGrp="1" noChangeAspect="1"/>
          </p:cNvPicPr>
          <p:nvPr>
            <p:ph type="pic" sz="quarter" idx="12"/>
          </p:nvPr>
        </p:nvPicPr>
        <p:blipFill>
          <a:blip r:embed="rId3"/>
          <a:srcRect l="33346" r="33346"/>
          <a:stretch/>
        </p:blipFill>
        <p:spPr>
          <a:prstGeom prst="rect">
            <a:avLst/>
          </a:prstGeom>
        </p:spPr>
      </p:pic>
      <p:sp>
        <p:nvSpPr>
          <p:cNvPr id="2" name="Footer Placeholder 1">
            <a:extLst>
              <a:ext uri="{FF2B5EF4-FFF2-40B4-BE49-F238E27FC236}">
                <a16:creationId xmlns:a16="http://schemas.microsoft.com/office/drawing/2014/main" id="{3F5E46D1-A05F-C4B6-3A55-290DD451865A}"/>
              </a:ext>
            </a:extLst>
          </p:cNvPr>
          <p:cNvSpPr>
            <a:spLocks noGrp="1"/>
          </p:cNvSpPr>
          <p:nvPr>
            <p:ph type="ftr" sz="quarter" idx="16"/>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0C7EE044-99E4-1922-4459-5AC1E8C4DE0E}"/>
              </a:ext>
            </a:extLst>
          </p:cNvPr>
          <p:cNvSpPr>
            <a:spLocks noGrp="1"/>
          </p:cNvSpPr>
          <p:nvPr>
            <p:ph type="sldNum" sz="quarter" idx="17"/>
          </p:nvPr>
        </p:nvSpPr>
        <p:spPr/>
        <p:txBody>
          <a:bodyPr/>
          <a:lstStyle/>
          <a:p>
            <a:fld id="{48135D20-C3A1-FF4C-B4DB-BE449A9B144D}" type="slidenum">
              <a:rPr lang="en-US"/>
              <a:t>46</a:t>
            </a:fld>
            <a:endParaRPr lang="en-US"/>
          </a:p>
        </p:txBody>
      </p:sp>
    </p:spTree>
    <p:extLst>
      <p:ext uri="{BB962C8B-B14F-4D97-AF65-F5344CB8AC3E}">
        <p14:creationId xmlns:p14="http://schemas.microsoft.com/office/powerpoint/2010/main" val="3141320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F5BB4A-6BE5-25C8-F8BA-CA805142819E}"/>
              </a:ext>
            </a:extLst>
          </p:cNvPr>
          <p:cNvSpPr>
            <a:spLocks noGrp="1"/>
          </p:cNvSpPr>
          <p:nvPr>
            <p:ph type="title"/>
          </p:nvPr>
        </p:nvSpPr>
        <p:spPr>
          <a:xfrm>
            <a:off x="609600" y="548640"/>
            <a:ext cx="4910328" cy="274320"/>
          </a:xfrm>
        </p:spPr>
        <p:txBody>
          <a:bodyPr/>
          <a:lstStyle/>
          <a:p>
            <a:r>
              <a:rPr lang="en-US" dirty="0"/>
              <a:t>Subhead </a:t>
            </a:r>
          </a:p>
        </p:txBody>
      </p:sp>
      <p:sp>
        <p:nvSpPr>
          <p:cNvPr id="60" name="TextBox 59">
            <a:extLst>
              <a:ext uri="{FF2B5EF4-FFF2-40B4-BE49-F238E27FC236}">
                <a16:creationId xmlns:a16="http://schemas.microsoft.com/office/drawing/2014/main" id="{82F74514-4E8D-5933-AE36-F0BE61CAE943}"/>
              </a:ext>
            </a:extLst>
          </p:cNvPr>
          <p:cNvSpPr txBox="1"/>
          <p:nvPr/>
        </p:nvSpPr>
        <p:spPr>
          <a:xfrm>
            <a:off x="9326881" y="100584"/>
            <a:ext cx="2762383" cy="706091"/>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recolor the right half of the slide background.</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
        <p:nvSpPr>
          <p:cNvPr id="6" name="Text Placeholder 5">
            <a:extLst>
              <a:ext uri="{FF2B5EF4-FFF2-40B4-BE49-F238E27FC236}">
                <a16:creationId xmlns:a16="http://schemas.microsoft.com/office/drawing/2014/main" id="{F81A3085-A004-1737-A359-DA1D2C6401F7}"/>
              </a:ext>
            </a:extLst>
          </p:cNvPr>
          <p:cNvSpPr>
            <a:spLocks noGrp="1"/>
          </p:cNvSpPr>
          <p:nvPr>
            <p:ph type="body" sz="quarter" idx="13"/>
          </p:nvPr>
        </p:nvSpPr>
        <p:spPr>
          <a:xfrm>
            <a:off x="609600" y="1435608"/>
            <a:ext cx="5093208" cy="4602096"/>
          </a:xfrm>
        </p:spPr>
        <p:txBody>
          <a:bodyPr>
            <a:normAutofit/>
          </a:bodyPr>
          <a:lstStyle/>
          <a:p>
            <a:r>
              <a:rPr lang="en-US" dirty="0"/>
              <a:t>ITC Garamond </a:t>
            </a:r>
            <a:r>
              <a:rPr lang="en-US" dirty="0" err="1"/>
              <a:t>Std</a:t>
            </a:r>
            <a:r>
              <a:rPr lang="en-US" dirty="0"/>
              <a:t> Book Narrow, 26pts.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Vivamus</a:t>
            </a:r>
            <a:r>
              <a:rPr lang="en-US" dirty="0"/>
              <a:t> </a:t>
            </a:r>
            <a:r>
              <a:rPr lang="en-US" dirty="0" err="1"/>
              <a:t>eros</a:t>
            </a:r>
            <a:r>
              <a:rPr lang="en-US" dirty="0"/>
              <a:t> lacinia sit </a:t>
            </a:r>
            <a:r>
              <a:rPr lang="en-US" dirty="0" err="1"/>
              <a:t>amet</a:t>
            </a:r>
            <a:r>
              <a:rPr lang="en-US" dirty="0"/>
              <a:t> </a:t>
            </a:r>
            <a:r>
              <a:rPr lang="en-US" dirty="0" err="1"/>
              <a:t>bibendum</a:t>
            </a:r>
            <a:r>
              <a:rPr lang="en-US" dirty="0"/>
              <a:t> </a:t>
            </a:r>
            <a:r>
              <a:rPr lang="en-US" dirty="0" err="1"/>
              <a:t>eget</a:t>
            </a:r>
            <a:r>
              <a:rPr lang="en-US" dirty="0"/>
              <a:t> </a:t>
            </a:r>
            <a:r>
              <a:rPr lang="en-US" dirty="0" err="1"/>
              <a:t>feugiat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Vivamus</a:t>
            </a:r>
            <a:r>
              <a:rPr lang="en-US" dirty="0"/>
              <a:t> </a:t>
            </a:r>
            <a:r>
              <a:rPr lang="en-US" dirty="0" err="1"/>
              <a:t>eros</a:t>
            </a:r>
            <a:r>
              <a:rPr lang="en-US" dirty="0"/>
              <a:t> lacinia sit </a:t>
            </a:r>
            <a:r>
              <a:rPr lang="en-US" dirty="0" err="1"/>
              <a:t>amet</a:t>
            </a:r>
            <a:r>
              <a:rPr lang="en-US" dirty="0"/>
              <a:t> </a:t>
            </a:r>
            <a:r>
              <a:rPr lang="en-US" dirty="0" err="1"/>
              <a:t>bibendum</a:t>
            </a:r>
            <a:r>
              <a:rPr lang="en-US" dirty="0"/>
              <a:t>.</a:t>
            </a:r>
          </a:p>
        </p:txBody>
      </p:sp>
      <p:sp>
        <p:nvSpPr>
          <p:cNvPr id="11" name="Text Placeholder 10">
            <a:extLst>
              <a:ext uri="{FF2B5EF4-FFF2-40B4-BE49-F238E27FC236}">
                <a16:creationId xmlns:a16="http://schemas.microsoft.com/office/drawing/2014/main" id="{64C63776-7922-1FC8-4F31-760548799374}"/>
              </a:ext>
            </a:extLst>
          </p:cNvPr>
          <p:cNvSpPr>
            <a:spLocks noGrp="1"/>
          </p:cNvSpPr>
          <p:nvPr>
            <p:ph type="body" sz="quarter" idx="12"/>
          </p:nvPr>
        </p:nvSpPr>
        <p:spPr>
          <a:xfrm>
            <a:off x="6684264" y="1444752"/>
            <a:ext cx="5024364" cy="4855786"/>
          </a:xfrm>
        </p:spPr>
        <p:txBody>
          <a:bodyPr>
            <a:normAutofit/>
          </a:bodyPr>
          <a:lstStyle/>
          <a:p>
            <a:r>
              <a:rPr lang="en-US" dirty="0">
                <a:sym typeface="Arial" panose="020B0604020202020204" pitchFamily="34" charset="0"/>
              </a:rPr>
              <a:t>Ringside Black, 24 pt. 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p>
          <a:p>
            <a:pPr lvl="1"/>
            <a:r>
              <a:rPr lang="en-US" dirty="0" err="1">
                <a:sym typeface="Arial" panose="020B0604020202020204" pitchFamily="34" charset="0"/>
              </a:rPr>
              <a:t>Ringside Book, 18 pt. Vivamus</a:t>
            </a:r>
            <a:r>
              <a:rPr lang="en-US" dirty="0">
                <a:sym typeface="Arial" panose="020B0604020202020204" pitchFamily="34" charset="0"/>
              </a:rPr>
              <a:t> </a:t>
            </a:r>
            <a:r>
              <a:rPr lang="en-US" dirty="0" err="1">
                <a:sym typeface="Arial" panose="020B0604020202020204" pitchFamily="34" charset="0"/>
              </a:rPr>
              <a:t>eros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a:t>
            </a:r>
          </a:p>
          <a:p>
            <a:pPr lvl="2"/>
            <a:r>
              <a:rPr lang="en-US" dirty="0">
                <a:sym typeface="Arial" panose="020B0604020202020204" pitchFamily="34" charset="0"/>
              </a:rPr>
              <a:t>Ringside Book, 14 pt. Lorem Ipsum</a:t>
            </a:r>
          </a:p>
          <a:p>
            <a:pPr lvl="2"/>
            <a:r>
              <a:rPr lang="en-US" dirty="0">
                <a:sym typeface="Arial" panose="020B0604020202020204" pitchFamily="34" charset="0"/>
              </a:rPr>
              <a:t>Ringside Book, 14 pt. Lorem Ipsum</a:t>
            </a:r>
          </a:p>
          <a:p>
            <a:pPr lvl="2"/>
            <a:r>
              <a:rPr lang="en-US" dirty="0">
                <a:sym typeface="Arial" panose="020B0604020202020204" pitchFamily="34" charset="0"/>
              </a:rPr>
              <a:t>Ringside Book, 14 pt. Lorem Ipsum</a:t>
            </a:r>
          </a:p>
          <a:p>
            <a:pPr lvl="2"/>
            <a:r>
              <a:rPr lang="en-US" dirty="0">
                <a:sym typeface="Arial" panose="020B0604020202020204" pitchFamily="34" charset="0"/>
              </a:rPr>
              <a:t>Ringside Book, 14 pt. Lorem Ipsum</a:t>
            </a:r>
          </a:p>
          <a:p>
            <a:pPr lvl="2"/>
            <a:r>
              <a:rPr lang="en-US" dirty="0">
                <a:sym typeface="Arial" panose="020B0604020202020204" pitchFamily="34" charset="0"/>
              </a:rPr>
              <a:t>Ringside Book, 14 pt. Lorem Ipsum</a:t>
            </a:r>
          </a:p>
        </p:txBody>
      </p:sp>
      <p:sp>
        <p:nvSpPr>
          <p:cNvPr id="7" name="TextBox 6">
            <a:extLst>
              <a:ext uri="{FF2B5EF4-FFF2-40B4-BE49-F238E27FC236}">
                <a16:creationId xmlns:a16="http://schemas.microsoft.com/office/drawing/2014/main" id="{28145BBF-2E2A-2F03-68CE-B51CFF76DAEF}"/>
              </a:ext>
              <a:ext uri="{C183D7F6-B498-43B3-948B-1728B52AA6E4}">
                <adec:decorative xmlns:adec="http://schemas.microsoft.com/office/drawing/2017/decorative" val="1"/>
              </a:ext>
            </a:extLst>
          </p:cNvPr>
          <p:cNvSpPr txBox="1"/>
          <p:nvPr/>
        </p:nvSpPr>
        <p:spPr>
          <a:xfrm>
            <a:off x="5627077" y="225083"/>
            <a:ext cx="0" cy="0"/>
          </a:xfrm>
          <a:prstGeom prst="rect">
            <a:avLst/>
          </a:prstGeom>
          <a:noFill/>
        </p:spPr>
        <p:txBody>
          <a:bodyPr wrap="none" lIns="0" tIns="0" rIns="0" bIns="0" rtlCol="0">
            <a:noAutofit/>
          </a:bodyPr>
          <a:lstStyle/>
          <a:p>
            <a:pPr algn="l">
              <a:lnSpc>
                <a:spcPct val="90000"/>
              </a:lnSpc>
            </a:pPr>
            <a:endParaRPr lang="en-US" sz="1800" dirty="0">
              <a:latin typeface="+mn-lt"/>
            </a:endParaRPr>
          </a:p>
        </p:txBody>
      </p:sp>
      <p:sp>
        <p:nvSpPr>
          <p:cNvPr id="2" name="Footer Placeholder 1">
            <a:extLst>
              <a:ext uri="{FF2B5EF4-FFF2-40B4-BE49-F238E27FC236}">
                <a16:creationId xmlns:a16="http://schemas.microsoft.com/office/drawing/2014/main" id="{9B040111-C22F-E69D-C57A-C78E36E092CD}"/>
              </a:ext>
            </a:extLst>
          </p:cNvPr>
          <p:cNvSpPr>
            <a:spLocks noGrp="1"/>
          </p:cNvSpPr>
          <p:nvPr>
            <p:ph type="ftr" sz="quarter" idx="10"/>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17788510-F363-7F07-162E-3C5A74C7A4D2}"/>
              </a:ext>
            </a:extLst>
          </p:cNvPr>
          <p:cNvSpPr>
            <a:spLocks noGrp="1"/>
          </p:cNvSpPr>
          <p:nvPr>
            <p:ph type="sldNum" idx="11"/>
          </p:nvPr>
        </p:nvSpPr>
        <p:spPr>
          <a:xfrm>
            <a:off x="11667744" y="6510528"/>
            <a:ext cx="304800" cy="121920"/>
          </a:xfrm>
        </p:spPr>
        <p:txBody>
          <a:bodyPr/>
          <a:lstStyle/>
          <a:p>
            <a:fld id="{00000000-1234-1234-1234-123412341234}" type="slidenum">
              <a:rPr lang="en" smtClean="0"/>
              <a:pPr/>
              <a:t>47</a:t>
            </a:fld>
            <a:endParaRPr lang="en" dirty="0"/>
          </a:p>
        </p:txBody>
      </p:sp>
    </p:spTree>
    <p:extLst>
      <p:ext uri="{BB962C8B-B14F-4D97-AF65-F5344CB8AC3E}">
        <p14:creationId xmlns:p14="http://schemas.microsoft.com/office/powerpoint/2010/main" val="2505846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37">
          <a:extLst>
            <a:ext uri="{FF2B5EF4-FFF2-40B4-BE49-F238E27FC236}">
              <a16:creationId xmlns:a16="http://schemas.microsoft.com/office/drawing/2014/main" id="{1D9C76BE-CAF1-A965-68C8-CCBED0E4DBC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B19E34-C02B-9BAB-FB3D-965D55F1A5CA}"/>
              </a:ext>
              <a:ext uri="{C183D7F6-B498-43B3-948B-1728B52AA6E4}">
                <adec:decorative xmlns:adec="http://schemas.microsoft.com/office/drawing/2017/decorative" val="0"/>
              </a:ext>
            </a:extLst>
          </p:cNvPr>
          <p:cNvSpPr>
            <a:spLocks noGrp="1"/>
          </p:cNvSpPr>
          <p:nvPr>
            <p:ph type="title"/>
          </p:nvPr>
        </p:nvSpPr>
        <p:spPr/>
        <p:txBody>
          <a:bodyPr/>
          <a:lstStyle/>
          <a:p>
            <a:r>
              <a:rPr lang="en-US" dirty="0" err="1"/>
              <a:t>vivamus</a:t>
            </a:r>
            <a:r>
              <a:rPr lang="en-US" dirty="0"/>
              <a:t> </a:t>
            </a:r>
            <a:r>
              <a:rPr lang="en-US" dirty="0" err="1"/>
              <a:t>eros</a:t>
            </a:r>
            <a:r>
              <a:rPr lang="en-US" dirty="0"/>
              <a:t> lacinia sit</a:t>
            </a:r>
            <a:br>
              <a:rPr lang="en-US" dirty="0"/>
            </a:br>
            <a:r>
              <a:rPr lang="en-US" dirty="0" err="1"/>
              <a:t>amet</a:t>
            </a:r>
            <a:r>
              <a:rPr lang="en-US" dirty="0"/>
              <a:t> </a:t>
            </a:r>
            <a:r>
              <a:rPr lang="en-US" dirty="0" err="1"/>
              <a:t>bibendum</a:t>
            </a:r>
            <a:r>
              <a:rPr lang="en-US" dirty="0"/>
              <a:t> </a:t>
            </a:r>
            <a:r>
              <a:rPr lang="en-US" dirty="0" err="1"/>
              <a:t>eget</a:t>
            </a:r>
            <a:r>
              <a:rPr lang="en-US" dirty="0"/>
              <a:t> </a:t>
            </a:r>
            <a:r>
              <a:rPr lang="en-US" dirty="0" err="1"/>
              <a:t>feugiat</a:t>
            </a:r>
            <a:endParaRPr lang="en-US" dirty="0"/>
          </a:p>
        </p:txBody>
      </p:sp>
      <p:sp>
        <p:nvSpPr>
          <p:cNvPr id="17" name="Text Placeholder 16">
            <a:extLst>
              <a:ext uri="{FF2B5EF4-FFF2-40B4-BE49-F238E27FC236}">
                <a16:creationId xmlns:a16="http://schemas.microsoft.com/office/drawing/2014/main" id="{DE474695-F8D3-C9D2-392B-AD9B910B60B9}"/>
              </a:ext>
            </a:extLst>
          </p:cNvPr>
          <p:cNvSpPr>
            <a:spLocks noGrp="1"/>
          </p:cNvSpPr>
          <p:nvPr>
            <p:ph type="body" sz="quarter" idx="12"/>
          </p:nvPr>
        </p:nvSpPr>
        <p:spPr/>
        <p:txBody>
          <a:bodyPr/>
          <a:lstStyle/>
          <a:p>
            <a:r>
              <a:rPr lang="en-US" dirty="0">
                <a:sym typeface="Arial Black" panose="020B0A04020102020204" pitchFamily="34" charset="0"/>
              </a:rPr>
              <a:t>Lorem ipsum dolor sit </a:t>
            </a:r>
            <a:r>
              <a:rPr lang="en-US" dirty="0" err="1">
                <a:sym typeface="Arial Black" panose="020B0A04020102020204" pitchFamily="34" charset="0"/>
              </a:rPr>
              <a:t>amet</a:t>
            </a:r>
            <a:endParaRPr lang="en-US" dirty="0">
              <a:sym typeface="Arial Black" panose="020B0A04020102020204" pitchFamily="34" charset="0"/>
            </a:endParaRPr>
          </a:p>
        </p:txBody>
      </p:sp>
      <p:sp>
        <p:nvSpPr>
          <p:cNvPr id="18" name="Text Placeholder 17">
            <a:extLst>
              <a:ext uri="{FF2B5EF4-FFF2-40B4-BE49-F238E27FC236}">
                <a16:creationId xmlns:a16="http://schemas.microsoft.com/office/drawing/2014/main" id="{AD0F7333-ED1E-1E7D-EA1F-A951EBEE2D3F}"/>
              </a:ext>
            </a:extLst>
          </p:cNvPr>
          <p:cNvSpPr>
            <a:spLocks noGrp="1"/>
          </p:cNvSpPr>
          <p:nvPr>
            <p:ph type="body" sz="quarter" idx="13"/>
          </p:nvPr>
        </p:nvSpPr>
        <p:spPr/>
        <p:txBody>
          <a:bodyPr/>
          <a:lstStyle/>
          <a:p>
            <a:r>
              <a:rPr lang="en-US" dirty="0">
                <a:sym typeface="Arial Black" panose="020B0A04020102020204" pitchFamily="34" charset="0"/>
              </a:rPr>
              <a:t>lacinia sit </a:t>
            </a:r>
            <a:r>
              <a:rPr lang="en-US" dirty="0" err="1">
                <a:sym typeface="Arial Black" panose="020B0A04020102020204" pitchFamily="34" charset="0"/>
              </a:rPr>
              <a:t>amet</a:t>
            </a:r>
            <a:r>
              <a:rPr lang="en-US" dirty="0">
                <a:sym typeface="Arial Black" panose="020B0A04020102020204" pitchFamily="34" charset="0"/>
              </a:rPr>
              <a:t> vitae </a:t>
            </a:r>
            <a:r>
              <a:rPr lang="en-US" dirty="0" err="1">
                <a:sym typeface="Arial Black" panose="020B0A04020102020204" pitchFamily="34" charset="0"/>
              </a:rPr>
              <a:t>odio</a:t>
            </a:r>
            <a:endParaRPr lang="en-US" dirty="0">
              <a:sym typeface="Arial Black" panose="020B0A04020102020204" pitchFamily="34" charset="0"/>
            </a:endParaRPr>
          </a:p>
        </p:txBody>
      </p:sp>
      <p:sp>
        <p:nvSpPr>
          <p:cNvPr id="6" name="Footer Placeholder 5">
            <a:extLst>
              <a:ext uri="{FF2B5EF4-FFF2-40B4-BE49-F238E27FC236}">
                <a16:creationId xmlns:a16="http://schemas.microsoft.com/office/drawing/2014/main" id="{2EA81220-B365-745F-854B-2814685F3D8F}"/>
              </a:ext>
            </a:extLst>
          </p:cNvPr>
          <p:cNvSpPr>
            <a:spLocks noGrp="1"/>
          </p:cNvSpPr>
          <p:nvPr>
            <p:ph type="ftr" sz="quarter" idx="10"/>
          </p:nvPr>
        </p:nvSpPr>
        <p:spPr/>
        <p:txBody>
          <a:bodyPr/>
          <a:lstStyle/>
          <a:p>
            <a:r>
              <a:rPr lang="en-US" dirty="0"/>
              <a:t>Company Confidential  © 2025 Eli Lilly and Company</a:t>
            </a:r>
          </a:p>
        </p:txBody>
      </p:sp>
      <p:sp>
        <p:nvSpPr>
          <p:cNvPr id="7" name="Slide Number Placeholder 6">
            <a:extLst>
              <a:ext uri="{FF2B5EF4-FFF2-40B4-BE49-F238E27FC236}">
                <a16:creationId xmlns:a16="http://schemas.microsoft.com/office/drawing/2014/main" id="{DFE10627-F71E-88B4-E824-303396CB25BC}"/>
              </a:ext>
            </a:extLst>
          </p:cNvPr>
          <p:cNvSpPr>
            <a:spLocks noGrp="1"/>
          </p:cNvSpPr>
          <p:nvPr>
            <p:ph type="sldNum" sz="quarter" idx="11"/>
          </p:nvPr>
        </p:nvSpPr>
        <p:spPr/>
        <p:txBody>
          <a:bodyPr/>
          <a:lstStyle/>
          <a:p>
            <a:fld id="{00000000-1234-1234-1234-123412341234}" type="slidenum">
              <a:rPr lang="en" smtClean="0"/>
              <a:pPr/>
              <a:t>48</a:t>
            </a:fld>
            <a:endParaRPr lang="en" dirty="0"/>
          </a:p>
        </p:txBody>
      </p:sp>
    </p:spTree>
    <p:extLst>
      <p:ext uri="{BB962C8B-B14F-4D97-AF65-F5344CB8AC3E}">
        <p14:creationId xmlns:p14="http://schemas.microsoft.com/office/powerpoint/2010/main" val="40181125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2CACC1B-21AB-DBFC-0A70-A230E6462013}"/>
              </a:ext>
            </a:extLst>
          </p:cNvPr>
          <p:cNvSpPr>
            <a:spLocks noGrp="1"/>
          </p:cNvSpPr>
          <p:nvPr>
            <p:ph type="title"/>
          </p:nvPr>
        </p:nvSpPr>
        <p:spPr/>
        <p:txBody>
          <a:bodyPr/>
          <a:lstStyle/>
          <a:p>
            <a:r>
              <a:rPr lang="en-US" dirty="0" err="1">
                <a:sym typeface="Times New Roman" panose="02020603050405020304" pitchFamily="18" charset="0"/>
              </a:rPr>
              <a:t>vivamus</a:t>
            </a:r>
            <a:r>
              <a:rPr lang="en-US" dirty="0">
                <a:sym typeface="Times New Roman" panose="02020603050405020304" pitchFamily="18" charset="0"/>
              </a:rPr>
              <a:t> </a:t>
            </a:r>
            <a:r>
              <a:rPr lang="en-US" dirty="0" err="1">
                <a:sym typeface="Times New Roman" panose="02020603050405020304" pitchFamily="18" charset="0"/>
              </a:rPr>
              <a:t>eros</a:t>
            </a:r>
            <a:r>
              <a:rPr lang="en-US" dirty="0">
                <a:sym typeface="Times New Roman" panose="02020603050405020304" pitchFamily="18" charset="0"/>
              </a:rPr>
              <a:t> lacinia sit</a:t>
            </a:r>
            <a:br>
              <a:rPr lang="en-US" dirty="0">
                <a:sym typeface="Times New Roman" panose="02020603050405020304" pitchFamily="18" charset="0"/>
              </a:rPr>
            </a:br>
            <a:r>
              <a:rPr lang="en-US" dirty="0" err="1">
                <a:sym typeface="Times New Roman" panose="02020603050405020304" pitchFamily="18" charset="0"/>
              </a:rPr>
              <a:t>amet</a:t>
            </a:r>
            <a:r>
              <a:rPr lang="en-US" dirty="0">
                <a:sym typeface="Times New Roman" panose="02020603050405020304" pitchFamily="18" charset="0"/>
              </a:rPr>
              <a:t> </a:t>
            </a:r>
            <a:r>
              <a:rPr lang="en-US" dirty="0" err="1">
                <a:sym typeface="Times New Roman" panose="02020603050405020304" pitchFamily="18" charset="0"/>
              </a:rPr>
              <a:t>bibendum</a:t>
            </a:r>
            <a:r>
              <a:rPr lang="en-US" dirty="0">
                <a:sym typeface="Times New Roman" panose="02020603050405020304" pitchFamily="18" charset="0"/>
              </a:rPr>
              <a:t> </a:t>
            </a:r>
            <a:r>
              <a:rPr lang="en-US" dirty="0" err="1">
                <a:sym typeface="Times New Roman" panose="02020603050405020304" pitchFamily="18" charset="0"/>
              </a:rPr>
              <a:t>eget</a:t>
            </a:r>
            <a:r>
              <a:rPr lang="en-US" dirty="0">
                <a:sym typeface="Times New Roman" panose="02020603050405020304" pitchFamily="18" charset="0"/>
              </a:rPr>
              <a:t> </a:t>
            </a:r>
            <a:r>
              <a:rPr lang="en-US" dirty="0" err="1">
                <a:sym typeface="Times New Roman" panose="02020603050405020304" pitchFamily="18" charset="0"/>
              </a:rPr>
              <a:t>feugiat</a:t>
            </a:r>
            <a:r>
              <a:rPr lang="en-US" dirty="0">
                <a:sym typeface="Times New Roman" panose="02020603050405020304" pitchFamily="18" charset="0"/>
              </a:rPr>
              <a:t>.</a:t>
            </a:r>
            <a:endParaRPr lang="en-US"/>
          </a:p>
        </p:txBody>
      </p:sp>
      <p:sp>
        <p:nvSpPr>
          <p:cNvPr id="4" name="Text Placeholder 3">
            <a:extLst>
              <a:ext uri="{FF2B5EF4-FFF2-40B4-BE49-F238E27FC236}">
                <a16:creationId xmlns:a16="http://schemas.microsoft.com/office/drawing/2014/main" id="{D54AD821-5DBC-EB39-F4F0-3B7D658993B1}"/>
              </a:ext>
            </a:extLst>
          </p:cNvPr>
          <p:cNvSpPr>
            <a:spLocks noGrp="1"/>
          </p:cNvSpPr>
          <p:nvPr>
            <p:ph type="body" sz="quarter" idx="13"/>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endParaRPr lang="en-US" dirty="0">
              <a:sym typeface="Arial" panose="020B0604020202020204" pitchFamily="34" charset="0"/>
            </a:endParaRPr>
          </a:p>
        </p:txBody>
      </p:sp>
      <p:sp>
        <p:nvSpPr>
          <p:cNvPr id="2" name="Footer Placeholder 1">
            <a:extLst>
              <a:ext uri="{FF2B5EF4-FFF2-40B4-BE49-F238E27FC236}">
                <a16:creationId xmlns:a16="http://schemas.microsoft.com/office/drawing/2014/main" id="{AFD575F0-6043-73A8-0CE6-BD02CB344566}"/>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52FD497D-21B1-3047-BAD1-503F6F2A9A82}"/>
              </a:ext>
              <a:ext uri="{C183D7F6-B498-43B3-948B-1728B52AA6E4}">
                <adec:decorative xmlns:adec="http://schemas.microsoft.com/office/drawing/2017/decorative" val="0"/>
              </a:ext>
            </a:extLst>
          </p:cNvPr>
          <p:cNvSpPr>
            <a:spLocks noGrp="1"/>
          </p:cNvSpPr>
          <p:nvPr>
            <p:ph type="sldNum" sz="quarter" idx="11"/>
          </p:nvPr>
        </p:nvSpPr>
        <p:spPr/>
        <p:txBody>
          <a:bodyPr/>
          <a:lstStyle/>
          <a:p>
            <a:fld id="{48135D20-C3A1-FF4C-B4DB-BE449A9B144D}" type="slidenum">
              <a:rPr lang="en-US"/>
              <a:pPr/>
              <a:t>49</a:t>
            </a:fld>
            <a:endParaRPr lang="en-US"/>
          </a:p>
        </p:txBody>
      </p:sp>
    </p:spTree>
    <p:extLst>
      <p:ext uri="{BB962C8B-B14F-4D97-AF65-F5344CB8AC3E}">
        <p14:creationId xmlns:p14="http://schemas.microsoft.com/office/powerpoint/2010/main" val="34005789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2494-0819-1AFC-8D4D-CC990023926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6DEC0D2-2048-51F5-4098-2A2778288DB9}"/>
              </a:ext>
            </a:extLst>
          </p:cNvPr>
          <p:cNvSpPr>
            <a:spLocks noGrp="1"/>
          </p:cNvSpPr>
          <p:nvPr>
            <p:ph type="title"/>
          </p:nvPr>
        </p:nvSpPr>
        <p:spPr/>
        <p:txBody>
          <a:bodyPr>
            <a:normAutofit/>
          </a:bodyPr>
          <a:lstStyle/>
          <a:p>
            <a:r>
              <a:rPr lang="en-US"/>
              <a:t>Lorem ipsum dolor, </a:t>
            </a:r>
            <a:br>
              <a:rPr lang="en-US"/>
            </a:br>
            <a:r>
              <a:rPr lang="en-US"/>
              <a:t>sit amet bibendum</a:t>
            </a:r>
          </a:p>
        </p:txBody>
      </p:sp>
      <p:sp>
        <p:nvSpPr>
          <p:cNvPr id="11" name="Text Placeholder 10">
            <a:extLst>
              <a:ext uri="{FF2B5EF4-FFF2-40B4-BE49-F238E27FC236}">
                <a16:creationId xmlns:a16="http://schemas.microsoft.com/office/drawing/2014/main" id="{7CA88329-2F7E-7C74-A36A-CFE73E11EB74}"/>
              </a:ext>
            </a:extLst>
          </p:cNvPr>
          <p:cNvSpPr>
            <a:spLocks noGrp="1"/>
          </p:cNvSpPr>
          <p:nvPr>
            <p:ph type="body" sz="quarter" idx="13"/>
          </p:nvPr>
        </p:nvSpPr>
        <p:spPr/>
        <p:txBody>
          <a:bodyPr/>
          <a:lstStyle/>
          <a:p>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eros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a:t>
            </a:r>
          </a:p>
        </p:txBody>
      </p:sp>
      <p:sp>
        <p:nvSpPr>
          <p:cNvPr id="2" name="Footer Placeholder 1">
            <a:extLst>
              <a:ext uri="{FF2B5EF4-FFF2-40B4-BE49-F238E27FC236}">
                <a16:creationId xmlns:a16="http://schemas.microsoft.com/office/drawing/2014/main" id="{943CD265-BA5D-540C-8D4F-5395CEF5CE5D}"/>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1F9E9AB-B1EE-9025-9D6A-D509140EDF54}"/>
              </a:ext>
            </a:extLst>
          </p:cNvPr>
          <p:cNvSpPr>
            <a:spLocks noGrp="1"/>
          </p:cNvSpPr>
          <p:nvPr>
            <p:ph type="sldNum" sz="quarter" idx="11"/>
          </p:nvPr>
        </p:nvSpPr>
        <p:spPr/>
        <p:txBody>
          <a:bodyPr/>
          <a:lstStyle/>
          <a:p>
            <a:fld id="{48135D20-C3A1-FF4C-B4DB-BE449A9B144D}" type="slidenum">
              <a:rPr lang="en-US"/>
              <a:pPr/>
              <a:t>50</a:t>
            </a:fld>
            <a:endParaRPr lang="en-US"/>
          </a:p>
        </p:txBody>
      </p:sp>
    </p:spTree>
    <p:extLst>
      <p:ext uri="{BB962C8B-B14F-4D97-AF65-F5344CB8AC3E}">
        <p14:creationId xmlns:p14="http://schemas.microsoft.com/office/powerpoint/2010/main" val="3945754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914F-E23B-B16E-C682-7688E621DC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E9D9CC-39CD-CFDC-1628-E1C8D78381EF}"/>
              </a:ext>
            </a:extLst>
          </p:cNvPr>
          <p:cNvSpPr>
            <a:spLocks noGrp="1"/>
          </p:cNvSpPr>
          <p:nvPr>
            <p:ph type="title"/>
          </p:nvPr>
        </p:nvSpPr>
        <p:spPr/>
        <p:txBody>
          <a:bodyPr>
            <a:normAutofit/>
          </a:bodyPr>
          <a:lstStyle/>
          <a:p>
            <a:r>
              <a:rPr lang="en-US"/>
              <a:t>Lorem ipsum dolor, </a:t>
            </a:r>
            <a:br>
              <a:rPr lang="en-US"/>
            </a:br>
            <a:r>
              <a:rPr lang="en-US"/>
              <a:t>sit amet bibendum </a:t>
            </a:r>
          </a:p>
        </p:txBody>
      </p:sp>
      <p:sp>
        <p:nvSpPr>
          <p:cNvPr id="2" name="Footer Placeholder 1">
            <a:extLst>
              <a:ext uri="{FF2B5EF4-FFF2-40B4-BE49-F238E27FC236}">
                <a16:creationId xmlns:a16="http://schemas.microsoft.com/office/drawing/2014/main" id="{8EC7983E-5818-57D1-ABD5-BF09E0364A1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9FFE7713-B80F-17E1-83DE-47E140E0EC1F}"/>
              </a:ext>
            </a:extLst>
          </p:cNvPr>
          <p:cNvSpPr>
            <a:spLocks noGrp="1"/>
          </p:cNvSpPr>
          <p:nvPr>
            <p:ph type="sldNum" sz="quarter" idx="11"/>
          </p:nvPr>
        </p:nvSpPr>
        <p:spPr/>
        <p:txBody>
          <a:bodyPr/>
          <a:lstStyle/>
          <a:p>
            <a:fld id="{48135D20-C3A1-FF4C-B4DB-BE449A9B144D}" type="slidenum">
              <a:rPr lang="en-US"/>
              <a:pPr/>
              <a:t>51</a:t>
            </a:fld>
            <a:endParaRPr lang="en-US"/>
          </a:p>
        </p:txBody>
      </p:sp>
    </p:spTree>
    <p:extLst>
      <p:ext uri="{BB962C8B-B14F-4D97-AF65-F5344CB8AC3E}">
        <p14:creationId xmlns:p14="http://schemas.microsoft.com/office/powerpoint/2010/main" val="36660150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79D6B-7DD2-3E5E-A68B-36D1ECA778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927F9F-339E-6999-1E53-A8153C4A1A1A}"/>
              </a:ext>
            </a:extLst>
          </p:cNvPr>
          <p:cNvSpPr>
            <a:spLocks noGrp="1"/>
          </p:cNvSpPr>
          <p:nvPr>
            <p:ph type="title"/>
          </p:nvPr>
        </p:nvSpPr>
        <p:spPr/>
        <p:txBody>
          <a:bodyPr>
            <a:normAutofit/>
          </a:bodyPr>
          <a:lstStyle/>
          <a:p>
            <a:r>
              <a:rPr lang="en-US"/>
              <a:t>Vivamus eros</a:t>
            </a:r>
            <a:br>
              <a:rPr lang="en-US"/>
            </a:br>
            <a:r>
              <a:rPr lang="en-US"/>
              <a:t>lacinia sit amet</a:t>
            </a:r>
            <a:br>
              <a:rPr lang="en-US"/>
            </a:br>
            <a:r>
              <a:rPr lang="en-US">
                <a:solidFill>
                  <a:schemeClr val="accent1"/>
                </a:solidFill>
              </a:rPr>
              <a:t>bibendum</a:t>
            </a:r>
            <a:r>
              <a:rPr lang="en-US"/>
              <a:t> eget</a:t>
            </a:r>
            <a:br>
              <a:rPr lang="en-US"/>
            </a:br>
            <a:r>
              <a:rPr lang="en-US"/>
              <a:t>feugiat vitae odio.</a:t>
            </a:r>
          </a:p>
        </p:txBody>
      </p:sp>
      <p:sp>
        <p:nvSpPr>
          <p:cNvPr id="9" name="Text Placeholder 8">
            <a:extLst>
              <a:ext uri="{FF2B5EF4-FFF2-40B4-BE49-F238E27FC236}">
                <a16:creationId xmlns:a16="http://schemas.microsoft.com/office/drawing/2014/main" id="{5497929E-F3A2-F5CD-BDF3-9AC92FD6ECE0}"/>
              </a:ext>
            </a:extLst>
          </p:cNvPr>
          <p:cNvSpPr>
            <a:spLocks noGrp="1"/>
          </p:cNvSpPr>
          <p:nvPr>
            <p:ph type="body" sz="quarter" idx="13"/>
          </p:nvPr>
        </p:nvSpPr>
        <p:spPr>
          <a:xfrm>
            <a:off x="611189" y="490538"/>
            <a:ext cx="3433274" cy="527050"/>
          </a:xfrm>
        </p:spPr>
        <p:txBody>
          <a:bodyPr/>
          <a:lstStyle/>
          <a:p>
            <a:r>
              <a:rPr lang="en-US" dirty="0">
                <a:sym typeface="Arial Black" panose="020B0A04020102020204" pitchFamily="34" charset="0"/>
              </a:rPr>
              <a:t>Lorem ipsum dolor sit amet, consectetur adipiscing elit.</a:t>
            </a:r>
          </a:p>
        </p:txBody>
      </p:sp>
      <p:sp>
        <p:nvSpPr>
          <p:cNvPr id="2" name="Footer Placeholder 1">
            <a:extLst>
              <a:ext uri="{FF2B5EF4-FFF2-40B4-BE49-F238E27FC236}">
                <a16:creationId xmlns:a16="http://schemas.microsoft.com/office/drawing/2014/main" id="{8628B820-69C5-0D45-FC58-D3840F53CB5A}"/>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77510EC-D66D-7FC9-AB37-BE92688BF447}"/>
              </a:ext>
            </a:extLst>
          </p:cNvPr>
          <p:cNvSpPr>
            <a:spLocks noGrp="1"/>
          </p:cNvSpPr>
          <p:nvPr>
            <p:ph type="sldNum" sz="quarter" idx="11"/>
          </p:nvPr>
        </p:nvSpPr>
        <p:spPr/>
        <p:txBody>
          <a:bodyPr/>
          <a:lstStyle/>
          <a:p>
            <a:fld id="{48135D20-C3A1-FF4C-B4DB-BE449A9B144D}" type="slidenum">
              <a:rPr lang="en-US"/>
              <a:pPr/>
              <a:t>52</a:t>
            </a:fld>
            <a:endParaRPr lang="en-US"/>
          </a:p>
        </p:txBody>
      </p:sp>
    </p:spTree>
    <p:extLst>
      <p:ext uri="{BB962C8B-B14F-4D97-AF65-F5344CB8AC3E}">
        <p14:creationId xmlns:p14="http://schemas.microsoft.com/office/powerpoint/2010/main" val="41355309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9454-037D-7478-CB3D-96A5D95F43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1A7A72-2576-D0D9-32B8-48A88D46C5D8}"/>
              </a:ext>
            </a:extLst>
          </p:cNvPr>
          <p:cNvSpPr>
            <a:spLocks noGrp="1"/>
          </p:cNvSpPr>
          <p:nvPr>
            <p:ph type="title"/>
          </p:nvPr>
        </p:nvSpPr>
        <p:spPr/>
        <p:txBody>
          <a:bodyPr>
            <a:normAutofit/>
          </a:bodyPr>
          <a:lstStyle/>
          <a:p>
            <a:r>
              <a:rPr lang="en-US" dirty="0">
                <a:sym typeface="Times New Roman" panose="02020603050405020304" pitchFamily="18" charset="0"/>
              </a:rPr>
              <a:t>Lorem ipsum dolor sit?</a:t>
            </a:r>
          </a:p>
        </p:txBody>
      </p:sp>
      <p:sp>
        <p:nvSpPr>
          <p:cNvPr id="2" name="Footer Placeholder 1">
            <a:extLst>
              <a:ext uri="{FF2B5EF4-FFF2-40B4-BE49-F238E27FC236}">
                <a16:creationId xmlns:a16="http://schemas.microsoft.com/office/drawing/2014/main" id="{4318AC7E-355B-BF06-BF62-05A965A01AE0}"/>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8D5C9E16-B497-CDCA-290E-EEA5144D6C58}"/>
              </a:ext>
            </a:extLst>
          </p:cNvPr>
          <p:cNvSpPr>
            <a:spLocks noGrp="1"/>
          </p:cNvSpPr>
          <p:nvPr>
            <p:ph type="sldNum" sz="quarter" idx="11"/>
          </p:nvPr>
        </p:nvSpPr>
        <p:spPr/>
        <p:txBody>
          <a:bodyPr/>
          <a:lstStyle/>
          <a:p>
            <a:fld id="{48135D20-C3A1-FF4C-B4DB-BE449A9B144D}" type="slidenum">
              <a:rPr lang="en-US"/>
              <a:pPr/>
              <a:t>53</a:t>
            </a:fld>
            <a:endParaRPr lang="en-US"/>
          </a:p>
        </p:txBody>
      </p:sp>
    </p:spTree>
    <p:extLst>
      <p:ext uri="{BB962C8B-B14F-4D97-AF65-F5344CB8AC3E}">
        <p14:creationId xmlns:p14="http://schemas.microsoft.com/office/powerpoint/2010/main" val="2055921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8DBC161C-978A-568F-3A9E-6912B8C30925}"/>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t="124" b="124"/>
          <a:stretch>
            <a:fillRect/>
          </a:stretch>
        </p:blipFill>
        <p:spPr/>
      </p:pic>
      <p:sp>
        <p:nvSpPr>
          <p:cNvPr id="4" name="Title 3">
            <a:extLst>
              <a:ext uri="{FF2B5EF4-FFF2-40B4-BE49-F238E27FC236}">
                <a16:creationId xmlns:a16="http://schemas.microsoft.com/office/drawing/2014/main" id="{67B4476A-8CB6-F779-91EB-C54A96DBB2BD}"/>
              </a:ext>
            </a:extLst>
          </p:cNvPr>
          <p:cNvSpPr>
            <a:spLocks noGrp="1"/>
          </p:cNvSpPr>
          <p:nvPr>
            <p:ph type="title"/>
          </p:nvPr>
        </p:nvSpPr>
        <p:spPr>
          <a:xfrm>
            <a:off x="3619500" y="1924050"/>
            <a:ext cx="4953000" cy="3009900"/>
          </a:xfrm>
        </p:spPr>
        <p:txBody>
          <a:bodyPr/>
          <a:lstStyle/>
          <a:p>
            <a:r>
              <a:rPr lang="en-US" dirty="0">
                <a:sym typeface="Times New Roman" panose="02020603050405020304" pitchFamily="18" charset="0"/>
              </a:rPr>
              <a:t>Lorem ipsum</a:t>
            </a:r>
            <a:br>
              <a:rPr lang="en-US" dirty="0">
                <a:sym typeface="Times New Roman" panose="02020603050405020304" pitchFamily="18" charset="0"/>
              </a:rPr>
            </a:br>
            <a:r>
              <a:rPr lang="en-US" dirty="0">
                <a:sym typeface="Times New Roman" panose="02020603050405020304" pitchFamily="18" charset="0"/>
              </a:rPr>
              <a:t>dolor sit </a:t>
            </a:r>
            <a:r>
              <a:rPr lang="en-US" dirty="0" err="1">
                <a:sym typeface="Times New Roman" panose="02020603050405020304" pitchFamily="18" charset="0"/>
              </a:rPr>
              <a:t>amet</a:t>
            </a:r>
            <a:r>
              <a:rPr lang="en-US" dirty="0">
                <a:sym typeface="Times New Roman" panose="02020603050405020304" pitchFamily="18" charset="0"/>
              </a:rPr>
              <a:t>,</a:t>
            </a:r>
            <a:br>
              <a:rPr lang="en-US" dirty="0">
                <a:sym typeface="Times New Roman" panose="02020603050405020304" pitchFamily="18" charset="0"/>
              </a:rPr>
            </a:br>
            <a:r>
              <a:rPr lang="en-US" dirty="0" err="1">
                <a:sym typeface="Times New Roman" panose="02020603050405020304" pitchFamily="18" charset="0"/>
              </a:rPr>
              <a:t>consectetur</a:t>
            </a:r>
            <a:br>
              <a:rPr lang="en-US" dirty="0">
                <a:sym typeface="Times New Roman" panose="02020603050405020304" pitchFamily="18" charset="0"/>
              </a:rPr>
            </a:br>
            <a:r>
              <a:rPr lang="en-US" dirty="0" err="1">
                <a:sym typeface="Times New Roman" panose="02020603050405020304" pitchFamily="18" charset="0"/>
              </a:rPr>
              <a:t>adipiscing</a:t>
            </a:r>
            <a:r>
              <a:rPr lang="en-US" dirty="0">
                <a:sym typeface="Times New Roman" panose="02020603050405020304" pitchFamily="18" charset="0"/>
              </a:rPr>
              <a:t> </a:t>
            </a:r>
            <a:r>
              <a:rPr lang="en-US" dirty="0" err="1">
                <a:sym typeface="Times New Roman" panose="02020603050405020304" pitchFamily="18" charset="0"/>
              </a:rPr>
              <a:t>elit</a:t>
            </a:r>
            <a:endParaRPr lang="en-US"/>
          </a:p>
        </p:txBody>
      </p:sp>
      <p:pic>
        <p:nvPicPr>
          <p:cNvPr id="5" name="Graphic 4" descr="Lilly Logo">
            <a:extLst>
              <a:ext uri="{FF2B5EF4-FFF2-40B4-BE49-F238E27FC236}">
                <a16:creationId xmlns:a16="http://schemas.microsoft.com/office/drawing/2014/main" id="{4AF44829-3DE9-F28D-FBF8-A07A0E5F310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17" name="TextBox 16">
            <a:extLst>
              <a:ext uri="{FF2B5EF4-FFF2-40B4-BE49-F238E27FC236}">
                <a16:creationId xmlns:a16="http://schemas.microsoft.com/office/drawing/2014/main" id="{92D01437-A832-5C53-CA52-6A08A8FB0F54}"/>
              </a:ext>
            </a:extLst>
          </p:cNvPr>
          <p:cNvSpPr txBox="1"/>
          <p:nvPr/>
        </p:nvSpPr>
        <p:spPr>
          <a:xfrm>
            <a:off x="9326881" y="100584"/>
            <a:ext cx="2762383" cy="585994"/>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customize this slide.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
        <p:nvSpPr>
          <p:cNvPr id="2" name="Footer Placeholder 1">
            <a:extLst>
              <a:ext uri="{FF2B5EF4-FFF2-40B4-BE49-F238E27FC236}">
                <a16:creationId xmlns:a16="http://schemas.microsoft.com/office/drawing/2014/main" id="{93071E00-49D6-FD02-4788-381889704B5D}"/>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60555D22-2BC8-86C9-9C3D-3DB850BDD909}"/>
              </a:ext>
            </a:extLst>
          </p:cNvPr>
          <p:cNvSpPr>
            <a:spLocks noGrp="1"/>
          </p:cNvSpPr>
          <p:nvPr>
            <p:ph type="sldNum" idx="11"/>
          </p:nvPr>
        </p:nvSpPr>
        <p:spPr/>
        <p:txBody>
          <a:bodyPr/>
          <a:lstStyle/>
          <a:p>
            <a:fld id="{00000000-1234-1234-1234-123412341234}" type="slidenum">
              <a:rPr lang="en" smtClean="0"/>
              <a:pPr/>
              <a:t>54</a:t>
            </a:fld>
            <a:endParaRPr lang="en" dirty="0"/>
          </a:p>
        </p:txBody>
      </p:sp>
    </p:spTree>
    <p:extLst>
      <p:ext uri="{BB962C8B-B14F-4D97-AF65-F5344CB8AC3E}">
        <p14:creationId xmlns:p14="http://schemas.microsoft.com/office/powerpoint/2010/main" val="3440989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1324524-E974-1BC3-89B1-ED2C70C39EA5}"/>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Dynamic big statement divided slide</a:t>
            </a:r>
          </a:p>
        </p:txBody>
      </p:sp>
      <p:sp>
        <p:nvSpPr>
          <p:cNvPr id="113" name="TextBox 112">
            <a:extLst>
              <a:ext uri="{FF2B5EF4-FFF2-40B4-BE49-F238E27FC236}">
                <a16:creationId xmlns:a16="http://schemas.microsoft.com/office/drawing/2014/main" id="{3B00455A-7103-8782-573F-DDD703AF5F28}"/>
              </a:ext>
            </a:extLst>
          </p:cNvPr>
          <p:cNvSpPr txBox="1"/>
          <p:nvPr/>
        </p:nvSpPr>
        <p:spPr>
          <a:xfrm>
            <a:off x="9326881" y="100584"/>
            <a:ext cx="2762383" cy="585994"/>
          </a:xfrm>
          <a:prstGeom prst="rect">
            <a:avLst/>
          </a:prstGeom>
          <a:solidFill>
            <a:srgbClr val="FFFF00"/>
          </a:solidFill>
          <a:ln w="9525">
            <a:solidFill>
              <a:srgbClr val="FFC000"/>
            </a:solidFill>
            <a:prstDash val="sysDot"/>
          </a:ln>
        </p:spPr>
        <p:txBody>
          <a:bodyPr wrap="square" lIns="121920" tIns="60960" rIns="60960" bIns="60960" rtlCol="0" anchor="b">
            <a:spAutoFit/>
          </a:bodyPr>
          <a:lstStyle/>
          <a:p>
            <a:pPr>
              <a:lnSpc>
                <a:spcPct val="90000"/>
              </a:lnSpc>
              <a:spcBef>
                <a:spcPts val="800"/>
              </a:spcBef>
            </a:pPr>
            <a:r>
              <a:rPr lang="en-US" sz="867" b="1" dirty="0">
                <a:solidFill>
                  <a:srgbClr val="002060"/>
                </a:solidFill>
                <a:latin typeface="Arial" panose="020B0604020202020204" pitchFamily="34" charset="0"/>
              </a:rPr>
              <a:t>Note: </a:t>
            </a:r>
            <a:r>
              <a:rPr lang="en-US" sz="867" dirty="0">
                <a:solidFill>
                  <a:srgbClr val="002060"/>
                </a:solidFill>
                <a:latin typeface="Arial" panose="020B0604020202020204" pitchFamily="34" charset="0"/>
              </a:rPr>
              <a:t>The speaker notes for this slide include instructions on how to customize this slide.</a:t>
            </a:r>
          </a:p>
          <a:p>
            <a:pPr>
              <a:lnSpc>
                <a:spcPct val="90000"/>
              </a:lnSpc>
              <a:spcBef>
                <a:spcPts val="800"/>
              </a:spcBef>
            </a:pPr>
            <a:r>
              <a:rPr lang="en-US" sz="867" b="1" dirty="0">
                <a:solidFill>
                  <a:srgbClr val="002060"/>
                </a:solidFill>
                <a:latin typeface="Arial" panose="020B0604020202020204" pitchFamily="34" charset="0"/>
              </a:rPr>
              <a:t>Remember to remove this text box.</a:t>
            </a:r>
          </a:p>
        </p:txBody>
      </p:sp>
      <p:sp>
        <p:nvSpPr>
          <p:cNvPr id="4" name="Text Placeholder 3">
            <a:extLst>
              <a:ext uri="{FF2B5EF4-FFF2-40B4-BE49-F238E27FC236}">
                <a16:creationId xmlns:a16="http://schemas.microsoft.com/office/drawing/2014/main" id="{A5781057-83BF-C9BB-92BD-84E829F1A046}"/>
              </a:ext>
            </a:extLst>
          </p:cNvPr>
          <p:cNvSpPr>
            <a:spLocks noGrp="1"/>
          </p:cNvSpPr>
          <p:nvPr>
            <p:ph type="body" sz="quarter" idx="12"/>
          </p:nvPr>
        </p:nvSpPr>
        <p:spPr/>
        <p:txBody>
          <a:bodyPr/>
          <a:lstStyle/>
          <a:p>
            <a:r>
              <a:rPr lang="en-US"/>
              <a:t>Big Statement Line 1</a:t>
            </a:r>
          </a:p>
        </p:txBody>
      </p:sp>
      <p:sp>
        <p:nvSpPr>
          <p:cNvPr id="5" name="Text Placeholder 4">
            <a:extLst>
              <a:ext uri="{FF2B5EF4-FFF2-40B4-BE49-F238E27FC236}">
                <a16:creationId xmlns:a16="http://schemas.microsoft.com/office/drawing/2014/main" id="{82FBD494-75CE-8117-15B8-528AAACE631B}"/>
              </a:ext>
            </a:extLst>
          </p:cNvPr>
          <p:cNvSpPr>
            <a:spLocks noGrp="1"/>
          </p:cNvSpPr>
          <p:nvPr>
            <p:ph type="body" sz="quarter" idx="13"/>
          </p:nvPr>
        </p:nvSpPr>
        <p:spPr/>
        <p:txBody>
          <a:bodyPr/>
          <a:lstStyle/>
          <a:p>
            <a:r>
              <a:rPr lang="en-US"/>
              <a:t>big Statement Line 2</a:t>
            </a:r>
          </a:p>
        </p:txBody>
      </p:sp>
      <p:sp>
        <p:nvSpPr>
          <p:cNvPr id="6" name="Text Placeholder 5">
            <a:extLst>
              <a:ext uri="{FF2B5EF4-FFF2-40B4-BE49-F238E27FC236}">
                <a16:creationId xmlns:a16="http://schemas.microsoft.com/office/drawing/2014/main" id="{7FBBFDA1-EF07-2B4E-86AB-C8709679C15B}"/>
              </a:ext>
            </a:extLst>
          </p:cNvPr>
          <p:cNvSpPr>
            <a:spLocks noGrp="1"/>
          </p:cNvSpPr>
          <p:nvPr>
            <p:ph type="body" sz="quarter" idx="14"/>
          </p:nvPr>
        </p:nvSpPr>
        <p:spPr/>
        <p:txBody>
          <a:bodyPr/>
          <a:lstStyle/>
          <a:p>
            <a:r>
              <a:rPr lang="en-US"/>
              <a:t>big Statement Line 3</a:t>
            </a:r>
          </a:p>
        </p:txBody>
      </p:sp>
      <p:sp>
        <p:nvSpPr>
          <p:cNvPr id="7" name="Text Placeholder 6">
            <a:extLst>
              <a:ext uri="{FF2B5EF4-FFF2-40B4-BE49-F238E27FC236}">
                <a16:creationId xmlns:a16="http://schemas.microsoft.com/office/drawing/2014/main" id="{81FDE4F0-F4A5-0369-4A0A-6D9504532C2A}"/>
              </a:ext>
            </a:extLst>
          </p:cNvPr>
          <p:cNvSpPr>
            <a:spLocks noGrp="1"/>
          </p:cNvSpPr>
          <p:nvPr>
            <p:ph type="body" sz="quarter" idx="15"/>
          </p:nvPr>
        </p:nvSpPr>
        <p:spPr/>
        <p:txBody>
          <a:bodyPr/>
          <a:lstStyle/>
          <a:p>
            <a:r>
              <a:rPr lang="en-US"/>
              <a:t>up to 4 lines each side</a:t>
            </a:r>
          </a:p>
        </p:txBody>
      </p:sp>
      <p:sp>
        <p:nvSpPr>
          <p:cNvPr id="81" name="SmartArt Placeholder 80" descr="Statement line list">
            <a:extLst>
              <a:ext uri="{FF2B5EF4-FFF2-40B4-BE49-F238E27FC236}">
                <a16:creationId xmlns:a16="http://schemas.microsoft.com/office/drawing/2014/main" id="{5A86888E-2195-E6DC-DC77-FB3DA2342534}"/>
              </a:ext>
            </a:extLst>
          </p:cNvPr>
          <p:cNvSpPr>
            <a:spLocks noGrp="1"/>
          </p:cNvSpPr>
          <p:nvPr>
            <p:ph type="dgm" sz="quarter" idx="23"/>
          </p:nvPr>
        </p:nvSpPr>
        <p:spPr/>
        <p:txBody>
          <a:bodyPr/>
          <a:lstStyle/>
          <a:p>
            <a:r>
              <a:rPr lang="en-US"/>
              <a:t>  </a:t>
            </a:r>
          </a:p>
          <a:p>
            <a:endParaRPr lang="en-US"/>
          </a:p>
        </p:txBody>
      </p:sp>
      <p:sp>
        <p:nvSpPr>
          <p:cNvPr id="8" name="Text Placeholder 7">
            <a:extLst>
              <a:ext uri="{FF2B5EF4-FFF2-40B4-BE49-F238E27FC236}">
                <a16:creationId xmlns:a16="http://schemas.microsoft.com/office/drawing/2014/main" id="{877C0FE0-6182-2A7D-63A1-803DB875335B}"/>
              </a:ext>
            </a:extLst>
          </p:cNvPr>
          <p:cNvSpPr>
            <a:spLocks noGrp="1"/>
          </p:cNvSpPr>
          <p:nvPr>
            <p:ph type="body" sz="quarter" idx="18"/>
          </p:nvPr>
        </p:nvSpPr>
        <p:spPr/>
        <p:txBody>
          <a:bodyPr/>
          <a:lstStyle/>
          <a:p>
            <a:r>
              <a:rPr lang="en-US"/>
              <a:t>big Statement Line 5</a:t>
            </a:r>
          </a:p>
        </p:txBody>
      </p:sp>
      <p:sp>
        <p:nvSpPr>
          <p:cNvPr id="9" name="Text Placeholder 8">
            <a:extLst>
              <a:ext uri="{FF2B5EF4-FFF2-40B4-BE49-F238E27FC236}">
                <a16:creationId xmlns:a16="http://schemas.microsoft.com/office/drawing/2014/main" id="{47781360-24DC-C938-D8CF-C4F45BF57A40}"/>
              </a:ext>
            </a:extLst>
          </p:cNvPr>
          <p:cNvSpPr>
            <a:spLocks noGrp="1"/>
          </p:cNvSpPr>
          <p:nvPr>
            <p:ph type="body" sz="quarter" idx="19"/>
          </p:nvPr>
        </p:nvSpPr>
        <p:spPr/>
        <p:txBody>
          <a:bodyPr/>
          <a:lstStyle/>
          <a:p>
            <a:r>
              <a:rPr lang="en-US"/>
              <a:t>big Statement Line 6</a:t>
            </a:r>
          </a:p>
        </p:txBody>
      </p:sp>
      <p:sp>
        <p:nvSpPr>
          <p:cNvPr id="10" name="Text Placeholder 9">
            <a:extLst>
              <a:ext uri="{FF2B5EF4-FFF2-40B4-BE49-F238E27FC236}">
                <a16:creationId xmlns:a16="http://schemas.microsoft.com/office/drawing/2014/main" id="{87DE2A75-EE78-B84C-279D-63D6DFA941C2}"/>
              </a:ext>
            </a:extLst>
          </p:cNvPr>
          <p:cNvSpPr>
            <a:spLocks noGrp="1"/>
          </p:cNvSpPr>
          <p:nvPr>
            <p:ph type="body" sz="quarter" idx="20"/>
          </p:nvPr>
        </p:nvSpPr>
        <p:spPr/>
        <p:txBody>
          <a:bodyPr/>
          <a:lstStyle/>
          <a:p>
            <a:r>
              <a:rPr lang="en-US"/>
              <a:t>big Statement Line 7</a:t>
            </a:r>
          </a:p>
        </p:txBody>
      </p:sp>
      <p:sp>
        <p:nvSpPr>
          <p:cNvPr id="11" name="Text Placeholder 10">
            <a:extLst>
              <a:ext uri="{FF2B5EF4-FFF2-40B4-BE49-F238E27FC236}">
                <a16:creationId xmlns:a16="http://schemas.microsoft.com/office/drawing/2014/main" id="{383F4AAE-3FF6-D259-463B-345F221F4CC6}"/>
              </a:ext>
            </a:extLst>
          </p:cNvPr>
          <p:cNvSpPr>
            <a:spLocks noGrp="1"/>
          </p:cNvSpPr>
          <p:nvPr>
            <p:ph type="body" sz="quarter" idx="21"/>
          </p:nvPr>
        </p:nvSpPr>
        <p:spPr/>
        <p:txBody>
          <a:bodyPr/>
          <a:lstStyle/>
          <a:p>
            <a:r>
              <a:rPr lang="en-US"/>
              <a:t>up to 4 lines each side</a:t>
            </a:r>
          </a:p>
        </p:txBody>
      </p:sp>
      <p:sp>
        <p:nvSpPr>
          <p:cNvPr id="2" name="Footer Placeholder 1">
            <a:extLst>
              <a:ext uri="{FF2B5EF4-FFF2-40B4-BE49-F238E27FC236}">
                <a16:creationId xmlns:a16="http://schemas.microsoft.com/office/drawing/2014/main" id="{9414D1D1-7AE8-A6C6-A47C-3A794117C474}"/>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A2AE3C48-448C-04E1-8CB7-C623B4C70F20}"/>
              </a:ext>
            </a:extLst>
          </p:cNvPr>
          <p:cNvSpPr>
            <a:spLocks noGrp="1"/>
          </p:cNvSpPr>
          <p:nvPr>
            <p:ph type="sldNum" idx="11"/>
          </p:nvPr>
        </p:nvSpPr>
        <p:spPr/>
        <p:txBody>
          <a:bodyPr/>
          <a:lstStyle/>
          <a:p>
            <a:fld id="{00000000-1234-1234-1234-123412341234}" type="slidenum">
              <a:rPr lang="en" smtClean="0"/>
              <a:pPr/>
              <a:t>55</a:t>
            </a:fld>
            <a:endParaRPr lang="en" dirty="0"/>
          </a:p>
        </p:txBody>
      </p:sp>
    </p:spTree>
    <p:extLst>
      <p:ext uri="{BB962C8B-B14F-4D97-AF65-F5344CB8AC3E}">
        <p14:creationId xmlns:p14="http://schemas.microsoft.com/office/powerpoint/2010/main" val="32858169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1D137D-30FE-8992-F68D-39A78AEA169D}"/>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From and To divided slide</a:t>
            </a:r>
          </a:p>
        </p:txBody>
      </p:sp>
      <p:sp>
        <p:nvSpPr>
          <p:cNvPr id="11" name="Text Placeholder 10">
            <a:extLst>
              <a:ext uri="{FF2B5EF4-FFF2-40B4-BE49-F238E27FC236}">
                <a16:creationId xmlns:a16="http://schemas.microsoft.com/office/drawing/2014/main" id="{AECB752A-DE2E-2235-CDCB-C53CE47C3154}"/>
              </a:ext>
            </a:extLst>
          </p:cNvPr>
          <p:cNvSpPr>
            <a:spLocks noGrp="1"/>
          </p:cNvSpPr>
          <p:nvPr>
            <p:ph type="body" sz="quarter" idx="14"/>
          </p:nvPr>
        </p:nvSpPr>
        <p:spPr/>
        <p:txBody>
          <a:bodyPr/>
          <a:lstStyle/>
          <a:p>
            <a:r>
              <a:rPr lang="en-US"/>
              <a:t>from</a:t>
            </a:r>
          </a:p>
        </p:txBody>
      </p:sp>
      <p:sp>
        <p:nvSpPr>
          <p:cNvPr id="10" name="Text Placeholder 9">
            <a:extLst>
              <a:ext uri="{FF2B5EF4-FFF2-40B4-BE49-F238E27FC236}">
                <a16:creationId xmlns:a16="http://schemas.microsoft.com/office/drawing/2014/main" id="{FFCE5793-E4DA-5CD4-7E84-E889BEC00588}"/>
              </a:ext>
            </a:extLst>
          </p:cNvPr>
          <p:cNvSpPr>
            <a:spLocks noGrp="1"/>
          </p:cNvSpPr>
          <p:nvPr>
            <p:ph type="body" sz="quarter" idx="12"/>
          </p:nvPr>
        </p:nvSpPr>
        <p:spPr/>
        <p:txBody>
          <a:bodyPr/>
          <a:lstStyle/>
          <a:p>
            <a:r>
              <a:rPr lang="en-US" dirty="0">
                <a:sym typeface="Arial Black" panose="020B0A04020102020204" pitchFamily="34" charset="0"/>
              </a:rPr>
              <a:t>LOREM </a:t>
            </a:r>
            <a:br>
              <a:rPr lang="en-US" dirty="0">
                <a:sym typeface="Arial Black" panose="020B0A04020102020204" pitchFamily="34" charset="0"/>
              </a:rPr>
            </a:br>
            <a:r>
              <a:rPr lang="en-US" dirty="0">
                <a:sym typeface="Arial Black" panose="020B0A04020102020204" pitchFamily="34" charset="0"/>
              </a:rPr>
              <a:t>IPSUM</a:t>
            </a:r>
            <a:br>
              <a:rPr lang="en-US" dirty="0">
                <a:sym typeface="Arial Black" panose="020B0A04020102020204" pitchFamily="34" charset="0"/>
              </a:rPr>
            </a:br>
            <a:r>
              <a:rPr lang="en-US" dirty="0">
                <a:sym typeface="Arial Black" panose="020B0A04020102020204" pitchFamily="34" charset="0"/>
              </a:rPr>
              <a:t>DOLOR</a:t>
            </a:r>
          </a:p>
        </p:txBody>
      </p:sp>
      <p:sp>
        <p:nvSpPr>
          <p:cNvPr id="12" name="Text Placeholder 11">
            <a:extLst>
              <a:ext uri="{FF2B5EF4-FFF2-40B4-BE49-F238E27FC236}">
                <a16:creationId xmlns:a16="http://schemas.microsoft.com/office/drawing/2014/main" id="{12A47C85-2762-F9C3-92F1-B42539D3A1F3}"/>
              </a:ext>
            </a:extLst>
          </p:cNvPr>
          <p:cNvSpPr>
            <a:spLocks noGrp="1"/>
          </p:cNvSpPr>
          <p:nvPr>
            <p:ph type="body" sz="quarter" idx="15"/>
          </p:nvPr>
        </p:nvSpPr>
        <p:spPr/>
        <p:txBody>
          <a:bodyPr/>
          <a:lstStyle/>
          <a:p>
            <a:r>
              <a:rPr lang="en-US"/>
              <a:t>to</a:t>
            </a:r>
          </a:p>
        </p:txBody>
      </p:sp>
      <p:sp>
        <p:nvSpPr>
          <p:cNvPr id="13" name="Text Placeholder 12">
            <a:extLst>
              <a:ext uri="{FF2B5EF4-FFF2-40B4-BE49-F238E27FC236}">
                <a16:creationId xmlns:a16="http://schemas.microsoft.com/office/drawing/2014/main" id="{456AF1E2-A609-0043-42EC-BB780AF6FC84}"/>
              </a:ext>
            </a:extLst>
          </p:cNvPr>
          <p:cNvSpPr>
            <a:spLocks noGrp="1"/>
          </p:cNvSpPr>
          <p:nvPr>
            <p:ph type="body" sz="quarter" idx="16"/>
          </p:nvPr>
        </p:nvSpPr>
        <p:spPr/>
        <p:txBody>
          <a:bodyPr/>
          <a:lstStyle/>
          <a:p>
            <a:r>
              <a:rPr lang="en-US" dirty="0">
                <a:sym typeface="Arial Black" panose="020B0A04020102020204" pitchFamily="34" charset="0"/>
              </a:rPr>
              <a:t>LOREM</a:t>
            </a:r>
            <a:br>
              <a:rPr lang="en-US" dirty="0">
                <a:sym typeface="Arial Black" panose="020B0A04020102020204" pitchFamily="34" charset="0"/>
              </a:rPr>
            </a:br>
            <a:r>
              <a:rPr lang="en-US" dirty="0">
                <a:sym typeface="Arial Black" panose="020B0A04020102020204" pitchFamily="34" charset="0"/>
              </a:rPr>
              <a:t>IPSUM </a:t>
            </a:r>
            <a:br>
              <a:rPr lang="en-US" dirty="0">
                <a:sym typeface="Arial Black" panose="020B0A04020102020204" pitchFamily="34" charset="0"/>
              </a:rPr>
            </a:br>
            <a:r>
              <a:rPr lang="en-US" dirty="0">
                <a:sym typeface="Arial Black" panose="020B0A04020102020204" pitchFamily="34" charset="0"/>
              </a:rPr>
              <a:t>DOLOR SIT</a:t>
            </a:r>
          </a:p>
        </p:txBody>
      </p:sp>
      <p:pic>
        <p:nvPicPr>
          <p:cNvPr id="5" name="Graphic 4" descr="Lilly Logo">
            <a:extLst>
              <a:ext uri="{FF2B5EF4-FFF2-40B4-BE49-F238E27FC236}">
                <a16:creationId xmlns:a16="http://schemas.microsoft.com/office/drawing/2014/main" id="{ACE88123-DD09-0312-CF43-CAD3285FFA6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sp>
        <p:nvSpPr>
          <p:cNvPr id="2" name="Footer Placeholder 1">
            <a:extLst>
              <a:ext uri="{FF2B5EF4-FFF2-40B4-BE49-F238E27FC236}">
                <a16:creationId xmlns:a16="http://schemas.microsoft.com/office/drawing/2014/main" id="{FE16D431-CC75-BA8C-7FDE-B3170F93CC05}"/>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C7BD4A4-2510-75E3-D7B6-53EA1991AAE5}"/>
              </a:ext>
            </a:extLst>
          </p:cNvPr>
          <p:cNvSpPr>
            <a:spLocks noGrp="1"/>
          </p:cNvSpPr>
          <p:nvPr>
            <p:ph type="sldNum" sz="quarter" idx="11"/>
          </p:nvPr>
        </p:nvSpPr>
        <p:spPr/>
        <p:txBody>
          <a:bodyPr/>
          <a:lstStyle/>
          <a:p>
            <a:fld id="{48135D20-C3A1-FF4C-B4DB-BE449A9B144D}" type="slidenum">
              <a:rPr lang="en-US"/>
              <a:pPr/>
              <a:t>56</a:t>
            </a:fld>
            <a:endParaRPr lang="en-US"/>
          </a:p>
        </p:txBody>
      </p:sp>
    </p:spTree>
    <p:extLst>
      <p:ext uri="{BB962C8B-B14F-4D97-AF65-F5344CB8AC3E}">
        <p14:creationId xmlns:p14="http://schemas.microsoft.com/office/powerpoint/2010/main" val="1516555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7A48249-0DB8-8037-4CC5-FDF7C4EF8201}"/>
              </a:ext>
            </a:extLst>
          </p:cNvPr>
          <p:cNvSpPr>
            <a:spLocks noGrp="1"/>
          </p:cNvSpPr>
          <p:nvPr>
            <p:ph type="title"/>
          </p:nvPr>
        </p:nvSpPr>
        <p:spPr/>
        <p:txBody>
          <a:bodyPr/>
          <a:lstStyle/>
          <a:p>
            <a:r>
              <a:rPr lang="en" dirty="0">
                <a:sym typeface="Times New Roman" panose="02020603050405020304" pitchFamily="18" charset="0"/>
              </a:rPr>
              <a:t>Lorem ipsum</a:t>
            </a:r>
            <a:br>
              <a:rPr lang="en" dirty="0">
                <a:sym typeface="Times New Roman" panose="02020603050405020304" pitchFamily="18" charset="0"/>
              </a:rPr>
            </a:br>
            <a:r>
              <a:rPr lang="en" dirty="0">
                <a:sym typeface="Times New Roman" panose="02020603050405020304" pitchFamily="18" charset="0"/>
              </a:rPr>
              <a:t>dolor sit </a:t>
            </a:r>
            <a:r>
              <a:rPr lang="en" dirty="0" err="1">
                <a:sym typeface="Times New Roman" panose="02020603050405020304" pitchFamily="18" charset="0"/>
              </a:rPr>
              <a:t>amet</a:t>
            </a:r>
            <a:r>
              <a:rPr lang="en" dirty="0">
                <a:sym typeface="Times New Roman" panose="02020603050405020304" pitchFamily="18" charset="0"/>
              </a:rPr>
              <a:t>, </a:t>
            </a:r>
            <a:br>
              <a:rPr lang="en" dirty="0">
                <a:sym typeface="Times New Roman" panose="02020603050405020304" pitchFamily="18" charset="0"/>
              </a:rPr>
            </a:br>
            <a:r>
              <a:rPr lang="en" dirty="0" err="1">
                <a:sym typeface="Times New Roman" panose="02020603050405020304" pitchFamily="18" charset="0"/>
              </a:rPr>
              <a:t>consectetur</a:t>
            </a:r>
            <a:br>
              <a:rPr lang="en" dirty="0">
                <a:sym typeface="Times New Roman" panose="02020603050405020304" pitchFamily="18" charset="0"/>
              </a:rPr>
            </a:br>
            <a:r>
              <a:rPr lang="en" dirty="0" err="1">
                <a:sym typeface="Times New Roman" panose="02020603050405020304" pitchFamily="18" charset="0"/>
              </a:rPr>
              <a:t>adipiscing</a:t>
            </a:r>
            <a:r>
              <a:rPr lang="en" dirty="0">
                <a:sym typeface="Times New Roman" panose="02020603050405020304" pitchFamily="18" charset="0"/>
              </a:rPr>
              <a:t> </a:t>
            </a:r>
            <a:r>
              <a:rPr lang="en" dirty="0" err="1">
                <a:sym typeface="Times New Roman" panose="02020603050405020304" pitchFamily="18" charset="0"/>
              </a:rPr>
              <a:t>elit.</a:t>
            </a:r>
            <a:endParaRPr lang="en-US"/>
          </a:p>
        </p:txBody>
      </p:sp>
      <p:pic>
        <p:nvPicPr>
          <p:cNvPr id="10" name="Picture Placeholder 9" descr="A person in a lab coat looking at a glass cabinet">
            <a:extLst>
              <a:ext uri="{FF2B5EF4-FFF2-40B4-BE49-F238E27FC236}">
                <a16:creationId xmlns:a16="http://schemas.microsoft.com/office/drawing/2014/main" id="{79FE88E6-F2C2-9DB8-2EB2-229AFC4C7FCE}"/>
              </a:ext>
            </a:extLst>
          </p:cNvPr>
          <p:cNvPicPr>
            <a:picLocks noGrp="1" noChangeAspect="1"/>
          </p:cNvPicPr>
          <p:nvPr>
            <p:ph type="pic" sz="quarter" idx="10"/>
          </p:nvPr>
        </p:nvPicPr>
        <p:blipFill>
          <a:blip r:embed="rId3"/>
          <a:srcRect l="26" r="26"/>
          <a:stretch/>
        </p:blipFill>
        <p:spPr>
          <a:xfrm>
            <a:off x="6092400" y="0"/>
            <a:ext cx="6099600" cy="6858000"/>
          </a:xfrm>
        </p:spPr>
      </p:pic>
      <p:sp>
        <p:nvSpPr>
          <p:cNvPr id="4" name="Footer Placeholder 3">
            <a:extLst>
              <a:ext uri="{FF2B5EF4-FFF2-40B4-BE49-F238E27FC236}">
                <a16:creationId xmlns:a16="http://schemas.microsoft.com/office/drawing/2014/main" id="{FF7F3C7A-7B8A-C656-0E98-4E77B5C09B2B}"/>
              </a:ext>
            </a:extLst>
          </p:cNvPr>
          <p:cNvSpPr>
            <a:spLocks noGrp="1"/>
          </p:cNvSpPr>
          <p:nvPr>
            <p:ph type="ftr" sz="quarter" idx="11"/>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A47BCBFC-6BE9-A5E0-AF3A-4095DD62A5F1}"/>
              </a:ext>
            </a:extLst>
          </p:cNvPr>
          <p:cNvSpPr>
            <a:spLocks noGrp="1"/>
          </p:cNvSpPr>
          <p:nvPr>
            <p:ph type="sldNum" idx="12"/>
          </p:nvPr>
        </p:nvSpPr>
        <p:spPr/>
        <p:txBody>
          <a:bodyPr/>
          <a:lstStyle/>
          <a:p>
            <a:fld id="{48135D20-C3A1-FF4C-B4DB-BE449A9B144D}" type="slidenum">
              <a:rPr lang="en-US"/>
              <a:pPr/>
              <a:t>57</a:t>
            </a:fld>
            <a:endParaRPr lang="en-US"/>
          </a:p>
        </p:txBody>
      </p:sp>
    </p:spTree>
    <p:extLst>
      <p:ext uri="{BB962C8B-B14F-4D97-AF65-F5344CB8AC3E}">
        <p14:creationId xmlns:p14="http://schemas.microsoft.com/office/powerpoint/2010/main" val="29999665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A10DE269-4D48-099D-853F-6DD904653AD0}"/>
              </a:ext>
            </a:extLst>
          </p:cNvPr>
          <p:cNvSpPr>
            <a:spLocks noGrp="1"/>
          </p:cNvSpPr>
          <p:nvPr>
            <p:ph type="title"/>
          </p:nvPr>
        </p:nvSpPr>
        <p:spPr/>
        <p:txBody>
          <a:bodyPr/>
          <a:lstStyle/>
          <a:p>
            <a:r>
              <a:rPr lang="en-US"/>
              <a:t>Lorem Ipsum</a:t>
            </a:r>
            <a:br>
              <a:rPr lang="en-US"/>
            </a:br>
            <a:r>
              <a:rPr lang="en-US"/>
              <a:t>Dolor</a:t>
            </a:r>
            <a:br>
              <a:rPr lang="en-US"/>
            </a:br>
            <a:r>
              <a:rPr lang="en-US"/>
              <a:t>Sit Amet.</a:t>
            </a:r>
            <a:br>
              <a:rPr lang="en-US"/>
            </a:br>
            <a:br>
              <a:rPr lang="en-US"/>
            </a:br>
            <a:r>
              <a:rPr lang="en-US"/>
              <a:t>Consectetur </a:t>
            </a:r>
            <a:br>
              <a:rPr lang="en-US"/>
            </a:br>
            <a:r>
              <a:rPr lang="en-US"/>
              <a:t>Adipiscing elit.</a:t>
            </a:r>
          </a:p>
        </p:txBody>
      </p:sp>
      <p:pic>
        <p:nvPicPr>
          <p:cNvPr id="8" name="Picture Placeholder 7" descr="A person in a lab coat and goggles working in a laboratory">
            <a:extLst>
              <a:ext uri="{FF2B5EF4-FFF2-40B4-BE49-F238E27FC236}">
                <a16:creationId xmlns:a16="http://schemas.microsoft.com/office/drawing/2014/main" id="{11739870-DECE-3C69-3D12-A52526F6784C}"/>
              </a:ext>
            </a:extLst>
          </p:cNvPr>
          <p:cNvPicPr>
            <a:picLocks noGrp="1" noChangeAspect="1"/>
          </p:cNvPicPr>
          <p:nvPr>
            <p:ph type="pic" sz="quarter" idx="10"/>
          </p:nvPr>
        </p:nvPicPr>
        <p:blipFill>
          <a:blip r:embed="rId3"/>
          <a:srcRect t="26" b="26"/>
          <a:stretch/>
        </p:blipFill>
        <p:spPr>
          <a:xfrm>
            <a:off x="6092400" y="0"/>
            <a:ext cx="6099600" cy="6858000"/>
          </a:xfrm>
        </p:spPr>
      </p:pic>
      <p:sp>
        <p:nvSpPr>
          <p:cNvPr id="4" name="Footer Placeholder 3">
            <a:extLst>
              <a:ext uri="{FF2B5EF4-FFF2-40B4-BE49-F238E27FC236}">
                <a16:creationId xmlns:a16="http://schemas.microsoft.com/office/drawing/2014/main" id="{FF7F3C7A-7B8A-C656-0E98-4E77B5C09B2B}"/>
              </a:ext>
            </a:extLst>
          </p:cNvPr>
          <p:cNvSpPr>
            <a:spLocks noGrp="1"/>
          </p:cNvSpPr>
          <p:nvPr>
            <p:ph type="ftr" sz="quarter" idx="11"/>
          </p:nvPr>
        </p:nvSpPr>
        <p:spPr/>
        <p:txBody>
          <a:bodyPr/>
          <a:lstStyle/>
          <a:p>
            <a:r>
              <a:rPr lang="en-US" dirty="0"/>
              <a:t>Company Confidential  © 2025 Eli Lilly and Company</a:t>
            </a:r>
          </a:p>
        </p:txBody>
      </p:sp>
      <p:sp>
        <p:nvSpPr>
          <p:cNvPr id="5" name="Slide Number Placeholder 4">
            <a:extLst>
              <a:ext uri="{FF2B5EF4-FFF2-40B4-BE49-F238E27FC236}">
                <a16:creationId xmlns:a16="http://schemas.microsoft.com/office/drawing/2014/main" id="{A47BCBFC-6BE9-A5E0-AF3A-4095DD62A5F1}"/>
              </a:ext>
            </a:extLst>
          </p:cNvPr>
          <p:cNvSpPr>
            <a:spLocks noGrp="1"/>
          </p:cNvSpPr>
          <p:nvPr>
            <p:ph type="sldNum" idx="12"/>
          </p:nvPr>
        </p:nvSpPr>
        <p:spPr/>
        <p:txBody>
          <a:bodyPr/>
          <a:lstStyle/>
          <a:p>
            <a:fld id="{48135D20-C3A1-FF4C-B4DB-BE449A9B144D}" type="slidenum">
              <a:rPr lang="en-US"/>
              <a:pPr/>
              <a:t>58</a:t>
            </a:fld>
            <a:endParaRPr lang="en-US"/>
          </a:p>
        </p:txBody>
      </p:sp>
    </p:spTree>
    <p:extLst>
      <p:ext uri="{BB962C8B-B14F-4D97-AF65-F5344CB8AC3E}">
        <p14:creationId xmlns:p14="http://schemas.microsoft.com/office/powerpoint/2010/main" val="539118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E0F6D-68B7-8DB8-733B-18ACDF74A911}"/>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White and Lilly Red divided slide</a:t>
            </a:r>
          </a:p>
        </p:txBody>
      </p:sp>
      <p:sp>
        <p:nvSpPr>
          <p:cNvPr id="6" name="Text Placeholder 5">
            <a:extLst>
              <a:ext uri="{FF2B5EF4-FFF2-40B4-BE49-F238E27FC236}">
                <a16:creationId xmlns:a16="http://schemas.microsoft.com/office/drawing/2014/main" id="{D088412E-4BE8-524B-A57B-BAAC103596D5}"/>
              </a:ext>
            </a:extLst>
          </p:cNvPr>
          <p:cNvSpPr>
            <a:spLocks noGrp="1"/>
          </p:cNvSpPr>
          <p:nvPr>
            <p:ph type="body" sz="quarter" idx="13"/>
          </p:nvPr>
        </p:nvSpPr>
        <p:spPr>
          <a:xfrm>
            <a:off x="762564" y="969963"/>
            <a:ext cx="4572000" cy="4733925"/>
          </a:xfrm>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eros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p>
        </p:txBody>
      </p:sp>
      <p:sp>
        <p:nvSpPr>
          <p:cNvPr id="7" name="Text Placeholder 6">
            <a:extLst>
              <a:ext uri="{FF2B5EF4-FFF2-40B4-BE49-F238E27FC236}">
                <a16:creationId xmlns:a16="http://schemas.microsoft.com/office/drawing/2014/main" id="{908A913E-45A0-9691-E3C2-F8713BC461C3}"/>
              </a:ext>
            </a:extLst>
          </p:cNvPr>
          <p:cNvSpPr>
            <a:spLocks noGrp="1"/>
          </p:cNvSpPr>
          <p:nvPr>
            <p:ph type="body" sz="quarter" idx="14"/>
          </p:nvPr>
        </p:nvSpPr>
        <p:spPr>
          <a:solidFill>
            <a:schemeClr val="accent1"/>
          </a:solidFill>
        </p:spPr>
        <p:txBody>
          <a:bodyPr lIns="914400" tIns="0" rIns="914400" bIns="228600"/>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eros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p>
          <a:p>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vitae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a:p>
            <a:r>
              <a:rPr lang="en-US" dirty="0" err="1">
                <a:sym typeface="Arial" panose="020B0604020202020204" pitchFamily="34" charset="0"/>
              </a:rPr>
              <a:t>Quisque</a:t>
            </a:r>
            <a:r>
              <a:rPr lang="en-US" dirty="0">
                <a:sym typeface="Arial" panose="020B0604020202020204" pitchFamily="34" charset="0"/>
              </a:rPr>
              <a:t> et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Donec </a:t>
            </a:r>
            <a:r>
              <a:rPr lang="en-US" dirty="0" err="1">
                <a:sym typeface="Arial" panose="020B0604020202020204" pitchFamily="34" charset="0"/>
              </a:rPr>
              <a:t>enim</a:t>
            </a:r>
            <a:br>
              <a:rPr lang="en-US" dirty="0">
                <a:sym typeface="Arial" panose="020B0604020202020204" pitchFamily="34" charset="0"/>
              </a:rPr>
            </a:br>
            <a:r>
              <a:rPr lang="en-US" dirty="0" err="1">
                <a:sym typeface="Arial" panose="020B0604020202020204" pitchFamily="34" charset="0"/>
              </a:rPr>
              <a:t>arcu</a:t>
            </a:r>
            <a:r>
              <a:rPr lang="en-US" dirty="0">
                <a:sym typeface="Arial" panose="020B0604020202020204" pitchFamily="34" charset="0"/>
              </a:rPr>
              <a:t>, fermentum vel </a:t>
            </a:r>
            <a:r>
              <a:rPr lang="en-US" dirty="0" err="1">
                <a:sym typeface="Arial" panose="020B0604020202020204" pitchFamily="34" charset="0"/>
              </a:rPr>
              <a:t>sapien</a:t>
            </a:r>
            <a:r>
              <a:rPr lang="en-US" dirty="0">
                <a:sym typeface="Arial" panose="020B0604020202020204" pitchFamily="34" charset="0"/>
              </a:rPr>
              <a:t> non, </a:t>
            </a:r>
            <a:r>
              <a:rPr lang="en-US" dirty="0" err="1">
                <a:sym typeface="Arial" panose="020B0604020202020204" pitchFamily="34" charset="0"/>
              </a:rPr>
              <a:t>hendrerit</a:t>
            </a:r>
            <a:r>
              <a:rPr lang="en-US" dirty="0">
                <a:sym typeface="Arial" panose="020B0604020202020204" pitchFamily="34" charset="0"/>
              </a:rPr>
              <a:t> </a:t>
            </a:r>
            <a:r>
              <a:rPr lang="en-US" dirty="0" err="1">
                <a:sym typeface="Arial" panose="020B0604020202020204" pitchFamily="34" charset="0"/>
              </a:rPr>
              <a:t>sollicitudin</a:t>
            </a:r>
            <a:r>
              <a:rPr lang="en-US" dirty="0">
                <a:sym typeface="Arial" panose="020B0604020202020204" pitchFamily="34" charset="0"/>
              </a:rPr>
              <a:t> </a:t>
            </a:r>
            <a:r>
              <a:rPr lang="en-US" dirty="0" err="1">
                <a:sym typeface="Arial" panose="020B0604020202020204" pitchFamily="34" charset="0"/>
              </a:rPr>
              <a:t>enim</a:t>
            </a:r>
            <a:r>
              <a:rPr lang="en-US" dirty="0">
                <a:sym typeface="Arial" panose="020B0604020202020204" pitchFamily="34" charset="0"/>
              </a:rPr>
              <a:t>.</a:t>
            </a:r>
          </a:p>
        </p:txBody>
      </p:sp>
      <p:sp>
        <p:nvSpPr>
          <p:cNvPr id="3" name="Footer Placeholder 2">
            <a:extLst>
              <a:ext uri="{FF2B5EF4-FFF2-40B4-BE49-F238E27FC236}">
                <a16:creationId xmlns:a16="http://schemas.microsoft.com/office/drawing/2014/main" id="{45C14AA2-1023-F410-7B0E-F2C4BA4E8CF6}"/>
              </a:ext>
            </a:extLst>
          </p:cNvPr>
          <p:cNvSpPr>
            <a:spLocks noGrp="1"/>
          </p:cNvSpPr>
          <p:nvPr>
            <p:ph type="ftr" sz="quarter" idx="11"/>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0D21447D-70CD-B974-934E-54A7156EC602}"/>
              </a:ext>
            </a:extLst>
          </p:cNvPr>
          <p:cNvSpPr>
            <a:spLocks noGrp="1"/>
          </p:cNvSpPr>
          <p:nvPr>
            <p:ph type="sldNum" idx="12"/>
          </p:nvPr>
        </p:nvSpPr>
        <p:spPr/>
        <p:txBody>
          <a:bodyPr/>
          <a:lstStyle/>
          <a:p>
            <a:fld id="{00000000-1234-1234-1234-123412341234}" type="slidenum">
              <a:rPr lang="en" smtClean="0"/>
              <a:pPr/>
              <a:t>59</a:t>
            </a:fld>
            <a:endParaRPr lang="en" dirty="0"/>
          </a:p>
        </p:txBody>
      </p:sp>
    </p:spTree>
    <p:extLst>
      <p:ext uri="{BB962C8B-B14F-4D97-AF65-F5344CB8AC3E}">
        <p14:creationId xmlns:p14="http://schemas.microsoft.com/office/powerpoint/2010/main" val="20245251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E15B0F38-74C2-E63F-89D7-35A27ADB7E4F}"/>
              </a:ext>
            </a:extLst>
          </p:cNvPr>
          <p:cNvSpPr>
            <a:spLocks noGrp="1"/>
          </p:cNvSpPr>
          <p:nvPr>
            <p:ph type="title"/>
          </p:nvPr>
        </p:nvSpPr>
        <p:spPr/>
        <p:txBody>
          <a:bodyPr/>
          <a:lstStyle/>
          <a:p>
            <a:r>
              <a:rPr lang="en-US" dirty="0">
                <a:sym typeface="Times New Roman" panose="02020603050405020304" pitchFamily="18" charset="0"/>
              </a:rPr>
              <a:t>Lorem ipsum dolor</a:t>
            </a:r>
            <a:br>
              <a:rPr lang="en-US" dirty="0">
                <a:sym typeface="Times New Roman" panose="02020603050405020304" pitchFamily="18" charset="0"/>
              </a:rPr>
            </a:br>
            <a:r>
              <a:rPr lang="en-US" dirty="0">
                <a:sym typeface="Times New Roman" panose="02020603050405020304" pitchFamily="18" charset="0"/>
              </a:rPr>
              <a:t>sit </a:t>
            </a:r>
            <a:r>
              <a:rPr lang="en-US" dirty="0" err="1">
                <a:sym typeface="Times New Roman" panose="02020603050405020304" pitchFamily="18" charset="0"/>
              </a:rPr>
              <a:t>amet</a:t>
            </a:r>
            <a:r>
              <a:rPr lang="en-US" dirty="0">
                <a:sym typeface="Times New Roman" panose="02020603050405020304" pitchFamily="18" charset="0"/>
              </a:rPr>
              <a:t>.</a:t>
            </a:r>
            <a:endParaRPr lang="en-US"/>
          </a:p>
        </p:txBody>
      </p:sp>
      <p:pic>
        <p:nvPicPr>
          <p:cNvPr id="2" name="Graphic 1" descr="Lilly Logo">
            <a:extLst>
              <a:ext uri="{FF2B5EF4-FFF2-40B4-BE49-F238E27FC236}">
                <a16:creationId xmlns:a16="http://schemas.microsoft.com/office/drawing/2014/main" id="{D99DDE46-4531-8CA4-A97D-F50550FBB0B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sp>
        <p:nvSpPr>
          <p:cNvPr id="6" name="Text Placeholder 5">
            <a:extLst>
              <a:ext uri="{FF2B5EF4-FFF2-40B4-BE49-F238E27FC236}">
                <a16:creationId xmlns:a16="http://schemas.microsoft.com/office/drawing/2014/main" id="{D088412E-4BE8-524B-A57B-BAAC103596D5}"/>
              </a:ext>
            </a:extLst>
          </p:cNvPr>
          <p:cNvSpPr>
            <a:spLocks noGrp="1"/>
          </p:cNvSpPr>
          <p:nvPr>
            <p:ph type="body" sz="quarter" idx="14"/>
          </p:nvPr>
        </p:nvSpPr>
        <p:spPr>
          <a:solidFill>
            <a:srgbClr val="E4EBF1"/>
          </a:solidFill>
        </p:spPr>
        <p:txBody>
          <a:bodyPr lIns="685800" rIns="685800"/>
          <a:lstStyle/>
          <a:p>
            <a:r>
              <a:rPr lang="en-US" dirty="0">
                <a:sym typeface="Arial" panose="020B0604020202020204" pitchFamily="34" charset="0"/>
              </a:rPr>
              <a:t>Lorem ipsum</a:t>
            </a:r>
          </a:p>
          <a:p>
            <a:pPr lvl="1"/>
            <a:r>
              <a:rPr lang="en-US" dirty="0">
                <a:sym typeface="Arial" panose="020B0604020202020204" pitchFamily="34" charset="0"/>
              </a:rPr>
              <a:t>Lorem ipsum dolor sit amet, consectetur adipiscing</a:t>
            </a:r>
            <a:br>
              <a:rPr lang="en-US" dirty="0">
                <a:sym typeface="Arial" panose="020B0604020202020204" pitchFamily="34" charset="0"/>
              </a:rPr>
            </a:br>
            <a:r>
              <a:rPr lang="en-US" dirty="0">
                <a:sym typeface="Arial" panose="020B0604020202020204" pitchFamily="34" charset="0"/>
              </a:rPr>
              <a:t>Elit. Vivamus eros lacinia sit amet bibendum </a:t>
            </a:r>
            <a:br>
              <a:rPr lang="en-US" dirty="0">
                <a:sym typeface="Arial" panose="020B0604020202020204" pitchFamily="34" charset="0"/>
              </a:rPr>
            </a:br>
            <a:r>
              <a:rPr lang="en-US" dirty="0">
                <a:sym typeface="Arial" panose="020B0604020202020204" pitchFamily="34" charset="0"/>
              </a:rPr>
              <a:t>eget feugiat vitae odio.</a:t>
            </a:r>
          </a:p>
          <a:p>
            <a:r>
              <a:rPr lang="en-US" dirty="0">
                <a:sym typeface="Arial" panose="020B0604020202020204" pitchFamily="34" charset="0"/>
              </a:rPr>
              <a:t>Lorem ipsum</a:t>
            </a:r>
          </a:p>
          <a:p>
            <a:pPr lvl="1"/>
            <a:r>
              <a:rPr lang="en-US" dirty="0">
                <a:sym typeface="Arial" panose="020B0604020202020204" pitchFamily="34" charset="0"/>
              </a:rPr>
              <a:t>Lorem ipsum dolor sit amet, consectetur adipiscing</a:t>
            </a:r>
            <a:br>
              <a:rPr lang="en-US" dirty="0">
                <a:sym typeface="Arial" panose="020B0604020202020204" pitchFamily="34" charset="0"/>
              </a:rPr>
            </a:br>
            <a:r>
              <a:rPr lang="en-US" dirty="0">
                <a:sym typeface="Arial" panose="020B0604020202020204" pitchFamily="34" charset="0"/>
              </a:rPr>
              <a:t>Elit. Vivamus eros lacinia sit amet bibendum </a:t>
            </a:r>
            <a:br>
              <a:rPr lang="en-US" dirty="0">
                <a:sym typeface="Arial" panose="020B0604020202020204" pitchFamily="34" charset="0"/>
              </a:rPr>
            </a:br>
            <a:r>
              <a:rPr lang="en-US" dirty="0">
                <a:sym typeface="Arial" panose="020B0604020202020204" pitchFamily="34" charset="0"/>
              </a:rPr>
              <a:t>eget feugiat vitae odio.</a:t>
            </a:r>
          </a:p>
          <a:p>
            <a:r>
              <a:rPr lang="en-US" dirty="0">
                <a:sym typeface="Arial" panose="020B0604020202020204" pitchFamily="34" charset="0"/>
              </a:rPr>
              <a:t>Lorem ipsum</a:t>
            </a:r>
          </a:p>
          <a:p>
            <a:pPr lvl="1"/>
            <a:r>
              <a:rPr lang="en-US" dirty="0">
                <a:sym typeface="Arial" panose="020B0604020202020204" pitchFamily="34" charset="0"/>
              </a:rPr>
              <a:t>Lorem ipsum dolor sit amet, consectetur adipiscing</a:t>
            </a:r>
            <a:br>
              <a:rPr lang="en-US" dirty="0">
                <a:sym typeface="Arial" panose="020B0604020202020204" pitchFamily="34" charset="0"/>
              </a:rPr>
            </a:br>
            <a:r>
              <a:rPr lang="en-US" dirty="0">
                <a:sym typeface="Arial" panose="020B0604020202020204" pitchFamily="34" charset="0"/>
              </a:rPr>
              <a:t>Elit. Vivamus eros lacinia sit amet bibendum </a:t>
            </a:r>
            <a:br>
              <a:rPr lang="en-US" dirty="0">
                <a:sym typeface="Arial" panose="020B0604020202020204" pitchFamily="34" charset="0"/>
              </a:rPr>
            </a:br>
            <a:r>
              <a:rPr lang="en-US" dirty="0">
                <a:sym typeface="Arial" panose="020B0604020202020204" pitchFamily="34" charset="0"/>
              </a:rPr>
              <a:t>eget feugiat vitae odio.</a:t>
            </a:r>
          </a:p>
        </p:txBody>
      </p:sp>
      <p:sp>
        <p:nvSpPr>
          <p:cNvPr id="3" name="Footer Placeholder 2">
            <a:extLst>
              <a:ext uri="{FF2B5EF4-FFF2-40B4-BE49-F238E27FC236}">
                <a16:creationId xmlns:a16="http://schemas.microsoft.com/office/drawing/2014/main" id="{45C14AA2-1023-F410-7B0E-F2C4BA4E8CF6}"/>
              </a:ext>
            </a:extLst>
          </p:cNvPr>
          <p:cNvSpPr>
            <a:spLocks noGrp="1"/>
          </p:cNvSpPr>
          <p:nvPr>
            <p:ph type="ftr" sz="quarter" idx="11"/>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0D21447D-70CD-B974-934E-54A7156EC602}"/>
              </a:ext>
            </a:extLst>
          </p:cNvPr>
          <p:cNvSpPr>
            <a:spLocks noGrp="1"/>
          </p:cNvSpPr>
          <p:nvPr>
            <p:ph type="sldNum" idx="12"/>
          </p:nvPr>
        </p:nvSpPr>
        <p:spPr/>
        <p:txBody>
          <a:bodyPr/>
          <a:lstStyle/>
          <a:p>
            <a:fld id="{00000000-1234-1234-1234-123412341234}" type="slidenum">
              <a:rPr lang="en" smtClean="0"/>
              <a:pPr/>
              <a:t>60</a:t>
            </a:fld>
            <a:endParaRPr lang="en" dirty="0"/>
          </a:p>
        </p:txBody>
      </p:sp>
    </p:spTree>
    <p:extLst>
      <p:ext uri="{BB962C8B-B14F-4D97-AF65-F5344CB8AC3E}">
        <p14:creationId xmlns:p14="http://schemas.microsoft.com/office/powerpoint/2010/main" val="34227585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AB87-26BB-4DE3-C737-79C48F890C13}"/>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Quote template with photography</a:t>
            </a:r>
          </a:p>
        </p:txBody>
      </p:sp>
      <p:sp>
        <p:nvSpPr>
          <p:cNvPr id="5" name="Text Placeholder 4">
            <a:extLst>
              <a:ext uri="{FF2B5EF4-FFF2-40B4-BE49-F238E27FC236}">
                <a16:creationId xmlns:a16="http://schemas.microsoft.com/office/drawing/2014/main" id="{47EAA4D8-E79D-0F85-EC21-D5A848E22C3C}"/>
              </a:ext>
            </a:extLst>
          </p:cNvPr>
          <p:cNvSpPr>
            <a:spLocks noGrp="1"/>
          </p:cNvSpPr>
          <p:nvPr>
            <p:ph type="body" sz="quarter" idx="15"/>
          </p:nvPr>
        </p:nvSpPr>
        <p:spPr/>
        <p:txBody>
          <a:bodyPr/>
          <a:lstStyle/>
          <a:p>
            <a:r>
              <a:rPr lang="en-US"/>
              <a:t>“Lorem ipsum dolor sit</a:t>
            </a:r>
            <a:br>
              <a:rPr lang="en-US"/>
            </a:br>
            <a:r>
              <a:rPr lang="en-US"/>
              <a:t>amet, consectetur elit. </a:t>
            </a:r>
            <a:br>
              <a:rPr lang="en-US"/>
            </a:br>
            <a:r>
              <a:rPr lang="en-US"/>
              <a:t>Lorem ipsum dolor</a:t>
            </a:r>
            <a:br>
              <a:rPr lang="en-US"/>
            </a:br>
            <a:r>
              <a:rPr lang="en-US"/>
              <a:t>sit amet, consectetur</a:t>
            </a:r>
            <a:br>
              <a:rPr lang="en-US"/>
            </a:br>
            <a:r>
              <a:rPr lang="en-US"/>
              <a:t>adipiscing elit.”</a:t>
            </a:r>
          </a:p>
        </p:txBody>
      </p:sp>
      <p:sp>
        <p:nvSpPr>
          <p:cNvPr id="18" name="Text Placeholder 17">
            <a:extLst>
              <a:ext uri="{FF2B5EF4-FFF2-40B4-BE49-F238E27FC236}">
                <a16:creationId xmlns:a16="http://schemas.microsoft.com/office/drawing/2014/main" id="{37CCA110-1312-D411-41F5-233424E7065D}"/>
              </a:ext>
            </a:extLst>
          </p:cNvPr>
          <p:cNvSpPr>
            <a:spLocks noGrp="1"/>
          </p:cNvSpPr>
          <p:nvPr>
            <p:ph type="body" sz="quarter" idx="16"/>
          </p:nvPr>
        </p:nvSpPr>
        <p:spPr/>
        <p:txBody>
          <a:bodyPr>
            <a:normAutofit/>
          </a:bodyPr>
          <a:lstStyle/>
          <a:p>
            <a:r>
              <a:rPr lang="en-US"/>
              <a:t>Source of information</a:t>
            </a:r>
          </a:p>
        </p:txBody>
      </p:sp>
      <p:pic>
        <p:nvPicPr>
          <p:cNvPr id="30" name="Picture Placeholder 29" descr="A person in a lab coat and goggles">
            <a:extLst>
              <a:ext uri="{FF2B5EF4-FFF2-40B4-BE49-F238E27FC236}">
                <a16:creationId xmlns:a16="http://schemas.microsoft.com/office/drawing/2014/main" id="{9963BE15-F96C-72C5-5E47-0F1478377168}"/>
              </a:ext>
            </a:extLst>
          </p:cNvPr>
          <p:cNvPicPr>
            <a:picLocks noGrp="1" noChangeAspect="1"/>
          </p:cNvPicPr>
          <p:nvPr>
            <p:ph type="pic" sz="quarter" idx="12"/>
          </p:nvPr>
        </p:nvPicPr>
        <p:blipFill>
          <a:blip r:embed="rId3"/>
          <a:srcRect l="117" r="117"/>
          <a:stretch/>
        </p:blipFill>
        <p:spPr/>
      </p:pic>
      <p:sp>
        <p:nvSpPr>
          <p:cNvPr id="3" name="Footer Placeholder 2">
            <a:extLst>
              <a:ext uri="{FF2B5EF4-FFF2-40B4-BE49-F238E27FC236}">
                <a16:creationId xmlns:a16="http://schemas.microsoft.com/office/drawing/2014/main" id="{B6AA9639-7EEA-D438-F64F-C7723D93E9A4}"/>
              </a:ext>
            </a:extLst>
          </p:cNvPr>
          <p:cNvSpPr>
            <a:spLocks noGrp="1"/>
          </p:cNvSpPr>
          <p:nvPr>
            <p:ph type="ftr" sz="quarter" idx="13"/>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D868A604-34EB-FB47-626C-27A163124832}"/>
              </a:ext>
            </a:extLst>
          </p:cNvPr>
          <p:cNvSpPr>
            <a:spLocks noGrp="1"/>
          </p:cNvSpPr>
          <p:nvPr>
            <p:ph type="sldNum" idx="14"/>
          </p:nvPr>
        </p:nvSpPr>
        <p:spPr/>
        <p:txBody>
          <a:bodyPr/>
          <a:lstStyle/>
          <a:p>
            <a:fld id="{00000000-1234-1234-1234-123412341234}" type="slidenum">
              <a:rPr lang="en" smtClean="0">
                <a:solidFill>
                  <a:schemeClr val="bg1"/>
                </a:solidFill>
              </a:rPr>
              <a:pPr/>
              <a:t>61</a:t>
            </a:fld>
            <a:endParaRPr lang="en" dirty="0">
              <a:solidFill>
                <a:schemeClr val="bg1"/>
              </a:solidFill>
            </a:endParaRPr>
          </a:p>
        </p:txBody>
      </p:sp>
    </p:spTree>
    <p:extLst>
      <p:ext uri="{BB962C8B-B14F-4D97-AF65-F5344CB8AC3E}">
        <p14:creationId xmlns:p14="http://schemas.microsoft.com/office/powerpoint/2010/main" val="643136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6BBC-3E8D-68F3-DAC8-DD5BA5D21D7E}"/>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Quote template with Lilly red pattern</a:t>
            </a:r>
          </a:p>
        </p:txBody>
      </p:sp>
      <p:sp>
        <p:nvSpPr>
          <p:cNvPr id="5" name="Text Placeholder 4">
            <a:extLst>
              <a:ext uri="{FF2B5EF4-FFF2-40B4-BE49-F238E27FC236}">
                <a16:creationId xmlns:a16="http://schemas.microsoft.com/office/drawing/2014/main" id="{47EAA4D8-E79D-0F85-EC21-D5A848E22C3C}"/>
              </a:ext>
            </a:extLst>
          </p:cNvPr>
          <p:cNvSpPr>
            <a:spLocks noGrp="1"/>
          </p:cNvSpPr>
          <p:nvPr>
            <p:ph type="body" sz="quarter" idx="15"/>
          </p:nvPr>
        </p:nvSpPr>
        <p:spPr/>
        <p:txBody>
          <a:bodyPr/>
          <a:lstStyle/>
          <a:p>
            <a:r>
              <a:rPr lang="en-US" dirty="0"/>
              <a:t>“Lorem ipsum dolor sit</a:t>
            </a:r>
            <a:br>
              <a:rPr lang="en-US" dirty="0"/>
            </a:br>
            <a:r>
              <a:rPr lang="en-US" dirty="0" err="1"/>
              <a:t>amet</a:t>
            </a:r>
            <a:r>
              <a:rPr lang="en-US" dirty="0"/>
              <a:t>, </a:t>
            </a:r>
            <a:r>
              <a:rPr lang="en-US" dirty="0" err="1"/>
              <a:t>consectetur</a:t>
            </a:r>
            <a:r>
              <a:rPr lang="en-US" dirty="0"/>
              <a:t> </a:t>
            </a:r>
            <a:r>
              <a:rPr lang="en-US" dirty="0" err="1"/>
              <a:t>elit</a:t>
            </a:r>
            <a:r>
              <a:rPr lang="en-US" dirty="0"/>
              <a:t>. </a:t>
            </a:r>
            <a:br>
              <a:rPr lang="en-US" dirty="0"/>
            </a:br>
            <a:r>
              <a:rPr lang="en-US" dirty="0"/>
              <a:t>Lorem ipsum dolor</a:t>
            </a:r>
            <a:br>
              <a:rPr lang="en-US" dirty="0"/>
            </a:br>
            <a:r>
              <a:rPr lang="en-US" dirty="0"/>
              <a:t>sit </a:t>
            </a:r>
            <a:r>
              <a:rPr lang="en-US" dirty="0" err="1"/>
              <a:t>amet</a:t>
            </a:r>
            <a:r>
              <a:rPr lang="en-US" dirty="0"/>
              <a:t>, </a:t>
            </a:r>
            <a:r>
              <a:rPr lang="en-US" dirty="0" err="1"/>
              <a:t>consectetur</a:t>
            </a:r>
            <a:br>
              <a:rPr lang="en-US" dirty="0"/>
            </a:br>
            <a:r>
              <a:rPr lang="en-US" dirty="0" err="1"/>
              <a:t>adipiscing</a:t>
            </a:r>
            <a:r>
              <a:rPr lang="en-US" dirty="0"/>
              <a:t> </a:t>
            </a:r>
            <a:r>
              <a:rPr lang="en-US" dirty="0" err="1"/>
              <a:t>elit</a:t>
            </a:r>
            <a:r>
              <a:rPr lang="en-US" dirty="0"/>
              <a:t>.”</a:t>
            </a:r>
          </a:p>
        </p:txBody>
      </p:sp>
      <p:sp>
        <p:nvSpPr>
          <p:cNvPr id="18" name="Text Placeholder 17">
            <a:extLst>
              <a:ext uri="{FF2B5EF4-FFF2-40B4-BE49-F238E27FC236}">
                <a16:creationId xmlns:a16="http://schemas.microsoft.com/office/drawing/2014/main" id="{37CCA110-1312-D411-41F5-233424E7065D}"/>
              </a:ext>
            </a:extLst>
          </p:cNvPr>
          <p:cNvSpPr>
            <a:spLocks noGrp="1"/>
          </p:cNvSpPr>
          <p:nvPr>
            <p:ph type="body" sz="quarter" idx="16"/>
          </p:nvPr>
        </p:nvSpPr>
        <p:spPr/>
        <p:txBody>
          <a:bodyPr>
            <a:normAutofit/>
          </a:bodyPr>
          <a:lstStyle/>
          <a:p>
            <a:r>
              <a:rPr lang="en-US"/>
              <a:t>Source of information</a:t>
            </a:r>
          </a:p>
        </p:txBody>
      </p:sp>
      <p:pic>
        <p:nvPicPr>
          <p:cNvPr id="8" name="Picture Placeholder 27" descr="Image placeholder">
            <a:extLst>
              <a:ext uri="{FF2B5EF4-FFF2-40B4-BE49-F238E27FC236}">
                <a16:creationId xmlns:a16="http://schemas.microsoft.com/office/drawing/2014/main" id="{DB92EB3D-E1E7-F86A-F596-F3FE778F782C}"/>
              </a:ext>
            </a:extLst>
          </p:cNvPr>
          <p:cNvPicPr>
            <a:picLocks noGrp="1" noChangeAspect="1"/>
          </p:cNvPicPr>
          <p:nvPr>
            <p:ph type="pic" sz="quarter" idx="12"/>
          </p:nvPr>
        </p:nvPicPr>
        <p:blipFill rotWithShape="1">
          <a:blip r:embed="rId3"/>
          <a:srcRect l="33346" r="33346"/>
          <a:stretch/>
        </p:blipFill>
        <p:spPr/>
      </p:pic>
      <p:sp>
        <p:nvSpPr>
          <p:cNvPr id="3" name="Footer Placeholder 2">
            <a:extLst>
              <a:ext uri="{FF2B5EF4-FFF2-40B4-BE49-F238E27FC236}">
                <a16:creationId xmlns:a16="http://schemas.microsoft.com/office/drawing/2014/main" id="{B6AA9639-7EEA-D438-F64F-C7723D93E9A4}"/>
              </a:ext>
            </a:extLst>
          </p:cNvPr>
          <p:cNvSpPr>
            <a:spLocks noGrp="1"/>
          </p:cNvSpPr>
          <p:nvPr>
            <p:ph type="ftr" sz="quarter" idx="13"/>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D868A604-34EB-FB47-626C-27A163124832}"/>
              </a:ext>
            </a:extLst>
          </p:cNvPr>
          <p:cNvSpPr>
            <a:spLocks noGrp="1"/>
          </p:cNvSpPr>
          <p:nvPr>
            <p:ph type="sldNum" idx="14"/>
          </p:nvPr>
        </p:nvSpPr>
        <p:spPr/>
        <p:txBody>
          <a:bodyPr/>
          <a:lstStyle/>
          <a:p>
            <a:fld id="{00000000-1234-1234-1234-123412341234}" type="slidenum">
              <a:rPr lang="en" smtClean="0"/>
              <a:pPr/>
              <a:t>62</a:t>
            </a:fld>
            <a:endParaRPr lang="en" dirty="0"/>
          </a:p>
        </p:txBody>
      </p:sp>
    </p:spTree>
    <p:extLst>
      <p:ext uri="{BB962C8B-B14F-4D97-AF65-F5344CB8AC3E}">
        <p14:creationId xmlns:p14="http://schemas.microsoft.com/office/powerpoint/2010/main" val="334053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Placeholder 27" descr="Image placeholder">
            <a:extLst>
              <a:ext uri="{FF2B5EF4-FFF2-40B4-BE49-F238E27FC236}">
                <a16:creationId xmlns:a16="http://schemas.microsoft.com/office/drawing/2014/main" id="{027F39F6-F51B-9E43-EF4F-D915EB9805B3}"/>
              </a:ext>
            </a:extLst>
          </p:cNvPr>
          <p:cNvPicPr>
            <a:picLocks noGrp="1" noChangeAspect="1"/>
          </p:cNvPicPr>
          <p:nvPr>
            <p:ph type="pic" sz="quarter" idx="10"/>
          </p:nvPr>
        </p:nvPicPr>
        <p:blipFill rotWithShape="1">
          <a:blip r:embed="rId3"/>
          <a:srcRect l="13" r="13"/>
          <a:stretch/>
        </p:blipFill>
        <p:spPr>
          <a:prstGeom prst="rect">
            <a:avLst/>
          </a:prstGeom>
        </p:spPr>
      </p:pic>
      <p:sp>
        <p:nvSpPr>
          <p:cNvPr id="7" name="Title 6">
            <a:extLst>
              <a:ext uri="{FF2B5EF4-FFF2-40B4-BE49-F238E27FC236}">
                <a16:creationId xmlns:a16="http://schemas.microsoft.com/office/drawing/2014/main" id="{4A80DA13-834B-EFA8-2C3D-08EFDC931A11}"/>
              </a:ext>
            </a:extLst>
          </p:cNvPr>
          <p:cNvSpPr>
            <a:spLocks noGrp="1"/>
          </p:cNvSpPr>
          <p:nvPr>
            <p:ph type="title"/>
          </p:nvPr>
        </p:nvSpPr>
        <p:spPr/>
        <p:txBody>
          <a:bodyPr/>
          <a:lstStyle/>
          <a:p>
            <a:r>
              <a:rPr lang="en-US"/>
              <a:t>Section Divider</a:t>
            </a:r>
          </a:p>
        </p:txBody>
      </p:sp>
      <p:sp>
        <p:nvSpPr>
          <p:cNvPr id="9" name="Text Placeholder 8">
            <a:extLst>
              <a:ext uri="{FF2B5EF4-FFF2-40B4-BE49-F238E27FC236}">
                <a16:creationId xmlns:a16="http://schemas.microsoft.com/office/drawing/2014/main" id="{06B571C1-EDD1-4E4B-9726-1A812DEBD4F5}"/>
              </a:ext>
            </a:extLst>
          </p:cNvPr>
          <p:cNvSpPr>
            <a:spLocks noGrp="1"/>
          </p:cNvSpPr>
          <p:nvPr>
            <p:ph type="body" sz="quarter" idx="13"/>
          </p:nvPr>
        </p:nvSpPr>
        <p:spPr/>
        <p:txBody>
          <a:bodyPr/>
          <a:lstStyle/>
          <a:p>
            <a:r>
              <a:rPr lang="en-US"/>
              <a:t>Subtitle</a:t>
            </a:r>
          </a:p>
        </p:txBody>
      </p:sp>
      <p:pic>
        <p:nvPicPr>
          <p:cNvPr id="2" name="Graphic 1" descr="Lilly Logo">
            <a:extLst>
              <a:ext uri="{FF2B5EF4-FFF2-40B4-BE49-F238E27FC236}">
                <a16:creationId xmlns:a16="http://schemas.microsoft.com/office/drawing/2014/main" id="{ECE74960-F051-254C-D509-A4C6FD84580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C73260C6-4E09-0DB3-7644-97C980DA1354}"/>
              </a:ext>
            </a:extLst>
          </p:cNvPr>
          <p:cNvSpPr>
            <a:spLocks noGrp="1"/>
          </p:cNvSpPr>
          <p:nvPr>
            <p:ph type="ftr" sz="quarter" idx="11"/>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1DF26727-4A16-22C1-F873-26E0A7A0EB9B}"/>
              </a:ext>
            </a:extLst>
          </p:cNvPr>
          <p:cNvSpPr>
            <a:spLocks noGrp="1"/>
          </p:cNvSpPr>
          <p:nvPr>
            <p:ph type="sldNum" idx="12"/>
          </p:nvPr>
        </p:nvSpPr>
        <p:spPr/>
        <p:txBody>
          <a:bodyPr/>
          <a:lstStyle/>
          <a:p>
            <a:fld id="{00000000-1234-1234-1234-123412341234}" type="slidenum">
              <a:rPr lang="en" smtClean="0"/>
              <a:pPr/>
              <a:t>63</a:t>
            </a:fld>
            <a:endParaRPr lang="en" dirty="0"/>
          </a:p>
        </p:txBody>
      </p:sp>
    </p:spTree>
    <p:extLst>
      <p:ext uri="{BB962C8B-B14F-4D97-AF65-F5344CB8AC3E}">
        <p14:creationId xmlns:p14="http://schemas.microsoft.com/office/powerpoint/2010/main" val="2757773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rgbClr val="C6DCD8"/>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6099048" cy="6858000"/>
          </a:xfrm>
        </p:spPr>
        <p:txBody>
          <a:bodyPr/>
          <a:lstStyle/>
          <a:p>
            <a:r>
              <a:rPr lang="en-US" dirty="0"/>
              <a:t>Section Divider Title</a:t>
            </a:r>
          </a:p>
        </p:txBody>
      </p:sp>
      <p:sp>
        <p:nvSpPr>
          <p:cNvPr id="5" name="Text Placeholder 4">
            <a:extLst>
              <a:ext uri="{FF2B5EF4-FFF2-40B4-BE49-F238E27FC236}">
                <a16:creationId xmlns:a16="http://schemas.microsoft.com/office/drawing/2014/main" id="{1A48E6A2-79C2-FECE-35CA-C813E3167B18}"/>
              </a:ext>
            </a:extLst>
          </p:cNvPr>
          <p:cNvSpPr>
            <a:spLocks noGrp="1"/>
          </p:cNvSpPr>
          <p:nvPr>
            <p:ph type="body" sz="quarter" idx="13"/>
          </p:nvPr>
        </p:nvSpPr>
        <p:spPr/>
        <p:txBody>
          <a:bodyPr/>
          <a:lstStyle/>
          <a:p>
            <a:r>
              <a:rPr lang="en-US"/>
              <a:t>Subtitle</a:t>
            </a:r>
          </a:p>
        </p:txBody>
      </p:sp>
      <p:pic>
        <p:nvPicPr>
          <p:cNvPr id="6" name="Graphic 5" descr="Lilly Logo">
            <a:extLst>
              <a:ext uri="{FF2B5EF4-FFF2-40B4-BE49-F238E27FC236}">
                <a16:creationId xmlns:a16="http://schemas.microsoft.com/office/drawing/2014/main" id="{0B9EF8FE-2684-EB00-090B-E8550884426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pic>
        <p:nvPicPr>
          <p:cNvPr id="8" name="Picture Placeholder 16" descr="A person in a lab coat and goggles working in a laboratory">
            <a:extLst>
              <a:ext uri="{FF2B5EF4-FFF2-40B4-BE49-F238E27FC236}">
                <a16:creationId xmlns:a16="http://schemas.microsoft.com/office/drawing/2014/main" id="{485C3C61-66D9-298F-B265-31CB035A9F8C}"/>
              </a:ext>
            </a:extLst>
          </p:cNvPr>
          <p:cNvPicPr>
            <a:picLocks noGrp="1" noChangeAspect="1"/>
          </p:cNvPicPr>
          <p:nvPr>
            <p:ph type="pic" sz="quarter" idx="10"/>
          </p:nvPr>
        </p:nvPicPr>
        <p:blipFill>
          <a:blip r:embed="rId5"/>
          <a:srcRect t="26" b="26"/>
          <a:stretch/>
        </p:blipFill>
        <p:spPr/>
      </p:pic>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p:txBody>
          <a:bodyPr/>
          <a:lstStyle/>
          <a:p>
            <a:r>
              <a:rPr lang="en-US" dirty="0">
                <a:solidFill>
                  <a:schemeClr val="bg1"/>
                </a:solidFill>
              </a:rPr>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p:txBody>
          <a:bodyPr/>
          <a:lstStyle/>
          <a:p>
            <a:fld id="{00000000-1234-1234-1234-123412341234}" type="slidenum">
              <a:rPr lang="en" smtClean="0">
                <a:solidFill>
                  <a:schemeClr val="bg1"/>
                </a:solidFill>
              </a:rPr>
              <a:pPr/>
              <a:t>64</a:t>
            </a:fld>
            <a:endParaRPr lang="en" dirty="0">
              <a:solidFill>
                <a:schemeClr val="bg1"/>
              </a:solidFill>
            </a:endParaRPr>
          </a:p>
        </p:txBody>
      </p:sp>
    </p:spTree>
    <p:extLst>
      <p:ext uri="{BB962C8B-B14F-4D97-AF65-F5344CB8AC3E}">
        <p14:creationId xmlns:p14="http://schemas.microsoft.com/office/powerpoint/2010/main" val="2536581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rgbClr val="C6DCD8"/>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6099048" cy="6858000"/>
          </a:xfrm>
          <a:solidFill>
            <a:srgbClr val="E1251B"/>
          </a:solidFill>
        </p:spPr>
        <p:txBody>
          <a:bodyPr/>
          <a:lstStyle/>
          <a:p>
            <a:r>
              <a:rPr lang="en-US" dirty="0"/>
              <a:t>1 Section Divider Title</a:t>
            </a:r>
          </a:p>
        </p:txBody>
      </p:sp>
      <p:sp>
        <p:nvSpPr>
          <p:cNvPr id="5" name="Text Placeholder 4">
            <a:extLst>
              <a:ext uri="{FF2B5EF4-FFF2-40B4-BE49-F238E27FC236}">
                <a16:creationId xmlns:a16="http://schemas.microsoft.com/office/drawing/2014/main" id="{1A48E6A2-79C2-FECE-35CA-C813E3167B18}"/>
              </a:ext>
            </a:extLst>
          </p:cNvPr>
          <p:cNvSpPr>
            <a:spLocks noGrp="1"/>
          </p:cNvSpPr>
          <p:nvPr>
            <p:ph type="body" sz="quarter" idx="13"/>
          </p:nvPr>
        </p:nvSpPr>
        <p:spPr>
          <a:xfrm>
            <a:off x="301354" y="4144824"/>
            <a:ext cx="5536096" cy="1271587"/>
          </a:xfrm>
        </p:spPr>
        <p:txBody>
          <a:bodyPr/>
          <a:lstStyle/>
          <a:p>
            <a:r>
              <a:rPr lang="en-US"/>
              <a:t>Subtitle</a:t>
            </a:r>
          </a:p>
        </p:txBody>
      </p:sp>
      <p:sp>
        <p:nvSpPr>
          <p:cNvPr id="6" name="Text Placeholder 5">
            <a:extLst>
              <a:ext uri="{FF2B5EF4-FFF2-40B4-BE49-F238E27FC236}">
                <a16:creationId xmlns:a16="http://schemas.microsoft.com/office/drawing/2014/main" id="{D1E772A7-2A64-ED00-8883-D338020A6AE4}"/>
              </a:ext>
            </a:extLst>
          </p:cNvPr>
          <p:cNvSpPr>
            <a:spLocks noGrp="1"/>
          </p:cNvSpPr>
          <p:nvPr>
            <p:ph type="body" sz="quarter" idx="14"/>
          </p:nvPr>
        </p:nvSpPr>
        <p:spPr>
          <a:xfrm>
            <a:off x="7132638" y="1262063"/>
            <a:ext cx="4141787" cy="4270375"/>
          </a:xfrm>
        </p:spPr>
        <p:txBody>
          <a:bodyPr/>
          <a:lstStyle/>
          <a:p>
            <a:r>
              <a:rPr lang="en-US" dirty="0">
                <a:sym typeface="Arial" panose="020B0604020202020204" pitchFamily="34" charset="0"/>
              </a:rPr>
              <a:t>Ipsum amet, consectetur adipiscing elit. Vivamus eros risus, lacinia sit amet bibendum eget, feugiat vitae odio. Aliquam a elit eu sem mollis faucibus sit amet vitae lacus. Nam ex arcu, aliquam ut lectus et, commodo ullamcorper tortor. </a:t>
            </a:r>
          </a:p>
        </p:txBody>
      </p:sp>
      <p:pic>
        <p:nvPicPr>
          <p:cNvPr id="9" name="Graphic 8" descr="Lilly Logo">
            <a:extLst>
              <a:ext uri="{FF2B5EF4-FFF2-40B4-BE49-F238E27FC236}">
                <a16:creationId xmlns:a16="http://schemas.microsoft.com/office/drawing/2014/main" id="{056889E7-36A4-8747-0DC2-5C1F6E0951B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a:xfrm>
            <a:off x="11667744" y="6510528"/>
            <a:ext cx="304800" cy="121920"/>
          </a:xfrm>
        </p:spPr>
        <p:txBody>
          <a:bodyPr/>
          <a:lstStyle/>
          <a:p>
            <a:fld id="{00000000-1234-1234-1234-123412341234}" type="slidenum">
              <a:rPr lang="en" smtClean="0"/>
              <a:pPr/>
              <a:t>65</a:t>
            </a:fld>
            <a:endParaRPr lang="en" dirty="0"/>
          </a:p>
        </p:txBody>
      </p:sp>
    </p:spTree>
    <p:extLst>
      <p:ext uri="{BB962C8B-B14F-4D97-AF65-F5344CB8AC3E}">
        <p14:creationId xmlns:p14="http://schemas.microsoft.com/office/powerpoint/2010/main" val="2334875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rgbClr val="E4EBF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6099048" cy="6858000"/>
          </a:xfrm>
        </p:spPr>
        <p:txBody>
          <a:bodyPr/>
          <a:lstStyle/>
          <a:p>
            <a:r>
              <a:rPr lang="en-US" dirty="0"/>
              <a:t>2 Section Divider Title</a:t>
            </a:r>
          </a:p>
        </p:txBody>
      </p:sp>
      <p:sp>
        <p:nvSpPr>
          <p:cNvPr id="5" name="Text Placeholder 4">
            <a:extLst>
              <a:ext uri="{FF2B5EF4-FFF2-40B4-BE49-F238E27FC236}">
                <a16:creationId xmlns:a16="http://schemas.microsoft.com/office/drawing/2014/main" id="{1A48E6A2-79C2-FECE-35CA-C813E3167B18}"/>
              </a:ext>
            </a:extLst>
          </p:cNvPr>
          <p:cNvSpPr>
            <a:spLocks noGrp="1"/>
          </p:cNvSpPr>
          <p:nvPr>
            <p:ph type="body" sz="quarter" idx="13"/>
          </p:nvPr>
        </p:nvSpPr>
        <p:spPr>
          <a:xfrm>
            <a:off x="301354" y="4144824"/>
            <a:ext cx="5536096" cy="1271587"/>
          </a:xfrm>
        </p:spPr>
        <p:txBody>
          <a:bodyPr/>
          <a:lstStyle/>
          <a:p>
            <a:r>
              <a:rPr lang="en-US"/>
              <a:t>Subtitle</a:t>
            </a:r>
          </a:p>
        </p:txBody>
      </p:sp>
      <p:sp>
        <p:nvSpPr>
          <p:cNvPr id="6" name="Text Placeholder 5">
            <a:extLst>
              <a:ext uri="{FF2B5EF4-FFF2-40B4-BE49-F238E27FC236}">
                <a16:creationId xmlns:a16="http://schemas.microsoft.com/office/drawing/2014/main" id="{D1E772A7-2A64-ED00-8883-D338020A6AE4}"/>
              </a:ext>
            </a:extLst>
          </p:cNvPr>
          <p:cNvSpPr>
            <a:spLocks noGrp="1"/>
          </p:cNvSpPr>
          <p:nvPr>
            <p:ph type="body" sz="quarter" idx="14"/>
          </p:nvPr>
        </p:nvSpPr>
        <p:spPr>
          <a:xfrm>
            <a:off x="7132638" y="1262063"/>
            <a:ext cx="4141787" cy="4270375"/>
          </a:xfrm>
        </p:spPr>
        <p:txBody>
          <a:bodyPr/>
          <a:lstStyle/>
          <a:p>
            <a:r>
              <a:rPr lang="en-US" dirty="0">
                <a:sym typeface="Arial" panose="020B0604020202020204" pitchFamily="34" charset="0"/>
              </a:rPr>
              <a:t>Ipsum amet, consectetur adipiscing elit. Vivamus eros risus, lacinia sit amet bibendum eget, feugiat vitae odio. Aliquam a elit eu sem mollis faucibus sit amet vitae lacus. Nam ex arcu, aliquam ut lectus et, commodo ullamcorper tortor. </a:t>
            </a:r>
          </a:p>
        </p:txBody>
      </p:sp>
      <p:pic>
        <p:nvPicPr>
          <p:cNvPr id="7" name="Graphic 6" descr="Lilly Logo">
            <a:extLst>
              <a:ext uri="{FF2B5EF4-FFF2-40B4-BE49-F238E27FC236}">
                <a16:creationId xmlns:a16="http://schemas.microsoft.com/office/drawing/2014/main" id="{38EE028E-39DC-FAD2-855C-10B07703DFD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07264" y="6425184"/>
            <a:ext cx="451103" cy="246354"/>
          </a:xfrm>
          <a:prstGeom prst="rect">
            <a:avLst/>
          </a:prstGeom>
        </p:spPr>
      </p:pic>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a:xfrm>
            <a:off x="11667744" y="6510528"/>
            <a:ext cx="304800" cy="121920"/>
          </a:xfrm>
        </p:spPr>
        <p:txBody>
          <a:bodyPr/>
          <a:lstStyle/>
          <a:p>
            <a:fld id="{00000000-1234-1234-1234-123412341234}" type="slidenum">
              <a:rPr lang="en" smtClean="0"/>
              <a:pPr/>
              <a:t>66</a:t>
            </a:fld>
            <a:endParaRPr lang="en" dirty="0"/>
          </a:p>
        </p:txBody>
      </p:sp>
    </p:spTree>
    <p:extLst>
      <p:ext uri="{BB962C8B-B14F-4D97-AF65-F5344CB8AC3E}">
        <p14:creationId xmlns:p14="http://schemas.microsoft.com/office/powerpoint/2010/main" val="7527686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12188952" cy="3474720"/>
          </a:xfrm>
        </p:spPr>
        <p:txBody>
          <a:bodyPr/>
          <a:lstStyle/>
          <a:p>
            <a:r>
              <a:rPr lang="en-US" dirty="0"/>
              <a:t>3 Section Divider Title</a:t>
            </a:r>
          </a:p>
        </p:txBody>
      </p:sp>
      <p:sp>
        <p:nvSpPr>
          <p:cNvPr id="12" name="Text Placeholder 11">
            <a:extLst>
              <a:ext uri="{FF2B5EF4-FFF2-40B4-BE49-F238E27FC236}">
                <a16:creationId xmlns:a16="http://schemas.microsoft.com/office/drawing/2014/main" id="{06A39A9A-5068-1802-7CD2-79B6C634C98B}"/>
              </a:ext>
            </a:extLst>
          </p:cNvPr>
          <p:cNvSpPr>
            <a:spLocks noGrp="1"/>
          </p:cNvSpPr>
          <p:nvPr>
            <p:ph type="body" sz="quarter" idx="15"/>
          </p:nvPr>
        </p:nvSpPr>
        <p:spPr/>
        <p:txBody>
          <a:bodyPr/>
          <a:lstStyle/>
          <a:p>
            <a:r>
              <a:rPr lang="en-US"/>
              <a:t>Lorem ipsum dolor sit amet, consectetur adipiscing elit. Vivamus eros lacinia sit amet bibendum eget feugiat vitae odio.</a:t>
            </a:r>
          </a:p>
        </p:txBody>
      </p:sp>
      <p:sp>
        <p:nvSpPr>
          <p:cNvPr id="14" name="Text Placeholder 13">
            <a:extLst>
              <a:ext uri="{FF2B5EF4-FFF2-40B4-BE49-F238E27FC236}">
                <a16:creationId xmlns:a16="http://schemas.microsoft.com/office/drawing/2014/main" id="{85F8AFB0-3C32-9D8E-22D6-BFA25FAF7186}"/>
              </a:ext>
            </a:extLst>
          </p:cNvPr>
          <p:cNvSpPr>
            <a:spLocks noGrp="1"/>
          </p:cNvSpPr>
          <p:nvPr>
            <p:ph type="body" sz="quarter" idx="14"/>
          </p:nvPr>
        </p:nvSpPr>
        <p:spPr/>
        <p:txBody>
          <a:bodyPr/>
          <a:lstStyle/>
          <a:p>
            <a:r>
              <a:rPr lang="en-US"/>
              <a:t>Dolor sit amet, consectetur adipiscing elit. Vivamus eros </a:t>
            </a:r>
            <a:br>
              <a:rPr lang="en-US"/>
            </a:br>
            <a:r>
              <a:rPr lang="en-US"/>
              <a:t>lacinia bibendum eget feugiat </a:t>
            </a:r>
            <a:br>
              <a:rPr lang="en-US"/>
            </a:br>
            <a:r>
              <a:rPr lang="en-US"/>
              <a:t>vitae amet odio.</a:t>
            </a:r>
          </a:p>
        </p:txBody>
      </p:sp>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a:xfrm>
            <a:off x="11667744" y="6510528"/>
            <a:ext cx="304800" cy="121920"/>
          </a:xfrm>
        </p:spPr>
        <p:txBody>
          <a:bodyPr/>
          <a:lstStyle/>
          <a:p>
            <a:fld id="{00000000-1234-1234-1234-123412341234}" type="slidenum">
              <a:rPr lang="en" smtClean="0"/>
              <a:pPr/>
              <a:t>67</a:t>
            </a:fld>
            <a:endParaRPr lang="en" dirty="0"/>
          </a:p>
        </p:txBody>
      </p:sp>
    </p:spTree>
    <p:extLst>
      <p:ext uri="{BB962C8B-B14F-4D97-AF65-F5344CB8AC3E}">
        <p14:creationId xmlns:p14="http://schemas.microsoft.com/office/powerpoint/2010/main" val="28708333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12188952" cy="3474720"/>
          </a:xfrm>
          <a:solidFill>
            <a:schemeClr val="tx2"/>
          </a:solidFill>
        </p:spPr>
        <p:txBody>
          <a:bodyPr/>
          <a:lstStyle/>
          <a:p>
            <a:r>
              <a:rPr lang="en-US" dirty="0"/>
              <a:t>4 Section Divider Title</a:t>
            </a:r>
          </a:p>
        </p:txBody>
      </p:sp>
      <p:sp>
        <p:nvSpPr>
          <p:cNvPr id="12" name="Text Placeholder 11">
            <a:extLst>
              <a:ext uri="{FF2B5EF4-FFF2-40B4-BE49-F238E27FC236}">
                <a16:creationId xmlns:a16="http://schemas.microsoft.com/office/drawing/2014/main" id="{06A39A9A-5068-1802-7CD2-79B6C634C98B}"/>
              </a:ext>
            </a:extLst>
          </p:cNvPr>
          <p:cNvSpPr>
            <a:spLocks noGrp="1"/>
          </p:cNvSpPr>
          <p:nvPr>
            <p:ph type="body" sz="quarter" idx="15"/>
          </p:nvPr>
        </p:nvSpPr>
        <p:spPr/>
        <p:txBody>
          <a:bodyPr/>
          <a:lstStyle/>
          <a:p>
            <a:r>
              <a:rPr lang="en-US"/>
              <a:t>Lorem ipsum dolor sit amet, consectetur adipiscing elit. Vivamus eros lacinia sit amet bibendum eget feugiat vitae odio.</a:t>
            </a:r>
          </a:p>
        </p:txBody>
      </p:sp>
      <p:sp>
        <p:nvSpPr>
          <p:cNvPr id="14" name="Text Placeholder 13">
            <a:extLst>
              <a:ext uri="{FF2B5EF4-FFF2-40B4-BE49-F238E27FC236}">
                <a16:creationId xmlns:a16="http://schemas.microsoft.com/office/drawing/2014/main" id="{85F8AFB0-3C32-9D8E-22D6-BFA25FAF7186}"/>
              </a:ext>
            </a:extLst>
          </p:cNvPr>
          <p:cNvSpPr>
            <a:spLocks noGrp="1"/>
          </p:cNvSpPr>
          <p:nvPr>
            <p:ph type="body" sz="quarter" idx="14"/>
          </p:nvPr>
        </p:nvSpPr>
        <p:spPr>
          <a:solidFill>
            <a:schemeClr val="accent6"/>
          </a:solidFill>
        </p:spPr>
        <p:txBody>
          <a:bodyPr/>
          <a:lstStyle/>
          <a:p>
            <a:r>
              <a:rPr lang="en-US">
                <a:solidFill>
                  <a:schemeClr val="tx1"/>
                </a:solidFill>
              </a:rPr>
              <a:t>Dolor sit amet, consectetur adipiscing elit. Vivamus eros </a:t>
            </a:r>
            <a:br>
              <a:rPr lang="en-US">
                <a:solidFill>
                  <a:schemeClr val="tx1"/>
                </a:solidFill>
              </a:rPr>
            </a:br>
            <a:r>
              <a:rPr lang="en-US">
                <a:solidFill>
                  <a:schemeClr val="tx1"/>
                </a:solidFill>
              </a:rPr>
              <a:t>lacinia bibendum eget feugiat </a:t>
            </a:r>
            <a:br>
              <a:rPr lang="en-US">
                <a:solidFill>
                  <a:schemeClr val="tx1"/>
                </a:solidFill>
              </a:rPr>
            </a:br>
            <a:r>
              <a:rPr lang="en-US">
                <a:solidFill>
                  <a:schemeClr val="tx1"/>
                </a:solidFill>
              </a:rPr>
              <a:t>vitae amet odio.</a:t>
            </a:r>
          </a:p>
        </p:txBody>
      </p:sp>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a:xfrm>
            <a:off x="9192768" y="6510528"/>
            <a:ext cx="2438400" cy="121920"/>
          </a:xfrm>
        </p:spPr>
        <p:txBody>
          <a:bodyPr/>
          <a:lstStyle/>
          <a:p>
            <a:r>
              <a:rPr lang="en-US" dirty="0">
                <a:solidFill>
                  <a:schemeClr val="tx1"/>
                </a:solidFill>
              </a:rPr>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a:xfrm>
            <a:off x="11667744" y="6510528"/>
            <a:ext cx="304800" cy="121920"/>
          </a:xfrm>
        </p:spPr>
        <p:txBody>
          <a:bodyPr/>
          <a:lstStyle/>
          <a:p>
            <a:fld id="{00000000-1234-1234-1234-123412341234}" type="slidenum">
              <a:rPr lang="en" smtClean="0">
                <a:solidFill>
                  <a:schemeClr val="tx1"/>
                </a:solidFill>
              </a:rPr>
              <a:pPr/>
              <a:t>68</a:t>
            </a:fld>
            <a:endParaRPr lang="en" dirty="0">
              <a:solidFill>
                <a:schemeClr val="tx1"/>
              </a:solidFill>
            </a:endParaRPr>
          </a:p>
        </p:txBody>
      </p:sp>
    </p:spTree>
    <p:extLst>
      <p:ext uri="{BB962C8B-B14F-4D97-AF65-F5344CB8AC3E}">
        <p14:creationId xmlns:p14="http://schemas.microsoft.com/office/powerpoint/2010/main" val="3315582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0DC94-46FE-6BB4-4C58-188AB2720CBE}"/>
              </a:ext>
            </a:extLst>
          </p:cNvPr>
          <p:cNvSpPr>
            <a:spLocks noGrp="1"/>
          </p:cNvSpPr>
          <p:nvPr>
            <p:ph type="title"/>
          </p:nvPr>
        </p:nvSpPr>
        <p:spPr>
          <a:xfrm>
            <a:off x="0" y="0"/>
            <a:ext cx="12188952" cy="3474720"/>
          </a:xfrm>
          <a:solidFill>
            <a:srgbClr val="E1251B"/>
          </a:solidFill>
        </p:spPr>
        <p:txBody>
          <a:bodyPr/>
          <a:lstStyle/>
          <a:p>
            <a:r>
              <a:rPr lang="en-US" dirty="0"/>
              <a:t>5 Section Divider Title</a:t>
            </a:r>
          </a:p>
        </p:txBody>
      </p:sp>
      <p:sp>
        <p:nvSpPr>
          <p:cNvPr id="12" name="Text Placeholder 11">
            <a:extLst>
              <a:ext uri="{FF2B5EF4-FFF2-40B4-BE49-F238E27FC236}">
                <a16:creationId xmlns:a16="http://schemas.microsoft.com/office/drawing/2014/main" id="{06A39A9A-5068-1802-7CD2-79B6C634C98B}"/>
              </a:ext>
            </a:extLst>
          </p:cNvPr>
          <p:cNvSpPr>
            <a:spLocks noGrp="1"/>
          </p:cNvSpPr>
          <p:nvPr>
            <p:ph type="body" sz="quarter" idx="15"/>
          </p:nvPr>
        </p:nvSpPr>
        <p:spPr/>
        <p:txBody>
          <a:bodyPr/>
          <a:lstStyle/>
          <a:p>
            <a:r>
              <a:rPr lang="en-US"/>
              <a:t>Lorem ipsum dolor sit amet, consectetur adipiscing elit. Vivamus eros lacinia sit amet bibendum eget feugiat vitae odio.</a:t>
            </a:r>
          </a:p>
        </p:txBody>
      </p:sp>
      <p:sp>
        <p:nvSpPr>
          <p:cNvPr id="14" name="Text Placeholder 13">
            <a:extLst>
              <a:ext uri="{FF2B5EF4-FFF2-40B4-BE49-F238E27FC236}">
                <a16:creationId xmlns:a16="http://schemas.microsoft.com/office/drawing/2014/main" id="{85F8AFB0-3C32-9D8E-22D6-BFA25FAF7186}"/>
              </a:ext>
            </a:extLst>
          </p:cNvPr>
          <p:cNvSpPr>
            <a:spLocks noGrp="1"/>
          </p:cNvSpPr>
          <p:nvPr>
            <p:ph type="body" sz="quarter" idx="14"/>
          </p:nvPr>
        </p:nvSpPr>
        <p:spPr>
          <a:solidFill>
            <a:schemeClr val="accent3"/>
          </a:solidFill>
        </p:spPr>
        <p:txBody>
          <a:bodyPr/>
          <a:lstStyle/>
          <a:p>
            <a:r>
              <a:rPr lang="en-US">
                <a:solidFill>
                  <a:schemeClr val="tx1"/>
                </a:solidFill>
              </a:rPr>
              <a:t>Dolor sit amet, consectetur adipiscing elit. Vivamus eros </a:t>
            </a:r>
            <a:br>
              <a:rPr lang="en-US">
                <a:solidFill>
                  <a:schemeClr val="tx1"/>
                </a:solidFill>
              </a:rPr>
            </a:br>
            <a:r>
              <a:rPr lang="en-US">
                <a:solidFill>
                  <a:schemeClr val="tx1"/>
                </a:solidFill>
              </a:rPr>
              <a:t>lacinia bibendum eget feugiat </a:t>
            </a:r>
            <a:br>
              <a:rPr lang="en-US">
                <a:solidFill>
                  <a:schemeClr val="tx1"/>
                </a:solidFill>
              </a:rPr>
            </a:br>
            <a:r>
              <a:rPr lang="en-US">
                <a:solidFill>
                  <a:schemeClr val="tx1"/>
                </a:solidFill>
              </a:rPr>
              <a:t>vitae amet odio.</a:t>
            </a:r>
          </a:p>
        </p:txBody>
      </p:sp>
      <p:sp>
        <p:nvSpPr>
          <p:cNvPr id="2" name="Footer Placeholder 1">
            <a:extLst>
              <a:ext uri="{FF2B5EF4-FFF2-40B4-BE49-F238E27FC236}">
                <a16:creationId xmlns:a16="http://schemas.microsoft.com/office/drawing/2014/main" id="{48ECDF9B-E973-1652-7BB8-18247FC59B74}"/>
              </a:ext>
            </a:extLst>
          </p:cNvPr>
          <p:cNvSpPr>
            <a:spLocks noGrp="1"/>
          </p:cNvSpPr>
          <p:nvPr>
            <p:ph type="ftr" sz="quarter" idx="11"/>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DFD5B640-95D7-F072-C132-7B3F3318DA88}"/>
              </a:ext>
            </a:extLst>
          </p:cNvPr>
          <p:cNvSpPr>
            <a:spLocks noGrp="1"/>
          </p:cNvSpPr>
          <p:nvPr>
            <p:ph type="sldNum" idx="12"/>
          </p:nvPr>
        </p:nvSpPr>
        <p:spPr>
          <a:xfrm>
            <a:off x="11667744" y="6510528"/>
            <a:ext cx="304800" cy="121920"/>
          </a:xfrm>
        </p:spPr>
        <p:txBody>
          <a:bodyPr/>
          <a:lstStyle/>
          <a:p>
            <a:fld id="{00000000-1234-1234-1234-123412341234}" type="slidenum">
              <a:rPr lang="en" smtClean="0"/>
              <a:pPr/>
              <a:t>69</a:t>
            </a:fld>
            <a:endParaRPr lang="en" dirty="0"/>
          </a:p>
        </p:txBody>
      </p:sp>
    </p:spTree>
    <p:extLst>
      <p:ext uri="{BB962C8B-B14F-4D97-AF65-F5344CB8AC3E}">
        <p14:creationId xmlns:p14="http://schemas.microsoft.com/office/powerpoint/2010/main" val="23626662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D0C789-FA15-8718-7772-0A453DBAB86D}"/>
              </a:ext>
            </a:extLst>
          </p:cNvPr>
          <p:cNvSpPr>
            <a:spLocks noGrp="1"/>
          </p:cNvSpPr>
          <p:nvPr>
            <p:ph type="title"/>
          </p:nvPr>
        </p:nvSpPr>
        <p:spPr/>
        <p:txBody>
          <a:bodyPr/>
          <a:lstStyle/>
          <a:p>
            <a:r>
              <a:rPr lang="en-US"/>
              <a:t>Title, Content and Picture Slide</a:t>
            </a:r>
          </a:p>
        </p:txBody>
      </p:sp>
      <p:sp>
        <p:nvSpPr>
          <p:cNvPr id="6" name="Text Placeholder 5">
            <a:extLst>
              <a:ext uri="{FF2B5EF4-FFF2-40B4-BE49-F238E27FC236}">
                <a16:creationId xmlns:a16="http://schemas.microsoft.com/office/drawing/2014/main" id="{7BD43455-56D6-7E86-C408-6DB039870D40}"/>
              </a:ext>
            </a:extLst>
          </p:cNvPr>
          <p:cNvSpPr>
            <a:spLocks noGrp="1"/>
          </p:cNvSpPr>
          <p:nvPr>
            <p:ph type="body" sz="quarter" idx="13"/>
          </p:nvPr>
        </p:nvSpPr>
        <p:spPr/>
        <p:txBody>
          <a:bodyPr/>
          <a:lstStyle/>
          <a:p>
            <a:r>
              <a:rPr lang="en-US"/>
              <a:t>Lorem ipsum dolor sit elita met, consectetur adipiscing elit,</a:t>
            </a:r>
            <a:br>
              <a:rPr lang="en-US"/>
            </a:br>
            <a:r>
              <a:rPr lang="en-US"/>
              <a:t>sed do eiusmod tempor incididunt ut labore et dolore magna aliqua. Ut enim ad m veniam, quis nostrud exercitation ullamco laboris nisi ut aliquip ex ea commodo consequat.</a:t>
            </a:r>
          </a:p>
        </p:txBody>
      </p:sp>
      <p:pic>
        <p:nvPicPr>
          <p:cNvPr id="11" name="Picture Placeholder 10" descr="A person in a lab coat holding a tube">
            <a:extLst>
              <a:ext uri="{FF2B5EF4-FFF2-40B4-BE49-F238E27FC236}">
                <a16:creationId xmlns:a16="http://schemas.microsoft.com/office/drawing/2014/main" id="{C8FFDAF0-CBC4-FAB0-6FC1-CAE40A376B27}"/>
              </a:ext>
            </a:extLst>
          </p:cNvPr>
          <p:cNvPicPr>
            <a:picLocks noGrp="1" noChangeAspect="1"/>
          </p:cNvPicPr>
          <p:nvPr>
            <p:ph type="pic" sz="quarter" idx="10"/>
          </p:nvPr>
        </p:nvPicPr>
        <p:blipFill>
          <a:blip r:embed="rId3"/>
          <a:srcRect l="48" r="48"/>
          <a:stretch>
            <a:fillRect/>
          </a:stretch>
        </p:blipFill>
        <p:spPr/>
      </p:pic>
      <p:sp>
        <p:nvSpPr>
          <p:cNvPr id="3" name="Footer Placeholder 2">
            <a:extLst>
              <a:ext uri="{FF2B5EF4-FFF2-40B4-BE49-F238E27FC236}">
                <a16:creationId xmlns:a16="http://schemas.microsoft.com/office/drawing/2014/main" id="{F492014E-2494-D0CE-E189-1F0937AC3412}"/>
              </a:ext>
            </a:extLst>
          </p:cNvPr>
          <p:cNvSpPr>
            <a:spLocks noGrp="1"/>
          </p:cNvSpPr>
          <p:nvPr>
            <p:ph type="ftr" sz="quarter" idx="11"/>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F88E00C1-EC13-5DAE-B1D0-DBD36EE0C38D}"/>
              </a:ext>
            </a:extLst>
          </p:cNvPr>
          <p:cNvSpPr>
            <a:spLocks noGrp="1"/>
          </p:cNvSpPr>
          <p:nvPr>
            <p:ph type="sldNum" idx="12"/>
          </p:nvPr>
        </p:nvSpPr>
        <p:spPr/>
        <p:txBody>
          <a:bodyPr/>
          <a:lstStyle/>
          <a:p>
            <a:fld id="{00000000-1234-1234-1234-123412341234}" type="slidenum">
              <a:rPr lang="en" smtClean="0"/>
              <a:pPr/>
              <a:t>70</a:t>
            </a:fld>
            <a:endParaRPr lang="en" dirty="0"/>
          </a:p>
        </p:txBody>
      </p:sp>
    </p:spTree>
    <p:extLst>
      <p:ext uri="{BB962C8B-B14F-4D97-AF65-F5344CB8AC3E}">
        <p14:creationId xmlns:p14="http://schemas.microsoft.com/office/powerpoint/2010/main" val="6145534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D0C789-FA15-8718-7772-0A453DBAB86D}"/>
              </a:ext>
            </a:extLst>
          </p:cNvPr>
          <p:cNvSpPr>
            <a:spLocks noGrp="1"/>
          </p:cNvSpPr>
          <p:nvPr>
            <p:ph type="title"/>
          </p:nvPr>
        </p:nvSpPr>
        <p:spPr/>
        <p:txBody>
          <a:bodyPr/>
          <a:lstStyle/>
          <a:p>
            <a:r>
              <a:rPr lang="en-US" dirty="0"/>
              <a:t>Alt Title, Content and Picture Slide</a:t>
            </a:r>
          </a:p>
        </p:txBody>
      </p:sp>
      <p:sp>
        <p:nvSpPr>
          <p:cNvPr id="6" name="Text Placeholder 5">
            <a:extLst>
              <a:ext uri="{FF2B5EF4-FFF2-40B4-BE49-F238E27FC236}">
                <a16:creationId xmlns:a16="http://schemas.microsoft.com/office/drawing/2014/main" id="{7BD43455-56D6-7E86-C408-6DB039870D40}"/>
              </a:ext>
            </a:extLst>
          </p:cNvPr>
          <p:cNvSpPr>
            <a:spLocks noGrp="1"/>
          </p:cNvSpPr>
          <p:nvPr>
            <p:ph type="body" sz="quarter" idx="13"/>
          </p:nvPr>
        </p:nvSpPr>
        <p:spPr/>
        <p:txBody>
          <a:bodyPr/>
          <a:lstStyle/>
          <a:p>
            <a:r>
              <a:rPr lang="en-US"/>
              <a:t>Lorem ipsum dolor sit elita met, consectetur adipiscing elit,</a:t>
            </a:r>
            <a:br>
              <a:rPr lang="en-US"/>
            </a:br>
            <a:r>
              <a:rPr lang="en-US"/>
              <a:t>sed do eiusmod tempor incididunt ut labore et dolore magna aliqua. Ut enim ad m veniam, quis nostrud exercitation ullamco laboris nisi ut aliquip ex ea commodo consequat.</a:t>
            </a:r>
          </a:p>
        </p:txBody>
      </p:sp>
      <p:pic>
        <p:nvPicPr>
          <p:cNvPr id="9" name="Picture Placeholder 8">
            <a:extLst>
              <a:ext uri="{FF2B5EF4-FFF2-40B4-BE49-F238E27FC236}">
                <a16:creationId xmlns:a16="http://schemas.microsoft.com/office/drawing/2014/main" id="{903A4AAB-674A-AAA5-02DF-506F18B36FFB}"/>
              </a:ext>
              <a:ext uri="{C183D7F6-B498-43B3-948B-1728B52AA6E4}">
                <adec:decorative xmlns:adec="http://schemas.microsoft.com/office/drawing/2017/decorative" val="1"/>
              </a:ext>
            </a:extLst>
          </p:cNvPr>
          <p:cNvPicPr>
            <a:picLocks noGrp="1" noChangeAspect="1"/>
          </p:cNvPicPr>
          <p:nvPr>
            <p:ph type="pic" sz="quarter" idx="10"/>
          </p:nvPr>
        </p:nvPicPr>
        <p:blipFill>
          <a:blip r:embed="rId3"/>
          <a:srcRect l="48" r="48"/>
          <a:stretch>
            <a:fillRect/>
          </a:stretch>
        </p:blipFill>
        <p:spPr/>
      </p:pic>
      <p:pic>
        <p:nvPicPr>
          <p:cNvPr id="10" name="Graphic 9" descr="Lilly Logo">
            <a:extLst>
              <a:ext uri="{FF2B5EF4-FFF2-40B4-BE49-F238E27FC236}">
                <a16:creationId xmlns:a16="http://schemas.microsoft.com/office/drawing/2014/main" id="{B6BD12D1-C28E-3F81-D1F9-E683C5C14BC5}"/>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F492014E-2494-D0CE-E189-1F0937AC3412}"/>
              </a:ext>
            </a:extLst>
          </p:cNvPr>
          <p:cNvSpPr>
            <a:spLocks noGrp="1"/>
          </p:cNvSpPr>
          <p:nvPr>
            <p:ph type="ftr" sz="quarter" idx="11"/>
          </p:nvPr>
        </p:nvSpPr>
        <p:spPr/>
        <p:txBody>
          <a:bodyPr/>
          <a:lstStyle/>
          <a:p>
            <a:r>
              <a:rPr lang="en-US" dirty="0">
                <a:solidFill>
                  <a:schemeClr val="tx1"/>
                </a:solidFill>
              </a:rPr>
              <a:t>Company Confidential  © 2025 Eli Lilly and Company</a:t>
            </a:r>
          </a:p>
        </p:txBody>
      </p:sp>
      <p:sp>
        <p:nvSpPr>
          <p:cNvPr id="4" name="Slide Number Placeholder 3">
            <a:extLst>
              <a:ext uri="{FF2B5EF4-FFF2-40B4-BE49-F238E27FC236}">
                <a16:creationId xmlns:a16="http://schemas.microsoft.com/office/drawing/2014/main" id="{F88E00C1-EC13-5DAE-B1D0-DBD36EE0C38D}"/>
              </a:ext>
            </a:extLst>
          </p:cNvPr>
          <p:cNvSpPr>
            <a:spLocks noGrp="1"/>
          </p:cNvSpPr>
          <p:nvPr>
            <p:ph type="sldNum" idx="12"/>
          </p:nvPr>
        </p:nvSpPr>
        <p:spPr/>
        <p:txBody>
          <a:bodyPr/>
          <a:lstStyle/>
          <a:p>
            <a:fld id="{00000000-1234-1234-1234-123412341234}" type="slidenum">
              <a:rPr lang="en" smtClean="0">
                <a:solidFill>
                  <a:schemeClr val="tx1"/>
                </a:solidFill>
              </a:rPr>
              <a:pPr/>
              <a:t>71</a:t>
            </a:fld>
            <a:endParaRPr lang="en" dirty="0">
              <a:solidFill>
                <a:schemeClr val="tx1"/>
              </a:solidFill>
            </a:endParaRPr>
          </a:p>
        </p:txBody>
      </p:sp>
    </p:spTree>
    <p:extLst>
      <p:ext uri="{BB962C8B-B14F-4D97-AF65-F5344CB8AC3E}">
        <p14:creationId xmlns:p14="http://schemas.microsoft.com/office/powerpoint/2010/main" val="1992709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a:t>Standard Header</a:t>
            </a:r>
          </a:p>
        </p:txBody>
      </p:sp>
      <p:sp>
        <p:nvSpPr>
          <p:cNvPr id="54" name="Text Placeholder 53">
            <a:extLst>
              <a:ext uri="{FF2B5EF4-FFF2-40B4-BE49-F238E27FC236}">
                <a16:creationId xmlns:a16="http://schemas.microsoft.com/office/drawing/2014/main" id="{31C0E176-A30E-542F-3D54-8FE1D31842EE}"/>
              </a:ext>
            </a:extLst>
          </p:cNvPr>
          <p:cNvSpPr>
            <a:spLocks noGrp="1"/>
          </p:cNvSpPr>
          <p:nvPr>
            <p:ph type="body" sz="quarter" idx="14"/>
          </p:nvPr>
        </p:nvSpPr>
        <p:spPr/>
        <p:txBody>
          <a:bodyPr/>
          <a:lstStyle/>
          <a:p>
            <a:r>
              <a:rPr lang="en-US" dirty="0">
                <a:sym typeface="Arial" panose="020B0604020202020204" pitchFamily="34" charset="0"/>
              </a:rPr>
              <a:t>Caption or descriptive statement</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t>LOREM</a:t>
            </a:r>
            <a:br>
              <a:rPr lang="en-US" dirty="0"/>
            </a:br>
            <a:r>
              <a:rPr lang="en-US" dirty="0"/>
              <a:t>IPSUM</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3"/>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br>
              <a:rPr lang="en-US" dirty="0">
                <a:sym typeface="Arial" panose="020B0604020202020204" pitchFamily="34" charset="0"/>
              </a:rPr>
            </a:br>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br>
              <a:rPr lang="en-US" dirty="0">
                <a:sym typeface="Arial" panose="020B0604020202020204" pitchFamily="34" charset="0"/>
              </a:rPr>
            </a:br>
            <a:r>
              <a:rPr lang="en-US" dirty="0">
                <a:sym typeface="Arial" panose="020B0604020202020204" pitchFamily="34" charset="0"/>
              </a:rPr>
              <a:t>sed do.</a:t>
            </a:r>
          </a:p>
        </p:txBody>
      </p:sp>
      <p:sp>
        <p:nvSpPr>
          <p:cNvPr id="2" name="Text Placeholder 1">
            <a:extLst>
              <a:ext uri="{FF2B5EF4-FFF2-40B4-BE49-F238E27FC236}">
                <a16:creationId xmlns:a16="http://schemas.microsoft.com/office/drawing/2014/main" id="{DF732C43-2569-466B-D9D2-E25B9856F7DC}"/>
              </a:ext>
            </a:extLst>
          </p:cNvPr>
          <p:cNvSpPr>
            <a:spLocks noGrp="1"/>
          </p:cNvSpPr>
          <p:nvPr>
            <p:ph type="body" sz="quarter" idx="24"/>
          </p:nvPr>
        </p:nvSpPr>
        <p:spPr>
          <a:xfrm>
            <a:off x="2973531" y="2109355"/>
            <a:ext cx="1828800" cy="716972"/>
          </a:xfrm>
        </p:spPr>
        <p:txBody>
          <a:bodyPr/>
          <a:lstStyle/>
          <a:p>
            <a:r>
              <a:rPr lang="en-US" dirty="0"/>
              <a:t>LOREM</a:t>
            </a:r>
            <a:br>
              <a:rPr lang="en-US" dirty="0"/>
            </a:br>
            <a:r>
              <a:rPr lang="en-US" dirty="0"/>
              <a:t>IPSUM</a:t>
            </a:r>
          </a:p>
        </p:txBody>
      </p:sp>
      <p:sp>
        <p:nvSpPr>
          <p:cNvPr id="7" name="Text Placeholder 6">
            <a:extLst>
              <a:ext uri="{FF2B5EF4-FFF2-40B4-BE49-F238E27FC236}">
                <a16:creationId xmlns:a16="http://schemas.microsoft.com/office/drawing/2014/main" id="{70D25BD7-204C-CD9F-3A15-6C9500162BC2}"/>
              </a:ext>
            </a:extLst>
          </p:cNvPr>
          <p:cNvSpPr>
            <a:spLocks noGrp="1"/>
          </p:cNvSpPr>
          <p:nvPr>
            <p:ph type="body" sz="quarter" idx="25"/>
          </p:nvPr>
        </p:nvSpPr>
        <p:spPr>
          <a:xfrm>
            <a:off x="2973531" y="3247415"/>
            <a:ext cx="1828800" cy="1064812"/>
          </a:xfrm>
        </p:spPr>
        <p:txBody>
          <a:bodyPr/>
          <a:lstStyle/>
          <a:p>
            <a:r>
              <a:rPr lang="en-US" dirty="0">
                <a:sym typeface="Arial" panose="020B0604020202020204" pitchFamily="34" charset="0"/>
              </a:rPr>
              <a:t>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aliquaorem</a:t>
            </a:r>
            <a:r>
              <a:rPr lang="en-US" dirty="0">
                <a:sym typeface="Arial" panose="020B0604020202020204" pitchFamily="34" charset="0"/>
              </a:rPr>
              <a:t> ipsum dolor</a:t>
            </a:r>
            <a:br>
              <a:rPr lang="en-US" dirty="0">
                <a:sym typeface="Arial" panose="020B0604020202020204" pitchFamily="34" charset="0"/>
              </a:rPr>
            </a:br>
            <a:r>
              <a:rPr lang="en-US" dirty="0">
                <a:sym typeface="Arial" panose="020B0604020202020204" pitchFamily="34" charset="0"/>
              </a:rPr>
              <a:t>sit </a:t>
            </a:r>
            <a:r>
              <a:rPr lang="en-US" dirty="0" err="1">
                <a:sym typeface="Arial" panose="020B0604020202020204" pitchFamily="34" charset="0"/>
              </a:rPr>
              <a:t>amet</a:t>
            </a:r>
            <a:r>
              <a:rPr lang="en-US" dirty="0">
                <a:sym typeface="Arial" panose="020B0604020202020204" pitchFamily="34" charset="0"/>
              </a:rPr>
              <a:t> dolor.</a:t>
            </a:r>
            <a:endParaRPr lang="en-US" dirty="0"/>
          </a:p>
        </p:txBody>
      </p:sp>
      <p:sp>
        <p:nvSpPr>
          <p:cNvPr id="9" name="Text Placeholder 8">
            <a:extLst>
              <a:ext uri="{FF2B5EF4-FFF2-40B4-BE49-F238E27FC236}">
                <a16:creationId xmlns:a16="http://schemas.microsoft.com/office/drawing/2014/main" id="{805FF1D6-B126-8390-DD97-7CA9305C36D1}"/>
              </a:ext>
            </a:extLst>
          </p:cNvPr>
          <p:cNvSpPr>
            <a:spLocks noGrp="1"/>
          </p:cNvSpPr>
          <p:nvPr>
            <p:ph type="body" sz="quarter" idx="26"/>
          </p:nvPr>
        </p:nvSpPr>
        <p:spPr>
          <a:xfrm>
            <a:off x="5337463" y="2109355"/>
            <a:ext cx="1828800" cy="716972"/>
          </a:xfrm>
        </p:spPr>
        <p:txBody>
          <a:bodyPr/>
          <a:lstStyle/>
          <a:p>
            <a:r>
              <a:rPr lang="en-US" dirty="0"/>
              <a:t>LOREM</a:t>
            </a:r>
            <a:br>
              <a:rPr lang="en-US" dirty="0"/>
            </a:br>
            <a:r>
              <a:rPr lang="en-US" dirty="0"/>
              <a:t>IPSUM</a:t>
            </a:r>
          </a:p>
        </p:txBody>
      </p:sp>
      <p:sp>
        <p:nvSpPr>
          <p:cNvPr id="10" name="Text Placeholder 9">
            <a:extLst>
              <a:ext uri="{FF2B5EF4-FFF2-40B4-BE49-F238E27FC236}">
                <a16:creationId xmlns:a16="http://schemas.microsoft.com/office/drawing/2014/main" id="{5B333E11-8540-80E5-4A0E-4196DBE0623A}"/>
              </a:ext>
            </a:extLst>
          </p:cNvPr>
          <p:cNvSpPr>
            <a:spLocks noGrp="1"/>
          </p:cNvSpPr>
          <p:nvPr>
            <p:ph type="body" sz="quarter" idx="27"/>
          </p:nvPr>
        </p:nvSpPr>
        <p:spPr>
          <a:xfrm>
            <a:off x="5337463" y="3247415"/>
            <a:ext cx="1828800" cy="1064812"/>
          </a:xfrm>
        </p:spPr>
        <p:txBody>
          <a:bodyPr/>
          <a:lstStyle/>
          <a:p>
            <a:r>
              <a:rPr lang="en-US" dirty="0">
                <a:sym typeface="Arial" panose="020B0604020202020204" pitchFamily="34" charset="0"/>
              </a:rPr>
              <a:t>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 </a:t>
            </a:r>
            <a:r>
              <a:rPr lang="en-US" dirty="0" err="1">
                <a:sym typeface="Arial" panose="020B0604020202020204" pitchFamily="34" charset="0"/>
              </a:rPr>
              <a:t>orem</a:t>
            </a:r>
            <a:r>
              <a:rPr lang="en-US" dirty="0">
                <a:sym typeface="Arial" panose="020B0604020202020204" pitchFamily="34" charset="0"/>
              </a:rPr>
              <a:t> ipsum dolor sit </a:t>
            </a:r>
            <a:r>
              <a:rPr lang="en-US" dirty="0" err="1">
                <a:sym typeface="Arial" panose="020B0604020202020204" pitchFamily="34" charset="0"/>
              </a:rPr>
              <a:t>amet</a:t>
            </a:r>
            <a:r>
              <a:rPr lang="en-US" dirty="0">
                <a:sym typeface="Arial" panose="020B0604020202020204" pitchFamily="34" charset="0"/>
              </a:rPr>
              <a:t>, dolor.</a:t>
            </a:r>
            <a:endParaRPr lang="en-US" dirty="0"/>
          </a:p>
        </p:txBody>
      </p:sp>
      <p:sp>
        <p:nvSpPr>
          <p:cNvPr id="11" name="Text Placeholder 10">
            <a:extLst>
              <a:ext uri="{FF2B5EF4-FFF2-40B4-BE49-F238E27FC236}">
                <a16:creationId xmlns:a16="http://schemas.microsoft.com/office/drawing/2014/main" id="{34DE1941-445D-8714-24DA-3164721F4137}"/>
              </a:ext>
            </a:extLst>
          </p:cNvPr>
          <p:cNvSpPr>
            <a:spLocks noGrp="1"/>
          </p:cNvSpPr>
          <p:nvPr>
            <p:ph type="body" sz="quarter" idx="28"/>
          </p:nvPr>
        </p:nvSpPr>
        <p:spPr>
          <a:xfrm>
            <a:off x="7701395" y="2109355"/>
            <a:ext cx="1828800" cy="716972"/>
          </a:xfrm>
        </p:spPr>
        <p:txBody>
          <a:bodyPr/>
          <a:lstStyle/>
          <a:p>
            <a:r>
              <a:rPr lang="en-US" dirty="0"/>
              <a:t>LOREM</a:t>
            </a:r>
            <a:br>
              <a:rPr lang="en-US" dirty="0"/>
            </a:br>
            <a:r>
              <a:rPr lang="en-US" dirty="0"/>
              <a:t>IPSUM</a:t>
            </a:r>
          </a:p>
        </p:txBody>
      </p:sp>
      <p:sp>
        <p:nvSpPr>
          <p:cNvPr id="12" name="Text Placeholder 11">
            <a:extLst>
              <a:ext uri="{FF2B5EF4-FFF2-40B4-BE49-F238E27FC236}">
                <a16:creationId xmlns:a16="http://schemas.microsoft.com/office/drawing/2014/main" id="{A5EC9B78-1128-60D8-7FCE-CFA7620C332E}"/>
              </a:ext>
            </a:extLst>
          </p:cNvPr>
          <p:cNvSpPr>
            <a:spLocks noGrp="1"/>
          </p:cNvSpPr>
          <p:nvPr>
            <p:ph type="body" sz="quarter" idx="29"/>
          </p:nvPr>
        </p:nvSpPr>
        <p:spPr>
          <a:xfrm>
            <a:off x="7701395" y="3247415"/>
            <a:ext cx="1828800" cy="1064812"/>
          </a:xfrm>
        </p:spPr>
        <p:txBody>
          <a:bodyPr/>
          <a:lstStyle/>
          <a:p>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labore et dolore magna </a:t>
            </a:r>
            <a:r>
              <a:rPr lang="en-US" dirty="0" err="1">
                <a:sym typeface="Arial" panose="020B0604020202020204" pitchFamily="34" charset="0"/>
              </a:rPr>
              <a:t>aliqua</a:t>
            </a:r>
            <a:r>
              <a:rPr lang="en-US" dirty="0">
                <a:sym typeface="Arial" panose="020B0604020202020204" pitchFamily="34" charset="0"/>
              </a:rPr>
              <a:t>. </a:t>
            </a:r>
            <a:r>
              <a:rPr lang="en-US" dirty="0" err="1">
                <a:sym typeface="Arial" panose="020B0604020202020204" pitchFamily="34" charset="0"/>
              </a:rPr>
              <a:t>orem</a:t>
            </a:r>
            <a:r>
              <a:rPr lang="en-US" dirty="0">
                <a:sym typeface="Arial" panose="020B0604020202020204" pitchFamily="34" charset="0"/>
              </a:rPr>
              <a:t> ipsum dolor sit </a:t>
            </a:r>
            <a:r>
              <a:rPr lang="en-US" dirty="0" err="1">
                <a:sym typeface="Arial" panose="020B0604020202020204" pitchFamily="34" charset="0"/>
              </a:rPr>
              <a:t>amet</a:t>
            </a:r>
            <a:r>
              <a:rPr lang="en-US" dirty="0">
                <a:sym typeface="Arial" panose="020B0604020202020204" pitchFamily="34" charset="0"/>
              </a:rPr>
              <a:t>. </a:t>
            </a:r>
            <a:r>
              <a:rPr lang="en" dirty="0" err="1">
                <a:sym typeface="Arial" panose="020B0604020202020204" pitchFamily="34" charset="0"/>
              </a:rPr>
              <a:t>Consectetur</a:t>
            </a:r>
            <a:r>
              <a:rPr lang="en" dirty="0">
                <a:sym typeface="Arial" panose="020B0604020202020204" pitchFamily="34" charset="0"/>
              </a:rPr>
              <a:t> </a:t>
            </a:r>
            <a:r>
              <a:rPr lang="en" dirty="0" err="1">
                <a:sym typeface="Arial" panose="020B0604020202020204" pitchFamily="34" charset="0"/>
              </a:rPr>
              <a:t>adipiscing</a:t>
            </a:r>
            <a:r>
              <a:rPr lang="en" dirty="0">
                <a:sym typeface="Arial" panose="020B0604020202020204" pitchFamily="34" charset="0"/>
              </a:rPr>
              <a:t> </a:t>
            </a:r>
            <a:r>
              <a:rPr lang="en" dirty="0" err="1">
                <a:sym typeface="Arial" panose="020B0604020202020204" pitchFamily="34" charset="0"/>
              </a:rPr>
              <a:t>elit</a:t>
            </a:r>
            <a:r>
              <a:rPr lang="en" dirty="0">
                <a:sym typeface="Arial" panose="020B0604020202020204" pitchFamily="34" charset="0"/>
              </a:rPr>
              <a:t>.</a:t>
            </a:r>
            <a:endParaRPr lang="en-US" dirty="0"/>
          </a:p>
        </p:txBody>
      </p:sp>
      <p:sp>
        <p:nvSpPr>
          <p:cNvPr id="13" name="Text Placeholder 12">
            <a:extLst>
              <a:ext uri="{FF2B5EF4-FFF2-40B4-BE49-F238E27FC236}">
                <a16:creationId xmlns:a16="http://schemas.microsoft.com/office/drawing/2014/main" id="{DC4EA2CB-88B9-0856-3DA7-9F107EE451E4}"/>
              </a:ext>
            </a:extLst>
          </p:cNvPr>
          <p:cNvSpPr>
            <a:spLocks noGrp="1"/>
          </p:cNvSpPr>
          <p:nvPr>
            <p:ph type="body" sz="quarter" idx="30"/>
          </p:nvPr>
        </p:nvSpPr>
        <p:spPr>
          <a:xfrm>
            <a:off x="10065327" y="2109355"/>
            <a:ext cx="1828800" cy="716972"/>
          </a:xfrm>
        </p:spPr>
        <p:txBody>
          <a:bodyPr/>
          <a:lstStyle/>
          <a:p>
            <a:r>
              <a:rPr lang="en-US" dirty="0"/>
              <a:t>LOREM</a:t>
            </a:r>
            <a:br>
              <a:rPr lang="en-US" dirty="0"/>
            </a:br>
            <a:r>
              <a:rPr lang="en-US" dirty="0"/>
              <a:t>IPSUM</a:t>
            </a:r>
          </a:p>
        </p:txBody>
      </p:sp>
      <p:sp>
        <p:nvSpPr>
          <p:cNvPr id="15" name="Text Placeholder 14">
            <a:extLst>
              <a:ext uri="{FF2B5EF4-FFF2-40B4-BE49-F238E27FC236}">
                <a16:creationId xmlns:a16="http://schemas.microsoft.com/office/drawing/2014/main" id="{CB804791-8E0F-B9D2-DC7C-81E96A67F92F}"/>
              </a:ext>
            </a:extLst>
          </p:cNvPr>
          <p:cNvSpPr>
            <a:spLocks noGrp="1"/>
          </p:cNvSpPr>
          <p:nvPr>
            <p:ph type="body" sz="quarter" idx="31"/>
          </p:nvPr>
        </p:nvSpPr>
        <p:spPr>
          <a:xfrm>
            <a:off x="10065327" y="3247415"/>
            <a:ext cx="1828800" cy="1064812"/>
          </a:xfrm>
        </p:spPr>
        <p:txBody>
          <a:bodyPr/>
          <a:lstStyle/>
          <a:p>
            <a:r>
              <a:rPr lang="en-US" dirty="0" err="1"/>
              <a:t>Consectetur</a:t>
            </a:r>
            <a:r>
              <a:rPr lang="en-US" dirty="0"/>
              <a:t> </a:t>
            </a:r>
            <a:r>
              <a:rPr lang="en-US" dirty="0" err="1"/>
              <a:t>adipiscing</a:t>
            </a:r>
            <a:r>
              <a:rPr lang="en-US" dirty="0"/>
              <a:t> dolore magna </a:t>
            </a:r>
            <a:r>
              <a:rPr lang="en-US" dirty="0" err="1"/>
              <a:t>aliqua</a:t>
            </a:r>
            <a:r>
              <a:rPr lang="en-US" dirty="0"/>
              <a:t> </a:t>
            </a:r>
            <a:r>
              <a:rPr lang="en-US" dirty="0" err="1"/>
              <a:t>elit</a:t>
            </a:r>
            <a:r>
              <a:rPr lang="en" dirty="0">
                <a:sym typeface="Arial" panose="020B0604020202020204" pitchFamily="34" charset="0"/>
              </a:rPr>
              <a:t>. </a:t>
            </a:r>
            <a:r>
              <a:rPr lang="en-US" dirty="0">
                <a:sym typeface="Arial" panose="020B0604020202020204" pitchFamily="34" charset="0"/>
              </a:rPr>
              <a:t>Lorem ipsum sit </a:t>
            </a:r>
            <a:r>
              <a:rPr lang="en" dirty="0" err="1">
                <a:sym typeface="Arial" panose="020B0604020202020204" pitchFamily="34" charset="0"/>
              </a:rPr>
              <a:t>adipiscing</a:t>
            </a:r>
            <a:r>
              <a:rPr lang="en-US" dirty="0">
                <a:sym typeface="Arial" panose="020B0604020202020204" pitchFamily="34" charset="0"/>
              </a:rPr>
              <a:t>.</a:t>
            </a:r>
            <a:endParaRPr lang="en-US" dirty="0"/>
          </a:p>
        </p:txBody>
      </p:sp>
      <p:pic>
        <p:nvPicPr>
          <p:cNvPr id="34" name="Picture Placeholder 33" descr="A person wearing safety goggles">
            <a:extLst>
              <a:ext uri="{FF2B5EF4-FFF2-40B4-BE49-F238E27FC236}">
                <a16:creationId xmlns:a16="http://schemas.microsoft.com/office/drawing/2014/main" id="{2FA8C0B5-D5B9-8D0E-5093-EB7B0760D014}"/>
              </a:ext>
            </a:extLst>
          </p:cNvPr>
          <p:cNvPicPr>
            <a:picLocks noGrp="1" noChangeAspect="1"/>
          </p:cNvPicPr>
          <p:nvPr>
            <p:ph type="pic" sz="quarter" idx="21"/>
          </p:nvPr>
        </p:nvPicPr>
        <p:blipFill>
          <a:blip r:embed="rId3"/>
          <a:srcRect l="82" r="82"/>
          <a:stretch/>
        </p:blipFill>
        <p:spPr/>
      </p:pic>
      <p:cxnSp>
        <p:nvCxnSpPr>
          <p:cNvPr id="35" name="Divider 05">
            <a:extLst>
              <a:ext uri="{FF2B5EF4-FFF2-40B4-BE49-F238E27FC236}">
                <a16:creationId xmlns:a16="http://schemas.microsoft.com/office/drawing/2014/main" id="{4335CE01-51D5-D1F1-0989-80602AF6021B}"/>
              </a:ext>
              <a:ext uri="{C183D7F6-B498-43B3-948B-1728B52AA6E4}">
                <adec:decorative xmlns:adec="http://schemas.microsoft.com/office/drawing/2017/decorative" val="1"/>
              </a:ext>
            </a:extLst>
          </p:cNvPr>
          <p:cNvCxnSpPr>
            <a:cxnSpLocks/>
          </p:cNvCxnSpPr>
          <p:nvPr/>
        </p:nvCxnSpPr>
        <p:spPr>
          <a:xfrm>
            <a:off x="10059856" y="2940232"/>
            <a:ext cx="390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Divider 04">
            <a:extLst>
              <a:ext uri="{FF2B5EF4-FFF2-40B4-BE49-F238E27FC236}">
                <a16:creationId xmlns:a16="http://schemas.microsoft.com/office/drawing/2014/main" id="{EDFD9D3E-22F1-2EC9-BD65-BC363D706340}"/>
              </a:ext>
              <a:ext uri="{C183D7F6-B498-43B3-948B-1728B52AA6E4}">
                <adec:decorative xmlns:adec="http://schemas.microsoft.com/office/drawing/2017/decorative" val="1"/>
              </a:ext>
            </a:extLst>
          </p:cNvPr>
          <p:cNvCxnSpPr>
            <a:cxnSpLocks/>
          </p:cNvCxnSpPr>
          <p:nvPr/>
        </p:nvCxnSpPr>
        <p:spPr>
          <a:xfrm>
            <a:off x="7697293" y="2940232"/>
            <a:ext cx="390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Divider 03">
            <a:extLst>
              <a:ext uri="{FF2B5EF4-FFF2-40B4-BE49-F238E27FC236}">
                <a16:creationId xmlns:a16="http://schemas.microsoft.com/office/drawing/2014/main" id="{5FF9E18D-0513-C36B-FA2B-70A8FD463774}"/>
              </a:ext>
              <a:ext uri="{C183D7F6-B498-43B3-948B-1728B52AA6E4}">
                <adec:decorative xmlns:adec="http://schemas.microsoft.com/office/drawing/2017/decorative" val="1"/>
              </a:ext>
            </a:extLst>
          </p:cNvPr>
          <p:cNvCxnSpPr>
            <a:cxnSpLocks/>
          </p:cNvCxnSpPr>
          <p:nvPr/>
        </p:nvCxnSpPr>
        <p:spPr>
          <a:xfrm>
            <a:off x="5334729" y="2940232"/>
            <a:ext cx="390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Divider 02">
            <a:extLst>
              <a:ext uri="{FF2B5EF4-FFF2-40B4-BE49-F238E27FC236}">
                <a16:creationId xmlns:a16="http://schemas.microsoft.com/office/drawing/2014/main" id="{25763A88-C7DC-4286-1BE0-F4472F22DCE7}"/>
              </a:ext>
              <a:ext uri="{C183D7F6-B498-43B3-948B-1728B52AA6E4}">
                <adec:decorative xmlns:adec="http://schemas.microsoft.com/office/drawing/2017/decorative" val="1"/>
              </a:ext>
            </a:extLst>
          </p:cNvPr>
          <p:cNvCxnSpPr>
            <a:cxnSpLocks/>
          </p:cNvCxnSpPr>
          <p:nvPr/>
        </p:nvCxnSpPr>
        <p:spPr>
          <a:xfrm>
            <a:off x="2972165" y="2940234"/>
            <a:ext cx="390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Divider 01">
            <a:extLst>
              <a:ext uri="{FF2B5EF4-FFF2-40B4-BE49-F238E27FC236}">
                <a16:creationId xmlns:a16="http://schemas.microsoft.com/office/drawing/2014/main" id="{AD266195-3944-8039-63E5-08E5EBDE029F}"/>
              </a:ext>
              <a:ext uri="{C183D7F6-B498-43B3-948B-1728B52AA6E4}">
                <adec:decorative xmlns:adec="http://schemas.microsoft.com/office/drawing/2017/decorative" val="1"/>
              </a:ext>
            </a:extLst>
          </p:cNvPr>
          <p:cNvCxnSpPr>
            <a:cxnSpLocks/>
          </p:cNvCxnSpPr>
          <p:nvPr/>
        </p:nvCxnSpPr>
        <p:spPr>
          <a:xfrm>
            <a:off x="609601" y="2946860"/>
            <a:ext cx="390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Graphic 7" descr="Lilly Logo">
            <a:extLst>
              <a:ext uri="{FF2B5EF4-FFF2-40B4-BE49-F238E27FC236}">
                <a16:creationId xmlns:a16="http://schemas.microsoft.com/office/drawing/2014/main" id="{5526638F-22F2-E9DD-3502-AEDAFC21273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solidFill>
                  <a:schemeClr val="bg1"/>
                </a:solidFill>
              </a:rPr>
              <a:pPr/>
              <a:t>72</a:t>
            </a:fld>
            <a:endParaRPr lang="en-US">
              <a:solidFill>
                <a:schemeClr val="bg1"/>
              </a:solidFill>
            </a:endParaRPr>
          </a:p>
        </p:txBody>
      </p:sp>
    </p:spTree>
    <p:extLst>
      <p:ext uri="{BB962C8B-B14F-4D97-AF65-F5344CB8AC3E}">
        <p14:creationId xmlns:p14="http://schemas.microsoft.com/office/powerpoint/2010/main" val="29060572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Alt Timeline </a:t>
            </a:r>
          </a:p>
        </p:txBody>
      </p:sp>
      <p:sp>
        <p:nvSpPr>
          <p:cNvPr id="10" name="Text Placeholder 9">
            <a:extLst>
              <a:ext uri="{FF2B5EF4-FFF2-40B4-BE49-F238E27FC236}">
                <a16:creationId xmlns:a16="http://schemas.microsoft.com/office/drawing/2014/main" id="{5B333E11-8540-80E5-4A0E-4196DBE0623A}"/>
              </a:ext>
            </a:extLst>
          </p:cNvPr>
          <p:cNvSpPr>
            <a:spLocks noGrp="1"/>
          </p:cNvSpPr>
          <p:nvPr>
            <p:ph type="body" sz="quarter" idx="14"/>
          </p:nvPr>
        </p:nvSpPr>
        <p:spPr/>
        <p:txBody>
          <a:bodyPr/>
          <a:lstStyle/>
          <a:p>
            <a:r>
              <a:rPr lang="en-US" dirty="0">
                <a:sym typeface="Arial" panose="020B0604020202020204" pitchFamily="34" charset="0"/>
              </a:rPr>
              <a:t>Caption or descriptive statement</a:t>
            </a:r>
          </a:p>
        </p:txBody>
      </p:sp>
      <p:grpSp>
        <p:nvGrpSpPr>
          <p:cNvPr id="102" name="Graphic" descr="Timeline graphic">
            <a:extLst>
              <a:ext uri="{FF2B5EF4-FFF2-40B4-BE49-F238E27FC236}">
                <a16:creationId xmlns:a16="http://schemas.microsoft.com/office/drawing/2014/main" id="{CB7541D5-88E6-39A3-D9F1-2EC21F8BBB69}"/>
              </a:ext>
            </a:extLst>
          </p:cNvPr>
          <p:cNvGrpSpPr/>
          <p:nvPr/>
        </p:nvGrpSpPr>
        <p:grpSpPr>
          <a:xfrm>
            <a:off x="0" y="2065484"/>
            <a:ext cx="12192000" cy="176696"/>
            <a:chOff x="0" y="1684376"/>
            <a:chExt cx="9144000" cy="132522"/>
          </a:xfrm>
        </p:grpSpPr>
        <p:cxnSp>
          <p:nvCxnSpPr>
            <p:cNvPr id="103" name="Arrow">
              <a:extLst>
                <a:ext uri="{FF2B5EF4-FFF2-40B4-BE49-F238E27FC236}">
                  <a16:creationId xmlns:a16="http://schemas.microsoft.com/office/drawing/2014/main" id="{A33B7537-44C2-6A73-A4CA-A38BD9022DC5}"/>
                </a:ext>
              </a:extLst>
            </p:cNvPr>
            <p:cNvCxnSpPr>
              <a:cxnSpLocks/>
            </p:cNvCxnSpPr>
            <p:nvPr/>
          </p:nvCxnSpPr>
          <p:spPr>
            <a:xfrm>
              <a:off x="0" y="1750637"/>
              <a:ext cx="914400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4" name="Circle 05">
              <a:extLst>
                <a:ext uri="{FF2B5EF4-FFF2-40B4-BE49-F238E27FC236}">
                  <a16:creationId xmlns:a16="http://schemas.microsoft.com/office/drawing/2014/main" id="{8AD875BD-244B-72C4-3084-88E7DA4CB78A}"/>
                </a:ext>
              </a:extLst>
            </p:cNvPr>
            <p:cNvSpPr/>
            <p:nvPr/>
          </p:nvSpPr>
          <p:spPr>
            <a:xfrm>
              <a:off x="7544891" y="1684376"/>
              <a:ext cx="132522" cy="1325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89" dirty="0">
                <a:latin typeface="Arial" panose="020B0604020202020204" pitchFamily="34" charset="0"/>
              </a:endParaRPr>
            </a:p>
          </p:txBody>
        </p:sp>
        <p:sp>
          <p:nvSpPr>
            <p:cNvPr id="105" name="Circle 04">
              <a:extLst>
                <a:ext uri="{FF2B5EF4-FFF2-40B4-BE49-F238E27FC236}">
                  <a16:creationId xmlns:a16="http://schemas.microsoft.com/office/drawing/2014/main" id="{405C1C81-35AE-3D5C-46D2-94FD3B05B9CA}"/>
                </a:ext>
              </a:extLst>
            </p:cNvPr>
            <p:cNvSpPr/>
            <p:nvPr/>
          </p:nvSpPr>
          <p:spPr>
            <a:xfrm>
              <a:off x="5772969" y="1684376"/>
              <a:ext cx="132522" cy="1325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89" dirty="0">
                <a:latin typeface="Arial" panose="020B0604020202020204" pitchFamily="34" charset="0"/>
              </a:endParaRPr>
            </a:p>
          </p:txBody>
        </p:sp>
        <p:sp>
          <p:nvSpPr>
            <p:cNvPr id="106" name="Circle 03">
              <a:extLst>
                <a:ext uri="{FF2B5EF4-FFF2-40B4-BE49-F238E27FC236}">
                  <a16:creationId xmlns:a16="http://schemas.microsoft.com/office/drawing/2014/main" id="{988EF2D4-4DB7-64F2-F1B7-F0DBC91FF521}"/>
                </a:ext>
              </a:extLst>
            </p:cNvPr>
            <p:cNvSpPr/>
            <p:nvPr/>
          </p:nvSpPr>
          <p:spPr>
            <a:xfrm>
              <a:off x="4001046" y="1684376"/>
              <a:ext cx="132522" cy="1325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89" dirty="0">
                <a:latin typeface="Arial" panose="020B0604020202020204" pitchFamily="34" charset="0"/>
              </a:endParaRPr>
            </a:p>
          </p:txBody>
        </p:sp>
        <p:sp>
          <p:nvSpPr>
            <p:cNvPr id="107" name="Circle 02">
              <a:extLst>
                <a:ext uri="{FF2B5EF4-FFF2-40B4-BE49-F238E27FC236}">
                  <a16:creationId xmlns:a16="http://schemas.microsoft.com/office/drawing/2014/main" id="{0B662F1F-C369-2034-7529-5EC36DB895AE}"/>
                </a:ext>
              </a:extLst>
            </p:cNvPr>
            <p:cNvSpPr/>
            <p:nvPr/>
          </p:nvSpPr>
          <p:spPr>
            <a:xfrm>
              <a:off x="2229123" y="1684376"/>
              <a:ext cx="132522" cy="1325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89" dirty="0">
                <a:latin typeface="Arial" panose="020B0604020202020204" pitchFamily="34" charset="0"/>
              </a:endParaRPr>
            </a:p>
          </p:txBody>
        </p:sp>
        <p:sp>
          <p:nvSpPr>
            <p:cNvPr id="108" name="Circle 01">
              <a:extLst>
                <a:ext uri="{FF2B5EF4-FFF2-40B4-BE49-F238E27FC236}">
                  <a16:creationId xmlns:a16="http://schemas.microsoft.com/office/drawing/2014/main" id="{37DF4176-6811-F02B-4804-3A61B1450CC4}"/>
                </a:ext>
              </a:extLst>
            </p:cNvPr>
            <p:cNvSpPr/>
            <p:nvPr/>
          </p:nvSpPr>
          <p:spPr>
            <a:xfrm>
              <a:off x="457200" y="1684376"/>
              <a:ext cx="132522" cy="1325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89" dirty="0">
                <a:latin typeface="Arial" panose="020B0604020202020204" pitchFamily="34" charset="0"/>
              </a:endParaRPr>
            </a:p>
          </p:txBody>
        </p:sp>
      </p:gr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23"/>
          </p:nvPr>
        </p:nvSpPr>
        <p:spPr/>
        <p:txBody>
          <a:bodyPr/>
          <a:lstStyle/>
          <a:p>
            <a:r>
              <a:rPr lang="en-US" dirty="0"/>
              <a:t>MM</a:t>
            </a:r>
          </a:p>
          <a:p>
            <a:pPr lvl="1"/>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32"/>
          </p:nvPr>
        </p:nvSpPr>
        <p:spPr/>
        <p:txBody>
          <a:bodyPr/>
          <a:lstStyle/>
          <a:p>
            <a:r>
              <a:rPr lang="en-US" dirty="0"/>
              <a:t>MM</a:t>
            </a:r>
            <a:endParaRPr lang="en-US" dirty="0">
              <a:sym typeface="Arial" panose="020B0604020202020204" pitchFamily="34" charset="0"/>
            </a:endParaRPr>
          </a:p>
          <a:p>
            <a:pPr lvl="1"/>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Lorem ipsum dolor sit.</a:t>
            </a:r>
          </a:p>
        </p:txBody>
      </p:sp>
      <p:sp>
        <p:nvSpPr>
          <p:cNvPr id="2" name="Text Placeholder 1">
            <a:extLst>
              <a:ext uri="{FF2B5EF4-FFF2-40B4-BE49-F238E27FC236}">
                <a16:creationId xmlns:a16="http://schemas.microsoft.com/office/drawing/2014/main" id="{DF732C43-2569-466B-D9D2-E25B9856F7DC}"/>
              </a:ext>
            </a:extLst>
          </p:cNvPr>
          <p:cNvSpPr>
            <a:spLocks noGrp="1"/>
          </p:cNvSpPr>
          <p:nvPr>
            <p:ph type="body" sz="quarter" idx="33"/>
          </p:nvPr>
        </p:nvSpPr>
        <p:spPr/>
        <p:txBody>
          <a:bodyPr/>
          <a:lstStyle/>
          <a:p>
            <a:r>
              <a:rPr lang="en-US" dirty="0"/>
              <a:t>MM</a:t>
            </a:r>
          </a:p>
          <a:p>
            <a:pPr lvl="1"/>
            <a:r>
              <a:rPr lang="en-US" dirty="0">
                <a:sym typeface="Arial" panose="020B0604020202020204" pitchFamily="34" charset="0"/>
              </a:rPr>
              <a:t>Consectetur  elit, sed eiusmod temunt ut labore ipsum dolor sit amet, consectetur adipiscing elit, sed do eiusmod temunt ut labore et dolore magna.</a:t>
            </a:r>
          </a:p>
        </p:txBody>
      </p:sp>
      <p:sp>
        <p:nvSpPr>
          <p:cNvPr id="7" name="Text Placeholder 6">
            <a:extLst>
              <a:ext uri="{FF2B5EF4-FFF2-40B4-BE49-F238E27FC236}">
                <a16:creationId xmlns:a16="http://schemas.microsoft.com/office/drawing/2014/main" id="{70D25BD7-204C-CD9F-3A15-6C9500162BC2}"/>
              </a:ext>
            </a:extLst>
          </p:cNvPr>
          <p:cNvSpPr>
            <a:spLocks noGrp="1"/>
          </p:cNvSpPr>
          <p:nvPr>
            <p:ph type="body" sz="quarter" idx="34"/>
          </p:nvPr>
        </p:nvSpPr>
        <p:spPr/>
        <p:txBody>
          <a:bodyPr/>
          <a:lstStyle/>
          <a:p>
            <a:r>
              <a:rPr lang="en-US" dirty="0"/>
              <a:t>MM</a:t>
            </a:r>
          </a:p>
          <a:p>
            <a:pPr lvl="1"/>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 Lorem ipsum dolor sit.</a:t>
            </a:r>
          </a:p>
        </p:txBody>
      </p:sp>
      <p:sp>
        <p:nvSpPr>
          <p:cNvPr id="9" name="Text Placeholder 8">
            <a:extLst>
              <a:ext uri="{FF2B5EF4-FFF2-40B4-BE49-F238E27FC236}">
                <a16:creationId xmlns:a16="http://schemas.microsoft.com/office/drawing/2014/main" id="{805FF1D6-B126-8390-DD97-7CA9305C36D1}"/>
              </a:ext>
            </a:extLst>
          </p:cNvPr>
          <p:cNvSpPr>
            <a:spLocks noGrp="1"/>
          </p:cNvSpPr>
          <p:nvPr>
            <p:ph type="body" sz="quarter" idx="35"/>
          </p:nvPr>
        </p:nvSpPr>
        <p:spPr/>
        <p:txBody>
          <a:bodyPr/>
          <a:lstStyle/>
          <a:p>
            <a:r>
              <a:rPr lang="en-US" dirty="0"/>
              <a:t>MM</a:t>
            </a:r>
          </a:p>
          <a:p>
            <a:pPr lvl="1"/>
            <a:r>
              <a:rPr lang="en-US" dirty="0">
                <a:sym typeface="Arial" panose="020B0604020202020204" pitchFamily="34" charset="0"/>
              </a:rPr>
              <a:t>Lorem ipsum dolor </a:t>
            </a:r>
            <a:br>
              <a:rPr lang="en-US" dirty="0">
                <a:sym typeface="Arial" panose="020B0604020202020204" pitchFamily="34" charset="0"/>
              </a:rPr>
            </a:b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sed do </a:t>
            </a:r>
            <a:r>
              <a:rPr lang="en-US" dirty="0" err="1">
                <a:sym typeface="Arial" panose="020B0604020202020204" pitchFamily="34" charset="0"/>
              </a:rPr>
              <a:t>eiusmod</a:t>
            </a:r>
            <a:r>
              <a:rPr lang="en-US" dirty="0">
                <a:sym typeface="Arial" panose="020B0604020202020204" pitchFamily="34" charset="0"/>
              </a:rPr>
              <a:t> </a:t>
            </a:r>
            <a:r>
              <a:rPr lang="en-US" dirty="0" err="1">
                <a:sym typeface="Arial" panose="020B0604020202020204" pitchFamily="34" charset="0"/>
              </a:rPr>
              <a:t>temunt</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labore.</a:t>
            </a:r>
          </a:p>
        </p:txBody>
      </p:sp>
      <p:pic>
        <p:nvPicPr>
          <p:cNvPr id="101" name="Picture Placeholder 100" descr="A person in a blue shirt">
            <a:extLst>
              <a:ext uri="{FF2B5EF4-FFF2-40B4-BE49-F238E27FC236}">
                <a16:creationId xmlns:a16="http://schemas.microsoft.com/office/drawing/2014/main" id="{215041F5-8506-D480-60FF-C7E5E7C7346D}"/>
              </a:ext>
            </a:extLst>
          </p:cNvPr>
          <p:cNvPicPr>
            <a:picLocks noGrp="1" noChangeAspect="1"/>
          </p:cNvPicPr>
          <p:nvPr>
            <p:ph type="pic" sz="quarter" idx="21"/>
          </p:nvPr>
        </p:nvPicPr>
        <p:blipFill>
          <a:blip r:embed="rId3"/>
          <a:srcRect l="82" r="82"/>
          <a:stretch/>
        </p:blipFill>
        <p:spPr/>
      </p:pic>
      <p:pic>
        <p:nvPicPr>
          <p:cNvPr id="8" name="Graphic 7" descr="Lilly Logo">
            <a:extLst>
              <a:ext uri="{FF2B5EF4-FFF2-40B4-BE49-F238E27FC236}">
                <a16:creationId xmlns:a16="http://schemas.microsoft.com/office/drawing/2014/main" id="{8B0F448D-0B35-DBF6-6A6C-5A1CE4941E0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solidFill>
                  <a:schemeClr val="bg1"/>
                </a:solidFill>
              </a:rPr>
              <a:pPr/>
              <a:t>73</a:t>
            </a:fld>
            <a:endParaRPr lang="en-US">
              <a:solidFill>
                <a:schemeClr val="bg1"/>
              </a:solidFill>
            </a:endParaRPr>
          </a:p>
        </p:txBody>
      </p:sp>
    </p:spTree>
    <p:extLst>
      <p:ext uri="{BB962C8B-B14F-4D97-AF65-F5344CB8AC3E}">
        <p14:creationId xmlns:p14="http://schemas.microsoft.com/office/powerpoint/2010/main" val="23664890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Alt Photo </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8" name="Picture Placeholder 7" descr="A group of people in white coats">
            <a:extLst>
              <a:ext uri="{FF2B5EF4-FFF2-40B4-BE49-F238E27FC236}">
                <a16:creationId xmlns:a16="http://schemas.microsoft.com/office/drawing/2014/main" id="{262AE4D1-5D98-94F5-1D52-3DB243AC5490}"/>
              </a:ext>
            </a:extLst>
          </p:cNvPr>
          <p:cNvPicPr>
            <a:picLocks noGrp="1" noChangeAspect="1"/>
          </p:cNvPicPr>
          <p:nvPr>
            <p:ph type="pic" sz="quarter" idx="21"/>
          </p:nvPr>
        </p:nvPicPr>
        <p:blipFill>
          <a:blip r:embed="rId3"/>
          <a:srcRect t="17" b="17"/>
          <a:stretch/>
        </p:blipFill>
        <p:spPr/>
      </p:pic>
      <p:pic>
        <p:nvPicPr>
          <p:cNvPr id="2" name="Graphic 1" descr="Lilly Logo">
            <a:extLst>
              <a:ext uri="{FF2B5EF4-FFF2-40B4-BE49-F238E27FC236}">
                <a16:creationId xmlns:a16="http://schemas.microsoft.com/office/drawing/2014/main" id="{F709268C-1557-4671-031F-AFE651A9B90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solidFill>
                  <a:schemeClr val="bg1"/>
                </a:solidFill>
              </a:rPr>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solidFill>
                  <a:schemeClr val="bg1"/>
                </a:solidFill>
              </a:rPr>
              <a:pPr/>
              <a:t>74</a:t>
            </a:fld>
            <a:endParaRPr lang="en-US">
              <a:solidFill>
                <a:schemeClr val="bg1"/>
              </a:solidFill>
            </a:endParaRPr>
          </a:p>
        </p:txBody>
      </p:sp>
    </p:spTree>
    <p:extLst>
      <p:ext uri="{BB962C8B-B14F-4D97-AF65-F5344CB8AC3E}">
        <p14:creationId xmlns:p14="http://schemas.microsoft.com/office/powerpoint/2010/main" val="17167029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1 </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9" name="Picture Placeholder 27" descr="Image placeholder">
            <a:extLst>
              <a:ext uri="{FF2B5EF4-FFF2-40B4-BE49-F238E27FC236}">
                <a16:creationId xmlns:a16="http://schemas.microsoft.com/office/drawing/2014/main" id="{88335B3B-DACD-E360-3EA9-7C3E27AE7513}"/>
              </a:ext>
            </a:extLst>
          </p:cNvPr>
          <p:cNvPicPr>
            <a:picLocks noGrp="1" noChangeAspect="1"/>
          </p:cNvPicPr>
          <p:nvPr>
            <p:ph type="pic" sz="quarter" idx="21"/>
          </p:nvPr>
        </p:nvPicPr>
        <p:blipFill rotWithShape="1">
          <a:blip r:embed="rId3"/>
          <a:srcRect t="16771" b="16771"/>
          <a:stretch/>
        </p:blipFill>
        <p:spPr>
          <a:prstGeom prst="rect">
            <a:avLst/>
          </a:prstGeom>
        </p:spPr>
      </p:pic>
      <p:pic>
        <p:nvPicPr>
          <p:cNvPr id="2" name="Graphic 1" descr="Lilly Logo">
            <a:extLst>
              <a:ext uri="{FF2B5EF4-FFF2-40B4-BE49-F238E27FC236}">
                <a16:creationId xmlns:a16="http://schemas.microsoft.com/office/drawing/2014/main" id="{59AFD336-9382-CD96-985C-6776E17D03E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pPr/>
              <a:t>75</a:t>
            </a:fld>
            <a:endParaRPr lang="en-US"/>
          </a:p>
        </p:txBody>
      </p:sp>
    </p:spTree>
    <p:extLst>
      <p:ext uri="{BB962C8B-B14F-4D97-AF65-F5344CB8AC3E}">
        <p14:creationId xmlns:p14="http://schemas.microsoft.com/office/powerpoint/2010/main" val="20335414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2</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8" name="Picture Placeholder 13" descr="Image placeholder">
            <a:extLst>
              <a:ext uri="{FF2B5EF4-FFF2-40B4-BE49-F238E27FC236}">
                <a16:creationId xmlns:a16="http://schemas.microsoft.com/office/drawing/2014/main" id="{041830D6-2EB2-F337-4936-5E66DA020ADD}"/>
              </a:ext>
            </a:extLst>
          </p:cNvPr>
          <p:cNvPicPr>
            <a:picLocks noGrp="1" noChangeAspect="1"/>
          </p:cNvPicPr>
          <p:nvPr>
            <p:ph type="pic" sz="quarter" idx="21"/>
          </p:nvPr>
        </p:nvPicPr>
        <p:blipFill rotWithShape="1">
          <a:blip r:embed="rId3"/>
          <a:srcRect t="16771" b="16771"/>
          <a:stretch/>
        </p:blipFill>
        <p:spPr>
          <a:prstGeom prst="rect">
            <a:avLst/>
          </a:prstGeom>
        </p:spPr>
      </p:pic>
      <p:pic>
        <p:nvPicPr>
          <p:cNvPr id="2" name="Graphic 1" descr="Lilly Logo">
            <a:extLst>
              <a:ext uri="{FF2B5EF4-FFF2-40B4-BE49-F238E27FC236}">
                <a16:creationId xmlns:a16="http://schemas.microsoft.com/office/drawing/2014/main" id="{1AC93F97-D322-FF51-8DDB-6E7573E9CA8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pPr/>
              <a:t>76</a:t>
            </a:fld>
            <a:endParaRPr lang="en-US"/>
          </a:p>
        </p:txBody>
      </p:sp>
    </p:spTree>
    <p:extLst>
      <p:ext uri="{BB962C8B-B14F-4D97-AF65-F5344CB8AC3E}">
        <p14:creationId xmlns:p14="http://schemas.microsoft.com/office/powerpoint/2010/main" val="37014620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3</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9" name="Picture Placeholder 8" descr="Image placeholder">
            <a:extLst>
              <a:ext uri="{FF2B5EF4-FFF2-40B4-BE49-F238E27FC236}">
                <a16:creationId xmlns:a16="http://schemas.microsoft.com/office/drawing/2014/main" id="{9B38DC13-5E16-9AA8-ADB6-9DC938715D8D}"/>
              </a:ext>
            </a:extLst>
          </p:cNvPr>
          <p:cNvPicPr>
            <a:picLocks noGrp="1" noChangeAspect="1"/>
          </p:cNvPicPr>
          <p:nvPr>
            <p:ph type="pic" sz="quarter" idx="21"/>
          </p:nvPr>
        </p:nvPicPr>
        <p:blipFill>
          <a:blip r:embed="rId3"/>
          <a:srcRect t="16771" b="16771"/>
          <a:stretch/>
        </p:blipFill>
        <p:spPr>
          <a:prstGeom prst="rect">
            <a:avLst/>
          </a:prstGeom>
        </p:spPr>
      </p:pic>
      <p:pic>
        <p:nvPicPr>
          <p:cNvPr id="2" name="Graphic 1" descr="Lilly Logo">
            <a:extLst>
              <a:ext uri="{FF2B5EF4-FFF2-40B4-BE49-F238E27FC236}">
                <a16:creationId xmlns:a16="http://schemas.microsoft.com/office/drawing/2014/main" id="{DED09C1E-73CF-1E5C-7A3E-30029B965ED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pPr/>
              <a:t>77</a:t>
            </a:fld>
            <a:endParaRPr lang="en-US"/>
          </a:p>
        </p:txBody>
      </p:sp>
    </p:spTree>
    <p:extLst>
      <p:ext uri="{BB962C8B-B14F-4D97-AF65-F5344CB8AC3E}">
        <p14:creationId xmlns:p14="http://schemas.microsoft.com/office/powerpoint/2010/main" val="18713102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4</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9" name="Picture Placeholder 8" descr="Image placeholder">
            <a:extLst>
              <a:ext uri="{FF2B5EF4-FFF2-40B4-BE49-F238E27FC236}">
                <a16:creationId xmlns:a16="http://schemas.microsoft.com/office/drawing/2014/main" id="{573EB5EA-0871-585F-24D4-9E6DC74D2E8B}"/>
              </a:ext>
            </a:extLst>
          </p:cNvPr>
          <p:cNvPicPr>
            <a:picLocks noGrp="1" noChangeAspect="1"/>
          </p:cNvPicPr>
          <p:nvPr>
            <p:ph type="pic" sz="quarter" idx="21"/>
          </p:nvPr>
        </p:nvPicPr>
        <p:blipFill rotWithShape="1">
          <a:blip r:embed="rId3"/>
          <a:srcRect t="16771" b="16771"/>
          <a:stretch/>
        </p:blipFill>
        <p:spPr>
          <a:prstGeom prst="rect">
            <a:avLst/>
          </a:prstGeom>
        </p:spPr>
      </p:pic>
      <p:pic>
        <p:nvPicPr>
          <p:cNvPr id="2" name="Graphic 1" descr="Lilly Logo">
            <a:extLst>
              <a:ext uri="{FF2B5EF4-FFF2-40B4-BE49-F238E27FC236}">
                <a16:creationId xmlns:a16="http://schemas.microsoft.com/office/drawing/2014/main" id="{9594698E-9C72-374A-FBBC-34AAAE3014F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pPr/>
              <a:t>78</a:t>
            </a:fld>
            <a:endParaRPr lang="en-US"/>
          </a:p>
        </p:txBody>
      </p:sp>
    </p:spTree>
    <p:extLst>
      <p:ext uri="{BB962C8B-B14F-4D97-AF65-F5344CB8AC3E}">
        <p14:creationId xmlns:p14="http://schemas.microsoft.com/office/powerpoint/2010/main" val="27268699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90F45C-9589-58E4-BA4D-85F568B7086E}"/>
              </a:ext>
            </a:extLst>
          </p:cNvPr>
          <p:cNvSpPr>
            <a:spLocks noGrp="1"/>
          </p:cNvSpPr>
          <p:nvPr>
            <p:ph type="title"/>
          </p:nvPr>
        </p:nvSpPr>
        <p:spPr/>
        <p:txBody>
          <a:bodyPr/>
          <a:lstStyle/>
          <a:p>
            <a:r>
              <a:rPr lang="en-US" dirty="0"/>
              <a:t>Standard Header 5</a:t>
            </a:r>
          </a:p>
        </p:txBody>
      </p:sp>
      <p:sp>
        <p:nvSpPr>
          <p:cNvPr id="5" name="Text Placeholder 4">
            <a:extLst>
              <a:ext uri="{FF2B5EF4-FFF2-40B4-BE49-F238E27FC236}">
                <a16:creationId xmlns:a16="http://schemas.microsoft.com/office/drawing/2014/main" id="{C0BF3C4C-B5E9-55DF-F573-D18290E6CB04}"/>
              </a:ext>
            </a:extLst>
          </p:cNvPr>
          <p:cNvSpPr>
            <a:spLocks noGrp="1"/>
          </p:cNvSpPr>
          <p:nvPr>
            <p:ph type="body" sz="quarter" idx="15"/>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sp>
        <p:nvSpPr>
          <p:cNvPr id="14" name="Text Placeholder 13">
            <a:extLst>
              <a:ext uri="{FF2B5EF4-FFF2-40B4-BE49-F238E27FC236}">
                <a16:creationId xmlns:a16="http://schemas.microsoft.com/office/drawing/2014/main" id="{7B262507-1188-27D9-706F-E94D8A1A7AB7}"/>
              </a:ext>
            </a:extLst>
          </p:cNvPr>
          <p:cNvSpPr>
            <a:spLocks noGrp="1"/>
          </p:cNvSpPr>
          <p:nvPr>
            <p:ph type="body" sz="quarter" idx="22"/>
          </p:nvPr>
        </p:nvSpPr>
        <p:spPr/>
        <p:txBody>
          <a:bodyPr/>
          <a:lstStyle/>
          <a:p>
            <a:r>
              <a:rPr lang="en-US" dirty="0">
                <a:sym typeface="Arial" panose="020B0604020202020204" pitchFamily="34" charset="0"/>
              </a:rPr>
              <a:t>Lorem ipsum dolor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consectetur</a:t>
            </a:r>
            <a:r>
              <a:rPr lang="en-US" dirty="0">
                <a:sym typeface="Arial" panose="020B0604020202020204" pitchFamily="34" charset="0"/>
              </a:rPr>
              <a:t> </a:t>
            </a:r>
            <a:r>
              <a:rPr lang="en-US" dirty="0" err="1">
                <a:sym typeface="Arial" panose="020B0604020202020204" pitchFamily="34" charset="0"/>
              </a:rPr>
              <a:t>adipiscing</a:t>
            </a:r>
            <a:r>
              <a:rPr lang="en-US" dirty="0">
                <a:sym typeface="Arial" panose="020B0604020202020204" pitchFamily="34" charset="0"/>
              </a:rPr>
              <a:t>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Vivamus</a:t>
            </a:r>
            <a:r>
              <a:rPr lang="en-US" dirty="0">
                <a:sym typeface="Arial" panose="020B0604020202020204" pitchFamily="34" charset="0"/>
              </a:rPr>
              <a:t> </a:t>
            </a:r>
            <a:r>
              <a:rPr lang="en-US" dirty="0" err="1">
                <a:sym typeface="Arial" panose="020B0604020202020204" pitchFamily="34" charset="0"/>
              </a:rPr>
              <a:t>risus</a:t>
            </a:r>
            <a:r>
              <a:rPr lang="en-US" dirty="0">
                <a:sym typeface="Arial" panose="020B0604020202020204" pitchFamily="34" charset="0"/>
              </a:rPr>
              <a:t>, lacinia sit </a:t>
            </a:r>
            <a:r>
              <a:rPr lang="en-US" dirty="0" err="1">
                <a:sym typeface="Arial" panose="020B0604020202020204" pitchFamily="34" charset="0"/>
              </a:rPr>
              <a:t>amet</a:t>
            </a:r>
            <a:r>
              <a:rPr lang="en-US" dirty="0">
                <a:sym typeface="Arial" panose="020B0604020202020204" pitchFamily="34" charset="0"/>
              </a:rPr>
              <a:t> </a:t>
            </a:r>
            <a:r>
              <a:rPr lang="en-US" dirty="0" err="1">
                <a:sym typeface="Arial" panose="020B0604020202020204" pitchFamily="34" charset="0"/>
              </a:rPr>
              <a:t>bibendum</a:t>
            </a:r>
            <a:r>
              <a:rPr lang="en-US" dirty="0">
                <a:sym typeface="Arial" panose="020B0604020202020204" pitchFamily="34" charset="0"/>
              </a:rPr>
              <a:t> </a:t>
            </a:r>
            <a:r>
              <a:rPr lang="en-US" dirty="0" err="1">
                <a:sym typeface="Arial" panose="020B0604020202020204" pitchFamily="34" charset="0"/>
              </a:rPr>
              <a:t>eget</a:t>
            </a:r>
            <a:r>
              <a:rPr lang="en-US" dirty="0">
                <a:sym typeface="Arial" panose="020B0604020202020204" pitchFamily="34" charset="0"/>
              </a:rPr>
              <a:t>, </a:t>
            </a:r>
            <a:r>
              <a:rPr lang="en-US" dirty="0" err="1">
                <a:sym typeface="Arial" panose="020B0604020202020204" pitchFamily="34" charset="0"/>
              </a:rPr>
              <a:t>feugiat</a:t>
            </a:r>
            <a:r>
              <a:rPr lang="en-US" dirty="0">
                <a:sym typeface="Arial" panose="020B0604020202020204" pitchFamily="34" charset="0"/>
              </a:rPr>
              <a:t> vitae </a:t>
            </a:r>
            <a:r>
              <a:rPr lang="en-US" dirty="0" err="1">
                <a:sym typeface="Arial" panose="020B0604020202020204" pitchFamily="34" charset="0"/>
              </a:rPr>
              <a:t>odio</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 </a:t>
            </a:r>
            <a:r>
              <a:rPr lang="en-US" dirty="0" err="1">
                <a:sym typeface="Arial" panose="020B0604020202020204" pitchFamily="34" charset="0"/>
              </a:rPr>
              <a:t>elit</a:t>
            </a:r>
            <a:r>
              <a:rPr lang="en-US" dirty="0">
                <a:sym typeface="Arial" panose="020B0604020202020204" pitchFamily="34" charset="0"/>
              </a:rPr>
              <a:t> </a:t>
            </a:r>
            <a:r>
              <a:rPr lang="en-US" dirty="0" err="1">
                <a:sym typeface="Arial" panose="020B0604020202020204" pitchFamily="34" charset="0"/>
              </a:rPr>
              <a:t>eu</a:t>
            </a:r>
            <a:r>
              <a:rPr lang="en-US" dirty="0">
                <a:sym typeface="Arial" panose="020B0604020202020204" pitchFamily="34" charset="0"/>
              </a:rPr>
              <a:t> </a:t>
            </a:r>
            <a:r>
              <a:rPr lang="en-US" dirty="0" err="1">
                <a:sym typeface="Arial" panose="020B0604020202020204" pitchFamily="34" charset="0"/>
              </a:rPr>
              <a:t>sem</a:t>
            </a:r>
            <a:r>
              <a:rPr lang="en-US" dirty="0">
                <a:sym typeface="Arial" panose="020B0604020202020204" pitchFamily="34" charset="0"/>
              </a:rPr>
              <a:t> </a:t>
            </a:r>
            <a:r>
              <a:rPr lang="en-US" dirty="0" err="1">
                <a:sym typeface="Arial" panose="020B0604020202020204" pitchFamily="34" charset="0"/>
              </a:rPr>
              <a:t>mollis</a:t>
            </a:r>
            <a:r>
              <a:rPr lang="en-US" dirty="0">
                <a:sym typeface="Arial" panose="020B0604020202020204" pitchFamily="34" charset="0"/>
              </a:rPr>
              <a:t> </a:t>
            </a:r>
            <a:r>
              <a:rPr lang="en-US" dirty="0" err="1">
                <a:sym typeface="Arial" panose="020B0604020202020204" pitchFamily="34" charset="0"/>
              </a:rPr>
              <a:t>faucibus</a:t>
            </a:r>
            <a:r>
              <a:rPr lang="en-US" dirty="0">
                <a:sym typeface="Arial" panose="020B0604020202020204" pitchFamily="34" charset="0"/>
              </a:rPr>
              <a:t> sit </a:t>
            </a:r>
            <a:r>
              <a:rPr lang="en-US" dirty="0" err="1">
                <a:sym typeface="Arial" panose="020B0604020202020204" pitchFamily="34" charset="0"/>
              </a:rPr>
              <a:t>amet</a:t>
            </a:r>
            <a:r>
              <a:rPr lang="en-US" dirty="0">
                <a:sym typeface="Arial" panose="020B0604020202020204" pitchFamily="34" charset="0"/>
              </a:rPr>
              <a:t> vi </a:t>
            </a:r>
            <a:r>
              <a:rPr lang="en-US" dirty="0" err="1">
                <a:sym typeface="Arial" panose="020B0604020202020204" pitchFamily="34" charset="0"/>
              </a:rPr>
              <a:t>tae</a:t>
            </a:r>
            <a:r>
              <a:rPr lang="en-US" dirty="0">
                <a:sym typeface="Arial" panose="020B0604020202020204" pitchFamily="34" charset="0"/>
              </a:rPr>
              <a:t> </a:t>
            </a:r>
            <a:r>
              <a:rPr lang="en-US" dirty="0" err="1">
                <a:sym typeface="Arial" panose="020B0604020202020204" pitchFamily="34" charset="0"/>
              </a:rPr>
              <a:t>lacus</a:t>
            </a:r>
            <a:r>
              <a:rPr lang="en-US" dirty="0">
                <a:sym typeface="Arial" panose="020B0604020202020204" pitchFamily="34" charset="0"/>
              </a:rPr>
              <a:t>. Nam ex </a:t>
            </a:r>
            <a:r>
              <a:rPr lang="en-US" dirty="0" err="1">
                <a:sym typeface="Arial" panose="020B0604020202020204" pitchFamily="34" charset="0"/>
              </a:rPr>
              <a:t>arcu</a:t>
            </a:r>
            <a:r>
              <a:rPr lang="en-US" dirty="0">
                <a:sym typeface="Arial" panose="020B0604020202020204" pitchFamily="34" charset="0"/>
              </a:rPr>
              <a:t>, </a:t>
            </a:r>
            <a:r>
              <a:rPr lang="en-US" dirty="0" err="1">
                <a:sym typeface="Arial" panose="020B0604020202020204" pitchFamily="34" charset="0"/>
              </a:rPr>
              <a:t>aliquam</a:t>
            </a:r>
            <a:r>
              <a:rPr lang="en-US" dirty="0">
                <a:sym typeface="Arial" panose="020B0604020202020204" pitchFamily="34" charset="0"/>
              </a:rPr>
              <a:t> </a:t>
            </a:r>
            <a:r>
              <a:rPr lang="en-US" dirty="0" err="1">
                <a:sym typeface="Arial" panose="020B0604020202020204" pitchFamily="34" charset="0"/>
              </a:rPr>
              <a:t>ut</a:t>
            </a:r>
            <a:r>
              <a:rPr lang="en-US" dirty="0">
                <a:sym typeface="Arial" panose="020B0604020202020204" pitchFamily="34" charset="0"/>
              </a:rPr>
              <a:t> </a:t>
            </a:r>
            <a:r>
              <a:rPr lang="en-US" dirty="0" err="1">
                <a:sym typeface="Arial" panose="020B0604020202020204" pitchFamily="34" charset="0"/>
              </a:rPr>
              <a:t>lectus</a:t>
            </a:r>
            <a:r>
              <a:rPr lang="en-US" dirty="0">
                <a:sym typeface="Arial" panose="020B0604020202020204" pitchFamily="34" charset="0"/>
              </a:rPr>
              <a:t> et, </a:t>
            </a:r>
            <a:r>
              <a:rPr lang="en-US" dirty="0" err="1">
                <a:sym typeface="Arial" panose="020B0604020202020204" pitchFamily="34" charset="0"/>
              </a:rPr>
              <a:t>commodo</a:t>
            </a:r>
            <a:r>
              <a:rPr lang="en-US" dirty="0">
                <a:sym typeface="Arial" panose="020B0604020202020204" pitchFamily="34" charset="0"/>
              </a:rPr>
              <a:t> </a:t>
            </a:r>
            <a:r>
              <a:rPr lang="en-US" dirty="0" err="1">
                <a:sym typeface="Arial" panose="020B0604020202020204" pitchFamily="34" charset="0"/>
              </a:rPr>
              <a:t>ullamcorper</a:t>
            </a:r>
            <a:r>
              <a:rPr lang="en-US" dirty="0">
                <a:sym typeface="Arial" panose="020B0604020202020204" pitchFamily="34" charset="0"/>
              </a:rPr>
              <a:t> </a:t>
            </a:r>
            <a:r>
              <a:rPr lang="en-US" dirty="0" err="1">
                <a:sym typeface="Arial" panose="020B0604020202020204" pitchFamily="34" charset="0"/>
              </a:rPr>
              <a:t>tortor</a:t>
            </a:r>
            <a:r>
              <a:rPr lang="en-US" dirty="0">
                <a:sym typeface="Arial" panose="020B0604020202020204" pitchFamily="34" charset="0"/>
              </a:rPr>
              <a:t>. </a:t>
            </a:r>
          </a:p>
        </p:txBody>
      </p:sp>
      <p:pic>
        <p:nvPicPr>
          <p:cNvPr id="16" name="Picture Placeholder 9" descr="Image placeholder">
            <a:extLst>
              <a:ext uri="{FF2B5EF4-FFF2-40B4-BE49-F238E27FC236}">
                <a16:creationId xmlns:a16="http://schemas.microsoft.com/office/drawing/2014/main" id="{5F062CFD-77BB-6EFA-1687-144C9DD1E26C}"/>
              </a:ext>
            </a:extLst>
          </p:cNvPr>
          <p:cNvPicPr>
            <a:picLocks noGrp="1" noChangeAspect="1"/>
          </p:cNvPicPr>
          <p:nvPr>
            <p:ph type="pic" sz="quarter" idx="21"/>
          </p:nvPr>
        </p:nvPicPr>
        <p:blipFill>
          <a:blip r:embed="rId3"/>
          <a:srcRect t="16771" b="16771"/>
          <a:stretch/>
        </p:blipFill>
        <p:spPr>
          <a:prstGeom prst="rect">
            <a:avLst/>
          </a:prstGeom>
        </p:spPr>
      </p:pic>
      <p:pic>
        <p:nvPicPr>
          <p:cNvPr id="17" name="Graphic 16" descr="Lilly Logo">
            <a:extLst>
              <a:ext uri="{FF2B5EF4-FFF2-40B4-BE49-F238E27FC236}">
                <a16:creationId xmlns:a16="http://schemas.microsoft.com/office/drawing/2014/main" id="{4172E1E4-4591-ED37-6752-29CB37E9000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3" name="Footer Placeholder 2">
            <a:extLst>
              <a:ext uri="{FF2B5EF4-FFF2-40B4-BE49-F238E27FC236}">
                <a16:creationId xmlns:a16="http://schemas.microsoft.com/office/drawing/2014/main" id="{2BF7DC75-7B8E-C72F-CF64-D277DAB47A5C}"/>
              </a:ext>
            </a:extLst>
          </p:cNvPr>
          <p:cNvSpPr>
            <a:spLocks noGrp="1"/>
          </p:cNvSpPr>
          <p:nvPr>
            <p:ph type="ftr" sz="quarter" idx="10"/>
          </p:nvPr>
        </p:nvSpPr>
        <p:spPr/>
        <p:txBody>
          <a:bodyPr/>
          <a:lstStyle/>
          <a:p>
            <a:r>
              <a:rPr lang="en-US" dirty="0"/>
              <a:t>Company Confidential  © 2025 Eli Lilly and Company</a:t>
            </a:r>
          </a:p>
        </p:txBody>
      </p:sp>
      <p:sp>
        <p:nvSpPr>
          <p:cNvPr id="4" name="Slide Number Placeholder 3">
            <a:extLst>
              <a:ext uri="{FF2B5EF4-FFF2-40B4-BE49-F238E27FC236}">
                <a16:creationId xmlns:a16="http://schemas.microsoft.com/office/drawing/2014/main" id="{586EDA69-AEF4-FAB7-E4EF-B6644DC9ACB1}"/>
              </a:ext>
            </a:extLst>
          </p:cNvPr>
          <p:cNvSpPr>
            <a:spLocks noGrp="1"/>
          </p:cNvSpPr>
          <p:nvPr>
            <p:ph type="sldNum" sz="quarter" idx="11"/>
          </p:nvPr>
        </p:nvSpPr>
        <p:spPr/>
        <p:txBody>
          <a:bodyPr/>
          <a:lstStyle/>
          <a:p>
            <a:fld id="{48135D20-C3A1-FF4C-B4DB-BE449A9B144D}" type="slidenum">
              <a:rPr lang="en-US"/>
              <a:pPr/>
              <a:t>79</a:t>
            </a:fld>
            <a:endParaRPr lang="en-US"/>
          </a:p>
        </p:txBody>
      </p:sp>
    </p:spTree>
    <p:extLst>
      <p:ext uri="{BB962C8B-B14F-4D97-AF65-F5344CB8AC3E}">
        <p14:creationId xmlns:p14="http://schemas.microsoft.com/office/powerpoint/2010/main" val="9547544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7F54DA-1822-D344-B99C-08037BA324C5}"/>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Manifesto (Lilly Pink background)</a:t>
            </a:r>
          </a:p>
        </p:txBody>
      </p:sp>
      <p:sp>
        <p:nvSpPr>
          <p:cNvPr id="4" name="Text Placeholder 3">
            <a:extLst>
              <a:ext uri="{FF2B5EF4-FFF2-40B4-BE49-F238E27FC236}">
                <a16:creationId xmlns:a16="http://schemas.microsoft.com/office/drawing/2014/main" id="{39D94141-89F0-3454-805E-68B8E7FB4F1F}"/>
              </a:ext>
            </a:extLst>
          </p:cNvPr>
          <p:cNvSpPr>
            <a:spLocks noGrp="1"/>
          </p:cNvSpPr>
          <p:nvPr>
            <p:ph type="body" sz="quarter" idx="12"/>
          </p:nvPr>
        </p:nvSpPr>
        <p:spPr/>
        <p:txBody>
          <a:bodyPr>
            <a:noAutofit/>
          </a:bodyPr>
          <a:lstStyle/>
          <a:p>
            <a:r>
              <a:rPr lang="en-US" dirty="0">
                <a:sym typeface="Arial Black" panose="020B0A04020102020204" pitchFamily="34" charset="0"/>
              </a:rPr>
              <a:t>Lorem ipsum dolor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consectetur</a:t>
            </a:r>
            <a:r>
              <a:rPr lang="en-US" dirty="0">
                <a:sym typeface="Arial Black" panose="020B0A04020102020204" pitchFamily="34" charset="0"/>
              </a:rPr>
              <a:t> </a:t>
            </a:r>
            <a:r>
              <a:rPr lang="en-US" dirty="0" err="1">
                <a:sym typeface="Arial Black" panose="020B0A04020102020204" pitchFamily="34" charset="0"/>
              </a:rPr>
              <a:t>adipiscing</a:t>
            </a:r>
            <a:r>
              <a:rPr lang="en-US" dirty="0">
                <a:sym typeface="Arial Black" panose="020B0A04020102020204" pitchFamily="34" charset="0"/>
              </a:rPr>
              <a:t> </a:t>
            </a:r>
            <a:r>
              <a:rPr lang="en-US" dirty="0" err="1">
                <a:sym typeface="Arial Black" panose="020B0A04020102020204" pitchFamily="34" charset="0"/>
              </a:rPr>
              <a:t>vivamus</a:t>
            </a:r>
            <a:br>
              <a:rPr lang="en-US" dirty="0">
                <a:sym typeface="Arial Black" panose="020B0A04020102020204" pitchFamily="34" charset="0"/>
              </a:rPr>
            </a:br>
            <a:r>
              <a:rPr lang="en-US" dirty="0">
                <a:sym typeface="Arial Black" panose="020B0A04020102020204" pitchFamily="34" charset="0"/>
              </a:rPr>
              <a:t>eros </a:t>
            </a:r>
            <a:r>
              <a:rPr lang="en-US" dirty="0" err="1">
                <a:sym typeface="Arial Black" panose="020B0A04020102020204" pitchFamily="34" charset="0"/>
              </a:rPr>
              <a:t>risus</a:t>
            </a:r>
            <a:r>
              <a:rPr lang="en-US" dirty="0">
                <a:sym typeface="Arial Black" panose="020B0A04020102020204" pitchFamily="34" charset="0"/>
              </a:rPr>
              <a:t>, lacinia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bibendum</a:t>
            </a:r>
            <a:r>
              <a:rPr lang="en-US" dirty="0">
                <a:sym typeface="Arial Black" panose="020B0A04020102020204" pitchFamily="34" charset="0"/>
              </a:rPr>
              <a:t> </a:t>
            </a:r>
            <a:r>
              <a:rPr lang="en-US" dirty="0" err="1">
                <a:sym typeface="Arial Black" panose="020B0A04020102020204" pitchFamily="34" charset="0"/>
              </a:rPr>
              <a:t>eget</a:t>
            </a:r>
            <a:r>
              <a:rPr lang="en-US" dirty="0">
                <a:sym typeface="Arial Black" panose="020B0A04020102020204" pitchFamily="34" charset="0"/>
              </a:rPr>
              <a:t>, </a:t>
            </a:r>
            <a:r>
              <a:rPr lang="en-US" dirty="0" err="1">
                <a:sym typeface="Arial Black" panose="020B0A04020102020204" pitchFamily="34" charset="0"/>
              </a:rPr>
              <a:t>feugiat</a:t>
            </a:r>
            <a:r>
              <a:rPr lang="en-US" dirty="0">
                <a:sym typeface="Arial Black" panose="020B0A04020102020204" pitchFamily="34" charset="0"/>
              </a:rPr>
              <a:t> vitae </a:t>
            </a:r>
            <a:r>
              <a:rPr lang="en-US" dirty="0" err="1">
                <a:sym typeface="Arial Black" panose="020B0A04020102020204" pitchFamily="34" charset="0"/>
              </a:rPr>
              <a:t>odio</a:t>
            </a:r>
            <a:r>
              <a:rPr lang="en-US" dirty="0">
                <a:sym typeface="Arial Black" panose="020B0A04020102020204" pitchFamily="34" charset="0"/>
              </a:rPr>
              <a:t>. </a:t>
            </a:r>
            <a:r>
              <a:rPr lang="en-US" dirty="0" err="1">
                <a:sym typeface="Arial Black" panose="020B0A04020102020204" pitchFamily="34" charset="0"/>
              </a:rPr>
              <a:t>Mollis</a:t>
            </a:r>
            <a:r>
              <a:rPr lang="en-US" dirty="0">
                <a:sym typeface="Arial Black" panose="020B0A04020102020204" pitchFamily="34" charset="0"/>
              </a:rPr>
              <a:t> </a:t>
            </a:r>
            <a:r>
              <a:rPr lang="en-US" dirty="0" err="1">
                <a:sym typeface="Arial Black" panose="020B0A04020102020204" pitchFamily="34" charset="0"/>
              </a:rPr>
              <a:t>faucibus</a:t>
            </a:r>
            <a:br>
              <a:rPr lang="en-US" dirty="0">
                <a:sym typeface="Arial Black" panose="020B0A04020102020204" pitchFamily="34" charset="0"/>
              </a:rPr>
            </a:br>
            <a:r>
              <a:rPr lang="en-US" dirty="0">
                <a:sym typeface="Arial Black" panose="020B0A04020102020204" pitchFamily="34" charset="0"/>
              </a:rPr>
              <a:t>sit </a:t>
            </a:r>
            <a:r>
              <a:rPr lang="en-US" dirty="0" err="1">
                <a:sym typeface="Arial Black" panose="020B0A04020102020204" pitchFamily="34" charset="0"/>
              </a:rPr>
              <a:t>amet</a:t>
            </a:r>
            <a:r>
              <a:rPr lang="en-US" dirty="0">
                <a:sym typeface="Arial Black" panose="020B0A04020102020204" pitchFamily="34" charset="0"/>
              </a:rPr>
              <a:t> vitae </a:t>
            </a:r>
            <a:r>
              <a:rPr lang="en-US" dirty="0" err="1">
                <a:sym typeface="Arial Black" panose="020B0A04020102020204" pitchFamily="34" charset="0"/>
              </a:rPr>
              <a:t>lacus</a:t>
            </a:r>
            <a:r>
              <a:rPr lang="en-US" dirty="0">
                <a:sym typeface="Arial Black" panose="020B0A04020102020204" pitchFamily="34" charset="0"/>
              </a:rPr>
              <a:t>. Nam </a:t>
            </a:r>
            <a:r>
              <a:rPr lang="en-US" dirty="0" err="1">
                <a:sym typeface="Arial Black" panose="020B0A04020102020204" pitchFamily="34" charset="0"/>
              </a:rPr>
              <a:t>arcu</a:t>
            </a:r>
            <a:r>
              <a:rPr lang="en-US" dirty="0">
                <a:sym typeface="Arial Black" panose="020B0A04020102020204" pitchFamily="34" charset="0"/>
              </a:rPr>
              <a:t>, </a:t>
            </a:r>
            <a:r>
              <a:rPr lang="en-US" dirty="0" err="1">
                <a:sym typeface="Arial Black" panose="020B0A04020102020204" pitchFamily="34" charset="0"/>
              </a:rPr>
              <a:t>aliquam</a:t>
            </a:r>
            <a:r>
              <a:rPr lang="en-US" dirty="0">
                <a:sym typeface="Arial Black" panose="020B0A04020102020204" pitchFamily="34" charset="0"/>
              </a:rPr>
              <a:t> </a:t>
            </a:r>
            <a:r>
              <a:rPr lang="en-US" dirty="0" err="1">
                <a:sym typeface="Arial Black" panose="020B0A04020102020204" pitchFamily="34" charset="0"/>
              </a:rPr>
              <a:t>ut</a:t>
            </a:r>
            <a:r>
              <a:rPr lang="en-US" dirty="0">
                <a:sym typeface="Arial Black" panose="020B0A04020102020204" pitchFamily="34" charset="0"/>
              </a:rPr>
              <a:t> </a:t>
            </a:r>
            <a:r>
              <a:rPr lang="en-US" dirty="0" err="1">
                <a:sym typeface="Arial Black" panose="020B0A04020102020204" pitchFamily="34" charset="0"/>
              </a:rPr>
              <a:t>lectus</a:t>
            </a:r>
            <a:r>
              <a:rPr lang="en-US" dirty="0">
                <a:sym typeface="Arial Black" panose="020B0A04020102020204" pitchFamily="34" charset="0"/>
              </a:rPr>
              <a:t> et. </a:t>
            </a:r>
            <a:r>
              <a:rPr lang="en-US" dirty="0" err="1">
                <a:sym typeface="Arial Black" panose="020B0A04020102020204" pitchFamily="34" charset="0"/>
              </a:rPr>
              <a:t>Quisque</a:t>
            </a:r>
            <a:r>
              <a:rPr lang="en-US" dirty="0">
                <a:sym typeface="Arial Black" panose="020B0A04020102020204" pitchFamily="34" charset="0"/>
              </a:rPr>
              <a:t> et</a:t>
            </a:r>
            <a:br>
              <a:rPr lang="en-US" dirty="0">
                <a:sym typeface="Arial Black" panose="020B0A04020102020204" pitchFamily="34" charset="0"/>
              </a:rPr>
            </a:br>
            <a:r>
              <a:rPr lang="en-US" dirty="0" err="1">
                <a:sym typeface="Arial Black" panose="020B0A04020102020204" pitchFamily="34" charset="0"/>
              </a:rPr>
              <a:t>ullamcorper</a:t>
            </a:r>
            <a:r>
              <a:rPr lang="en-US" dirty="0">
                <a:sym typeface="Arial Black" panose="020B0A04020102020204" pitchFamily="34" charset="0"/>
              </a:rPr>
              <a:t> </a:t>
            </a:r>
            <a:r>
              <a:rPr lang="en-US" dirty="0" err="1">
                <a:sym typeface="Arial Black" panose="020B0A04020102020204" pitchFamily="34" charset="0"/>
              </a:rPr>
              <a:t>elit</a:t>
            </a:r>
            <a:r>
              <a:rPr lang="en-US" dirty="0">
                <a:sym typeface="Arial Black" panose="020B0A04020102020204" pitchFamily="34" charset="0"/>
              </a:rPr>
              <a:t>. Doneexc </a:t>
            </a:r>
            <a:r>
              <a:rPr lang="en-US" dirty="0" err="1">
                <a:sym typeface="Arial Black" panose="020B0A04020102020204" pitchFamily="34" charset="0"/>
              </a:rPr>
              <a:t>enim</a:t>
            </a:r>
            <a:r>
              <a:rPr lang="en-US" dirty="0">
                <a:sym typeface="Arial Black" panose="020B0A04020102020204" pitchFamily="34" charset="0"/>
              </a:rPr>
              <a:t> </a:t>
            </a:r>
            <a:r>
              <a:rPr lang="en-US" dirty="0" err="1">
                <a:sym typeface="Arial Black" panose="020B0A04020102020204" pitchFamily="34" charset="0"/>
              </a:rPr>
              <a:t>arcu</a:t>
            </a:r>
            <a:r>
              <a:rPr lang="en-US" dirty="0">
                <a:sym typeface="Arial Black" panose="020B0A04020102020204" pitchFamily="34" charset="0"/>
              </a:rPr>
              <a:t>, fermentum vel </a:t>
            </a:r>
            <a:r>
              <a:rPr lang="en-US" dirty="0" err="1">
                <a:sym typeface="Arial Black" panose="020B0A04020102020204" pitchFamily="34" charset="0"/>
              </a:rPr>
              <a:t>sapien</a:t>
            </a:r>
            <a:br>
              <a:rPr lang="en-US" dirty="0">
                <a:sym typeface="Arial Black" panose="020B0A04020102020204" pitchFamily="34" charset="0"/>
              </a:rPr>
            </a:br>
            <a:r>
              <a:rPr lang="en-US" dirty="0">
                <a:sym typeface="Arial Black" panose="020B0A04020102020204" pitchFamily="34" charset="0"/>
              </a:rPr>
              <a:t>non, </a:t>
            </a:r>
            <a:r>
              <a:rPr lang="en-US" dirty="0" err="1">
                <a:sym typeface="Arial Black" panose="020B0A04020102020204" pitchFamily="34" charset="0"/>
              </a:rPr>
              <a:t>hendrerit</a:t>
            </a:r>
            <a:r>
              <a:rPr lang="en-US" dirty="0">
                <a:sym typeface="Arial Black" panose="020B0A04020102020204" pitchFamily="34" charset="0"/>
              </a:rPr>
              <a:t> </a:t>
            </a:r>
            <a:r>
              <a:rPr lang="en-US" dirty="0" err="1">
                <a:sym typeface="Arial Black" panose="020B0A04020102020204" pitchFamily="34" charset="0"/>
              </a:rPr>
              <a:t>sollicitudin</a:t>
            </a:r>
            <a:r>
              <a:rPr lang="en-US" dirty="0">
                <a:sym typeface="Arial Black" panose="020B0A04020102020204" pitchFamily="34" charset="0"/>
              </a:rPr>
              <a:t> </a:t>
            </a:r>
            <a:r>
              <a:rPr lang="en-US" dirty="0" err="1">
                <a:sym typeface="Arial Black" panose="020B0A04020102020204" pitchFamily="34" charset="0"/>
              </a:rPr>
              <a:t>enim</a:t>
            </a:r>
            <a:r>
              <a:rPr lang="en-US" dirty="0">
                <a:sym typeface="Arial Black" panose="020B0A04020102020204" pitchFamily="34" charset="0"/>
              </a:rPr>
              <a:t>. </a:t>
            </a:r>
          </a:p>
          <a:p>
            <a:r>
              <a:rPr lang="en-US" dirty="0">
                <a:sym typeface="Arial Black" panose="020B0A04020102020204" pitchFamily="34" charset="0"/>
              </a:rPr>
              <a:t>Lorem ipsum dolor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consectetur</a:t>
            </a:r>
            <a:r>
              <a:rPr lang="en-US" dirty="0">
                <a:sym typeface="Arial Black" panose="020B0A04020102020204" pitchFamily="34" charset="0"/>
              </a:rPr>
              <a:t> </a:t>
            </a:r>
            <a:r>
              <a:rPr lang="en-US" dirty="0" err="1">
                <a:sym typeface="Arial Black" panose="020B0A04020102020204" pitchFamily="34" charset="0"/>
              </a:rPr>
              <a:t>adipiscing</a:t>
            </a:r>
            <a:r>
              <a:rPr lang="en-US" dirty="0">
                <a:sym typeface="Arial Black" panose="020B0A04020102020204" pitchFamily="34" charset="0"/>
              </a:rPr>
              <a:t> </a:t>
            </a:r>
            <a:r>
              <a:rPr lang="en-US" dirty="0" err="1">
                <a:sym typeface="Arial Black" panose="020B0A04020102020204" pitchFamily="34" charset="0"/>
              </a:rPr>
              <a:t>vivamus</a:t>
            </a:r>
            <a:r>
              <a:rPr lang="en-US" dirty="0">
                <a:sym typeface="Arial Black" panose="020B0A04020102020204" pitchFamily="34" charset="0"/>
              </a:rPr>
              <a:t> eros </a:t>
            </a:r>
            <a:r>
              <a:rPr lang="en-US" dirty="0" err="1">
                <a:sym typeface="Arial Black" panose="020B0A04020102020204" pitchFamily="34" charset="0"/>
              </a:rPr>
              <a:t>risus</a:t>
            </a:r>
            <a:r>
              <a:rPr lang="en-US" dirty="0">
                <a:sym typeface="Arial Black" panose="020B0A04020102020204" pitchFamily="34" charset="0"/>
              </a:rPr>
              <a:t>,</a:t>
            </a:r>
            <a:br>
              <a:rPr lang="en-US" dirty="0">
                <a:sym typeface="Arial Black" panose="020B0A04020102020204" pitchFamily="34" charset="0"/>
              </a:rPr>
            </a:br>
            <a:r>
              <a:rPr lang="en-US" dirty="0">
                <a:sym typeface="Arial Black" panose="020B0A04020102020204" pitchFamily="34" charset="0"/>
              </a:rPr>
              <a:t>lacinia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bibendum</a:t>
            </a:r>
            <a:r>
              <a:rPr lang="en-US" dirty="0">
                <a:sym typeface="Arial Black" panose="020B0A04020102020204" pitchFamily="34" charset="0"/>
              </a:rPr>
              <a:t> </a:t>
            </a:r>
            <a:r>
              <a:rPr lang="en-US" dirty="0" err="1">
                <a:sym typeface="Arial Black" panose="020B0A04020102020204" pitchFamily="34" charset="0"/>
              </a:rPr>
              <a:t>eget</a:t>
            </a:r>
            <a:r>
              <a:rPr lang="en-US" dirty="0">
                <a:sym typeface="Arial Black" panose="020B0A04020102020204" pitchFamily="34" charset="0"/>
              </a:rPr>
              <a:t>, </a:t>
            </a:r>
            <a:r>
              <a:rPr lang="en-US" dirty="0" err="1">
                <a:sym typeface="Arial Black" panose="020B0A04020102020204" pitchFamily="34" charset="0"/>
              </a:rPr>
              <a:t>feugiat</a:t>
            </a:r>
            <a:r>
              <a:rPr lang="en-US" dirty="0">
                <a:sym typeface="Arial Black" panose="020B0A04020102020204" pitchFamily="34" charset="0"/>
              </a:rPr>
              <a:t> vitae </a:t>
            </a:r>
            <a:r>
              <a:rPr lang="en-US" dirty="0" err="1">
                <a:sym typeface="Arial Black" panose="020B0A04020102020204" pitchFamily="34" charset="0"/>
              </a:rPr>
              <a:t>odio</a:t>
            </a:r>
            <a:r>
              <a:rPr lang="en-US" dirty="0">
                <a:sym typeface="Arial Black" panose="020B0A04020102020204" pitchFamily="34" charset="0"/>
              </a:rPr>
              <a:t>. </a:t>
            </a:r>
            <a:r>
              <a:rPr lang="en-US" dirty="0" err="1">
                <a:sym typeface="Arial Black" panose="020B0A04020102020204" pitchFamily="34" charset="0"/>
              </a:rPr>
              <a:t>Aliquam</a:t>
            </a:r>
            <a:r>
              <a:rPr lang="en-US" dirty="0">
                <a:sym typeface="Arial Black" panose="020B0A04020102020204" pitchFamily="34" charset="0"/>
              </a:rPr>
              <a:t> a </a:t>
            </a:r>
            <a:r>
              <a:rPr lang="en-US" dirty="0" err="1">
                <a:sym typeface="Arial Black" panose="020B0A04020102020204" pitchFamily="34" charset="0"/>
              </a:rPr>
              <a:t>elit</a:t>
            </a:r>
            <a:r>
              <a:rPr lang="en-US" dirty="0">
                <a:sym typeface="Arial Black" panose="020B0A04020102020204" pitchFamily="34" charset="0"/>
              </a:rPr>
              <a:t> </a:t>
            </a:r>
            <a:r>
              <a:rPr lang="en-US" dirty="0" err="1">
                <a:sym typeface="Arial Black" panose="020B0A04020102020204" pitchFamily="34" charset="0"/>
              </a:rPr>
              <a:t>eu</a:t>
            </a:r>
            <a:r>
              <a:rPr lang="en-US" dirty="0">
                <a:sym typeface="Arial Black" panose="020B0A04020102020204" pitchFamily="34" charset="0"/>
              </a:rPr>
              <a:t> </a:t>
            </a:r>
            <a:r>
              <a:rPr lang="en-US" dirty="0" err="1">
                <a:sym typeface="Arial Black" panose="020B0A04020102020204" pitchFamily="34" charset="0"/>
              </a:rPr>
              <a:t>sem</a:t>
            </a:r>
            <a:br>
              <a:rPr lang="en-US" dirty="0">
                <a:sym typeface="Arial Black" panose="020B0A04020102020204" pitchFamily="34" charset="0"/>
              </a:rPr>
            </a:br>
            <a:r>
              <a:rPr lang="en-US" dirty="0" err="1">
                <a:sym typeface="Arial Black" panose="020B0A04020102020204" pitchFamily="34" charset="0"/>
              </a:rPr>
              <a:t>mollis</a:t>
            </a:r>
            <a:r>
              <a:rPr lang="en-US" dirty="0">
                <a:sym typeface="Arial Black" panose="020B0A04020102020204" pitchFamily="34" charset="0"/>
              </a:rPr>
              <a:t> </a:t>
            </a:r>
            <a:r>
              <a:rPr lang="en-US" dirty="0" err="1">
                <a:sym typeface="Arial Black" panose="020B0A04020102020204" pitchFamily="34" charset="0"/>
              </a:rPr>
              <a:t>faucibus</a:t>
            </a:r>
            <a:r>
              <a:rPr lang="en-US" dirty="0">
                <a:sym typeface="Arial Black" panose="020B0A04020102020204" pitchFamily="34" charset="0"/>
              </a:rPr>
              <a:t> sit </a:t>
            </a:r>
            <a:r>
              <a:rPr lang="en-US" dirty="0" err="1">
                <a:sym typeface="Arial Black" panose="020B0A04020102020204" pitchFamily="34" charset="0"/>
              </a:rPr>
              <a:t>amet</a:t>
            </a:r>
            <a:r>
              <a:rPr lang="en-US" dirty="0">
                <a:sym typeface="Arial Black" panose="020B0A04020102020204" pitchFamily="34" charset="0"/>
              </a:rPr>
              <a:t> vitae </a:t>
            </a:r>
            <a:r>
              <a:rPr lang="en-US" dirty="0" err="1">
                <a:sym typeface="Arial Black" panose="020B0A04020102020204" pitchFamily="34" charset="0"/>
              </a:rPr>
              <a:t>lacus</a:t>
            </a:r>
            <a:r>
              <a:rPr lang="en-US" dirty="0">
                <a:sym typeface="Arial Black" panose="020B0A04020102020204" pitchFamily="34" charset="0"/>
              </a:rPr>
              <a:t>. Nam ex </a:t>
            </a:r>
            <a:r>
              <a:rPr lang="en-US" dirty="0" err="1">
                <a:sym typeface="Arial Black" panose="020B0A04020102020204" pitchFamily="34" charset="0"/>
              </a:rPr>
              <a:t>arcu</a:t>
            </a:r>
            <a:r>
              <a:rPr lang="en-US" dirty="0">
                <a:sym typeface="Arial Black" panose="020B0A04020102020204" pitchFamily="34" charset="0"/>
              </a:rPr>
              <a:t>, </a:t>
            </a:r>
            <a:r>
              <a:rPr lang="en-US" dirty="0" err="1">
                <a:sym typeface="Arial Black" panose="020B0A04020102020204" pitchFamily="34" charset="0"/>
              </a:rPr>
              <a:t>lectus</a:t>
            </a:r>
            <a:r>
              <a:rPr lang="en-US" dirty="0">
                <a:sym typeface="Arial Black" panose="020B0A04020102020204" pitchFamily="34" charset="0"/>
              </a:rPr>
              <a:t> et. </a:t>
            </a:r>
            <a:br>
              <a:rPr lang="en-US" dirty="0">
                <a:sym typeface="Arial Black" panose="020B0A04020102020204" pitchFamily="34" charset="0"/>
              </a:rPr>
            </a:br>
            <a:r>
              <a:rPr lang="en-US" dirty="0" err="1">
                <a:sym typeface="Arial Black" panose="020B0A04020102020204" pitchFamily="34" charset="0"/>
              </a:rPr>
              <a:t>Quisque</a:t>
            </a:r>
            <a:r>
              <a:rPr lang="en-US" dirty="0">
                <a:sym typeface="Arial Black" panose="020B0A04020102020204" pitchFamily="34" charset="0"/>
              </a:rPr>
              <a:t> et </a:t>
            </a:r>
            <a:r>
              <a:rPr lang="en-US" dirty="0" err="1">
                <a:sym typeface="Arial Black" panose="020B0A04020102020204" pitchFamily="34" charset="0"/>
              </a:rPr>
              <a:t>ullamcorper</a:t>
            </a:r>
            <a:r>
              <a:rPr lang="en-US" dirty="0">
                <a:sym typeface="Arial Black" panose="020B0A04020102020204" pitchFamily="34" charset="0"/>
              </a:rPr>
              <a:t> </a:t>
            </a:r>
            <a:r>
              <a:rPr lang="en-US" dirty="0" err="1">
                <a:sym typeface="Arial Black" panose="020B0A04020102020204" pitchFamily="34" charset="0"/>
              </a:rPr>
              <a:t>elit</a:t>
            </a:r>
            <a:r>
              <a:rPr lang="en-US" dirty="0">
                <a:sym typeface="Arial Black" panose="020B0A04020102020204" pitchFamily="34" charset="0"/>
              </a:rPr>
              <a:t>. Donec </a:t>
            </a:r>
            <a:r>
              <a:rPr lang="en-US" dirty="0" err="1">
                <a:sym typeface="Arial Black" panose="020B0A04020102020204" pitchFamily="34" charset="0"/>
              </a:rPr>
              <a:t>enim</a:t>
            </a:r>
            <a:r>
              <a:rPr lang="en-US" dirty="0">
                <a:sym typeface="Arial Black" panose="020B0A04020102020204" pitchFamily="34" charset="0"/>
              </a:rPr>
              <a:t> </a:t>
            </a:r>
            <a:r>
              <a:rPr lang="en-US" dirty="0" err="1">
                <a:sym typeface="Arial Black" panose="020B0A04020102020204" pitchFamily="34" charset="0"/>
              </a:rPr>
              <a:t>arcu</a:t>
            </a:r>
            <a:r>
              <a:rPr lang="en-US" dirty="0">
                <a:sym typeface="Arial Black" panose="020B0A04020102020204" pitchFamily="34" charset="0"/>
              </a:rPr>
              <a:t>,</a:t>
            </a:r>
            <a:br>
              <a:rPr lang="en-US" dirty="0">
                <a:sym typeface="Arial Black" panose="020B0A04020102020204" pitchFamily="34" charset="0"/>
              </a:rPr>
            </a:br>
            <a:r>
              <a:rPr lang="en-US" dirty="0">
                <a:sym typeface="Arial Black" panose="020B0A04020102020204" pitchFamily="34" charset="0"/>
              </a:rPr>
              <a:t>fermentum vel </a:t>
            </a:r>
            <a:r>
              <a:rPr lang="en-US" dirty="0" err="1">
                <a:sym typeface="Arial Black" panose="020B0A04020102020204" pitchFamily="34" charset="0"/>
              </a:rPr>
              <a:t>sapien</a:t>
            </a:r>
            <a:r>
              <a:rPr lang="en-US" dirty="0">
                <a:sym typeface="Arial Black" panose="020B0A04020102020204" pitchFamily="34" charset="0"/>
              </a:rPr>
              <a:t> non, </a:t>
            </a:r>
            <a:r>
              <a:rPr lang="en-US" dirty="0" err="1">
                <a:sym typeface="Arial Black" panose="020B0A04020102020204" pitchFamily="34" charset="0"/>
              </a:rPr>
              <a:t>hendrerit</a:t>
            </a:r>
            <a:r>
              <a:rPr lang="en-US" dirty="0">
                <a:sym typeface="Arial Black" panose="020B0A04020102020204" pitchFamily="34" charset="0"/>
              </a:rPr>
              <a:t> </a:t>
            </a:r>
            <a:r>
              <a:rPr lang="en-US" dirty="0" err="1">
                <a:sym typeface="Arial Black" panose="020B0A04020102020204" pitchFamily="34" charset="0"/>
              </a:rPr>
              <a:t>sollicitudin</a:t>
            </a:r>
            <a:r>
              <a:rPr lang="en-US" dirty="0">
                <a:sym typeface="Arial Black" panose="020B0A04020102020204" pitchFamily="34" charset="0"/>
              </a:rPr>
              <a:t> </a:t>
            </a:r>
            <a:r>
              <a:rPr lang="en-US" dirty="0" err="1">
                <a:sym typeface="Arial Black" panose="020B0A04020102020204" pitchFamily="34" charset="0"/>
              </a:rPr>
              <a:t>enim</a:t>
            </a:r>
            <a:r>
              <a:rPr lang="en-US" dirty="0">
                <a:sym typeface="Arial Black" panose="020B0A04020102020204" pitchFamily="34" charset="0"/>
              </a:rPr>
              <a:t>. </a:t>
            </a:r>
          </a:p>
          <a:p>
            <a:r>
              <a:rPr lang="en-US" dirty="0">
                <a:sym typeface="Arial Black" panose="020B0A04020102020204" pitchFamily="34" charset="0"/>
              </a:rPr>
              <a:t>Lorem ipsum dolor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consectetur</a:t>
            </a:r>
            <a:r>
              <a:rPr lang="en-US" dirty="0">
                <a:sym typeface="Arial Black" panose="020B0A04020102020204" pitchFamily="34" charset="0"/>
              </a:rPr>
              <a:t> </a:t>
            </a:r>
            <a:r>
              <a:rPr lang="en-US" dirty="0" err="1">
                <a:sym typeface="Arial Black" panose="020B0A04020102020204" pitchFamily="34" charset="0"/>
              </a:rPr>
              <a:t>adipiscing</a:t>
            </a:r>
            <a:r>
              <a:rPr lang="en-US" dirty="0">
                <a:sym typeface="Arial Black" panose="020B0A04020102020204" pitchFamily="34" charset="0"/>
              </a:rPr>
              <a:t> </a:t>
            </a:r>
            <a:r>
              <a:rPr lang="en-US" dirty="0" err="1">
                <a:sym typeface="Arial Black" panose="020B0A04020102020204" pitchFamily="34" charset="0"/>
              </a:rPr>
              <a:t>vivamus</a:t>
            </a:r>
            <a:br>
              <a:rPr lang="en-US" dirty="0">
                <a:sym typeface="Arial Black" panose="020B0A04020102020204" pitchFamily="34" charset="0"/>
              </a:rPr>
            </a:br>
            <a:r>
              <a:rPr lang="en-US" dirty="0">
                <a:sym typeface="Arial Black" panose="020B0A04020102020204" pitchFamily="34" charset="0"/>
              </a:rPr>
              <a:t>eros </a:t>
            </a:r>
            <a:r>
              <a:rPr lang="en-US" dirty="0" err="1">
                <a:sym typeface="Arial Black" panose="020B0A04020102020204" pitchFamily="34" charset="0"/>
              </a:rPr>
              <a:t>risus</a:t>
            </a:r>
            <a:r>
              <a:rPr lang="en-US" dirty="0">
                <a:sym typeface="Arial Black" panose="020B0A04020102020204" pitchFamily="34" charset="0"/>
              </a:rPr>
              <a:t>, lacinia sit </a:t>
            </a:r>
            <a:r>
              <a:rPr lang="en-US" dirty="0" err="1">
                <a:sym typeface="Arial Black" panose="020B0A04020102020204" pitchFamily="34" charset="0"/>
              </a:rPr>
              <a:t>amet</a:t>
            </a:r>
            <a:r>
              <a:rPr lang="en-US" dirty="0">
                <a:sym typeface="Arial Black" panose="020B0A04020102020204" pitchFamily="34" charset="0"/>
              </a:rPr>
              <a:t> </a:t>
            </a:r>
            <a:r>
              <a:rPr lang="en-US" dirty="0" err="1">
                <a:sym typeface="Arial Black" panose="020B0A04020102020204" pitchFamily="34" charset="0"/>
              </a:rPr>
              <a:t>bibendum</a:t>
            </a:r>
            <a:r>
              <a:rPr lang="en-US" dirty="0">
                <a:sym typeface="Arial Black" panose="020B0A04020102020204" pitchFamily="34" charset="0"/>
              </a:rPr>
              <a:t> </a:t>
            </a:r>
            <a:r>
              <a:rPr lang="en-US" dirty="0" err="1">
                <a:sym typeface="Arial Black" panose="020B0A04020102020204" pitchFamily="34" charset="0"/>
              </a:rPr>
              <a:t>eget</a:t>
            </a:r>
            <a:r>
              <a:rPr lang="en-US" dirty="0">
                <a:sym typeface="Arial Black" panose="020B0A04020102020204" pitchFamily="34" charset="0"/>
              </a:rPr>
              <a:t>, </a:t>
            </a:r>
            <a:r>
              <a:rPr lang="en-US" dirty="0" err="1">
                <a:sym typeface="Arial Black" panose="020B0A04020102020204" pitchFamily="34" charset="0"/>
              </a:rPr>
              <a:t>feugiat</a:t>
            </a:r>
            <a:r>
              <a:rPr lang="en-US" dirty="0">
                <a:sym typeface="Arial Black" panose="020B0A04020102020204" pitchFamily="34" charset="0"/>
              </a:rPr>
              <a:t> vitae </a:t>
            </a:r>
            <a:r>
              <a:rPr lang="en-US" dirty="0" err="1">
                <a:sym typeface="Arial Black" panose="020B0A04020102020204" pitchFamily="34" charset="0"/>
              </a:rPr>
              <a:t>odio</a:t>
            </a:r>
            <a:r>
              <a:rPr lang="en-US" dirty="0">
                <a:sym typeface="Arial Black" panose="020B0A04020102020204" pitchFamily="34" charset="0"/>
              </a:rPr>
              <a:t>. </a:t>
            </a:r>
            <a:r>
              <a:rPr lang="en-US" dirty="0" err="1">
                <a:sym typeface="Arial Black" panose="020B0A04020102020204" pitchFamily="34" charset="0"/>
              </a:rPr>
              <a:t>Aliquam</a:t>
            </a:r>
            <a:br>
              <a:rPr lang="en-US" dirty="0">
                <a:sym typeface="Arial Black" panose="020B0A04020102020204" pitchFamily="34" charset="0"/>
              </a:rPr>
            </a:br>
            <a:r>
              <a:rPr lang="en-US" dirty="0">
                <a:sym typeface="Arial Black" panose="020B0A04020102020204" pitchFamily="34" charset="0"/>
              </a:rPr>
              <a:t>a </a:t>
            </a:r>
            <a:r>
              <a:rPr lang="en-US" dirty="0" err="1">
                <a:sym typeface="Arial Black" panose="020B0A04020102020204" pitchFamily="34" charset="0"/>
              </a:rPr>
              <a:t>elit</a:t>
            </a:r>
            <a:r>
              <a:rPr lang="en-US" dirty="0">
                <a:sym typeface="Arial Black" panose="020B0A04020102020204" pitchFamily="34" charset="0"/>
              </a:rPr>
              <a:t> </a:t>
            </a:r>
            <a:r>
              <a:rPr lang="en-US" dirty="0" err="1">
                <a:sym typeface="Arial Black" panose="020B0A04020102020204" pitchFamily="34" charset="0"/>
              </a:rPr>
              <a:t>eu</a:t>
            </a:r>
            <a:r>
              <a:rPr lang="en-US" dirty="0">
                <a:sym typeface="Arial Black" panose="020B0A04020102020204" pitchFamily="34" charset="0"/>
              </a:rPr>
              <a:t> </a:t>
            </a:r>
            <a:r>
              <a:rPr lang="en-US" dirty="0" err="1">
                <a:sym typeface="Arial Black" panose="020B0A04020102020204" pitchFamily="34" charset="0"/>
              </a:rPr>
              <a:t>sem</a:t>
            </a:r>
            <a:r>
              <a:rPr lang="en-US" dirty="0">
                <a:sym typeface="Arial Black" panose="020B0A04020102020204" pitchFamily="34" charset="0"/>
              </a:rPr>
              <a:t> </a:t>
            </a:r>
            <a:r>
              <a:rPr lang="en-US" dirty="0" err="1">
                <a:sym typeface="Arial Black" panose="020B0A04020102020204" pitchFamily="34" charset="0"/>
              </a:rPr>
              <a:t>mollis</a:t>
            </a:r>
            <a:r>
              <a:rPr lang="en-US" dirty="0">
                <a:sym typeface="Arial Black" panose="020B0A04020102020204" pitchFamily="34" charset="0"/>
              </a:rPr>
              <a:t> </a:t>
            </a:r>
            <a:r>
              <a:rPr lang="en-US" dirty="0" err="1">
                <a:sym typeface="Arial Black" panose="020B0A04020102020204" pitchFamily="34" charset="0"/>
              </a:rPr>
              <a:t>faucibus</a:t>
            </a:r>
            <a:r>
              <a:rPr lang="en-US" dirty="0">
                <a:sym typeface="Arial Black" panose="020B0A04020102020204" pitchFamily="34" charset="0"/>
              </a:rPr>
              <a:t> sit </a:t>
            </a:r>
            <a:r>
              <a:rPr lang="en-US" dirty="0" err="1">
                <a:sym typeface="Arial Black" panose="020B0A04020102020204" pitchFamily="34" charset="0"/>
              </a:rPr>
              <a:t>amet</a:t>
            </a:r>
            <a:r>
              <a:rPr lang="en-US" dirty="0">
                <a:sym typeface="Arial Black" panose="020B0A04020102020204" pitchFamily="34" charset="0"/>
              </a:rPr>
              <a:t> vitae </a:t>
            </a:r>
            <a:r>
              <a:rPr lang="en-US" dirty="0" err="1">
                <a:sym typeface="Arial Black" panose="020B0A04020102020204" pitchFamily="34" charset="0"/>
              </a:rPr>
              <a:t>lacus</a:t>
            </a:r>
            <a:r>
              <a:rPr lang="en-US" dirty="0">
                <a:sym typeface="Arial Black" panose="020B0A04020102020204" pitchFamily="34" charset="0"/>
              </a:rPr>
              <a:t>.</a:t>
            </a:r>
          </a:p>
          <a:p>
            <a:pPr lvl="1"/>
            <a:r>
              <a:rPr lang="en-US" dirty="0">
                <a:solidFill>
                  <a:schemeClr val="accent1"/>
                </a:solidFill>
                <a:sym typeface="Arial Black" panose="020B0A04020102020204" pitchFamily="34" charset="0"/>
              </a:rPr>
              <a:t>Lilly</a:t>
            </a:r>
            <a:endParaRPr lang="en-US">
              <a:solidFill>
                <a:schemeClr val="accent1"/>
              </a:solidFill>
              <a:sym typeface="Arial Black" panose="020B0A04020102020204" pitchFamily="34" charset="0"/>
            </a:endParaRPr>
          </a:p>
          <a:p>
            <a:pPr lvl="1"/>
            <a:r>
              <a:rPr lang="en-US" dirty="0">
                <a:solidFill>
                  <a:schemeClr val="accent1"/>
                </a:solidFill>
                <a:sym typeface="Arial" panose="020B0604020202020204" pitchFamily="34" charset="0"/>
              </a:rPr>
              <a:t>LOREM IPSUM</a:t>
            </a:r>
            <a:endParaRPr lang="en-US" dirty="0">
              <a:solidFill>
                <a:schemeClr val="accent1"/>
              </a:solidFill>
              <a:sym typeface="Arial Black" panose="020B0A04020102020204" pitchFamily="34" charset="0"/>
            </a:endParaRPr>
          </a:p>
        </p:txBody>
      </p:sp>
      <p:sp>
        <p:nvSpPr>
          <p:cNvPr id="2" name="Footer Placeholder 1">
            <a:extLst>
              <a:ext uri="{FF2B5EF4-FFF2-40B4-BE49-F238E27FC236}">
                <a16:creationId xmlns:a16="http://schemas.microsoft.com/office/drawing/2014/main" id="{B06BF660-F434-AB9A-018A-ED1AF762726D}"/>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C9634A8-AE8E-5A16-8616-AC708915C64F}"/>
              </a:ext>
            </a:extLst>
          </p:cNvPr>
          <p:cNvSpPr>
            <a:spLocks noGrp="1"/>
          </p:cNvSpPr>
          <p:nvPr>
            <p:ph type="sldNum" sz="quarter" idx="11"/>
          </p:nvPr>
        </p:nvSpPr>
        <p:spPr/>
        <p:txBody>
          <a:bodyPr/>
          <a:lstStyle/>
          <a:p>
            <a:fld id="{48135D20-C3A1-FF4C-B4DB-BE449A9B144D}" type="slidenum">
              <a:rPr lang="en-US"/>
              <a:pPr/>
              <a:t>80</a:t>
            </a:fld>
            <a:endParaRPr lang="en-US"/>
          </a:p>
        </p:txBody>
      </p:sp>
    </p:spTree>
    <p:extLst>
      <p:ext uri="{BB962C8B-B14F-4D97-AF65-F5344CB8AC3E}">
        <p14:creationId xmlns:p14="http://schemas.microsoft.com/office/powerpoint/2010/main" val="32045900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BE5A496-49F5-7E3C-D94D-9E65A4860788}"/>
              </a:ext>
            </a:extLst>
          </p:cNvPr>
          <p:cNvSpPr>
            <a:spLocks noGrp="1"/>
          </p:cNvSpPr>
          <p:nvPr>
            <p:ph type="title"/>
          </p:nvPr>
        </p:nvSpPr>
        <p:spPr>
          <a:xfrm>
            <a:off x="609600" y="2398666"/>
            <a:ext cx="5943600" cy="975200"/>
          </a:xfrm>
        </p:spPr>
        <p:txBody>
          <a:bodyPr/>
          <a:lstStyle/>
          <a:p>
            <a:r>
              <a:rPr lang="en-US"/>
              <a:t>Standard Header</a:t>
            </a:r>
            <a:br>
              <a:rPr lang="en-US"/>
            </a:br>
            <a:endParaRPr lang="en-US"/>
          </a:p>
        </p:txBody>
      </p:sp>
      <p:sp>
        <p:nvSpPr>
          <p:cNvPr id="11" name="Text Placeholder 10">
            <a:extLst>
              <a:ext uri="{FF2B5EF4-FFF2-40B4-BE49-F238E27FC236}">
                <a16:creationId xmlns:a16="http://schemas.microsoft.com/office/drawing/2014/main" id="{EC74FE1B-8ED8-2C92-941F-FBC1B3A3FF65}"/>
              </a:ext>
            </a:extLst>
          </p:cNvPr>
          <p:cNvSpPr>
            <a:spLocks noGrp="1"/>
          </p:cNvSpPr>
          <p:nvPr>
            <p:ph type="body" sz="quarter" idx="12"/>
          </p:nvPr>
        </p:nvSpPr>
        <p:spPr>
          <a:xfrm>
            <a:off x="609600" y="3408363"/>
            <a:ext cx="4362450" cy="2120900"/>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 name="Footer Placeholder 1">
            <a:extLst>
              <a:ext uri="{FF2B5EF4-FFF2-40B4-BE49-F238E27FC236}">
                <a16:creationId xmlns:a16="http://schemas.microsoft.com/office/drawing/2014/main" id="{1200CC0C-6AF8-C2C4-DEC3-6654E0D54DDC}"/>
              </a:ext>
            </a:extLst>
          </p:cNvPr>
          <p:cNvSpPr>
            <a:spLocks noGrp="1"/>
          </p:cNvSpPr>
          <p:nvPr>
            <p:ph type="ftr" sz="quarter" idx="10"/>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16D6C85-7388-D386-9954-849EE4BAFCE7}"/>
              </a:ext>
            </a:extLst>
          </p:cNvPr>
          <p:cNvSpPr>
            <a:spLocks noGrp="1"/>
          </p:cNvSpPr>
          <p:nvPr>
            <p:ph type="sldNum" idx="11"/>
          </p:nvPr>
        </p:nvSpPr>
        <p:spPr>
          <a:xfrm>
            <a:off x="11667744" y="6510528"/>
            <a:ext cx="304800" cy="121920"/>
          </a:xfrm>
        </p:spPr>
        <p:txBody>
          <a:bodyPr/>
          <a:lstStyle/>
          <a:p>
            <a:fld id="{00000000-1234-1234-1234-123412341234}" type="slidenum">
              <a:rPr lang="en" smtClean="0"/>
              <a:pPr/>
              <a:t>81</a:t>
            </a:fld>
            <a:endParaRPr lang="en" dirty="0"/>
          </a:p>
        </p:txBody>
      </p:sp>
    </p:spTree>
    <p:extLst>
      <p:ext uri="{BB962C8B-B14F-4D97-AF65-F5344CB8AC3E}">
        <p14:creationId xmlns:p14="http://schemas.microsoft.com/office/powerpoint/2010/main" val="40683135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BE5A496-49F5-7E3C-D94D-9E65A4860788}"/>
              </a:ext>
            </a:extLst>
          </p:cNvPr>
          <p:cNvSpPr>
            <a:spLocks noGrp="1"/>
          </p:cNvSpPr>
          <p:nvPr>
            <p:ph type="title"/>
          </p:nvPr>
        </p:nvSpPr>
        <p:spPr/>
        <p:txBody>
          <a:bodyPr/>
          <a:lstStyle/>
          <a:p>
            <a:r>
              <a:rPr lang="en-US"/>
              <a:t>OPTION TITLE</a:t>
            </a:r>
          </a:p>
        </p:txBody>
      </p:sp>
      <p:sp>
        <p:nvSpPr>
          <p:cNvPr id="13" name="Footer Placeholder 12">
            <a:extLst>
              <a:ext uri="{FF2B5EF4-FFF2-40B4-BE49-F238E27FC236}">
                <a16:creationId xmlns:a16="http://schemas.microsoft.com/office/drawing/2014/main" id="{A06DB1F5-4A28-2FC3-E571-4ECF214CF4B3}"/>
              </a:ext>
            </a:extLst>
          </p:cNvPr>
          <p:cNvSpPr>
            <a:spLocks noGrp="1"/>
          </p:cNvSpPr>
          <p:nvPr>
            <p:ph type="ftr" sz="quarter" idx="10"/>
          </p:nvPr>
        </p:nvSpPr>
        <p:spPr/>
        <p:txBody>
          <a:bodyPr/>
          <a:lstStyle/>
          <a:p>
            <a:r>
              <a:rPr lang="en-US" dirty="0"/>
              <a:t>Company Confidential  © 2025 Eli Lilly and Company</a:t>
            </a:r>
          </a:p>
        </p:txBody>
      </p:sp>
      <p:sp>
        <p:nvSpPr>
          <p:cNvPr id="14" name="Slide Number Placeholder 13">
            <a:extLst>
              <a:ext uri="{FF2B5EF4-FFF2-40B4-BE49-F238E27FC236}">
                <a16:creationId xmlns:a16="http://schemas.microsoft.com/office/drawing/2014/main" id="{A103C178-06D5-33BA-7947-BD95A60C367E}"/>
              </a:ext>
            </a:extLst>
          </p:cNvPr>
          <p:cNvSpPr>
            <a:spLocks noGrp="1"/>
          </p:cNvSpPr>
          <p:nvPr>
            <p:ph type="sldNum" idx="11"/>
          </p:nvPr>
        </p:nvSpPr>
        <p:spPr/>
        <p:txBody>
          <a:bodyPr/>
          <a:lstStyle/>
          <a:p>
            <a:fld id="{00000000-1234-1234-1234-123412341234}" type="slidenum">
              <a:rPr lang="en" smtClean="0"/>
              <a:pPr/>
              <a:t>82</a:t>
            </a:fld>
            <a:endParaRPr lang="en" dirty="0"/>
          </a:p>
        </p:txBody>
      </p:sp>
    </p:spTree>
    <p:extLst>
      <p:ext uri="{BB962C8B-B14F-4D97-AF65-F5344CB8AC3E}">
        <p14:creationId xmlns:p14="http://schemas.microsoft.com/office/powerpoint/2010/main" val="18989868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782747-0EF1-C257-2306-F283ED72C502}"/>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Statement 1 slide template</a:t>
            </a:r>
          </a:p>
        </p:txBody>
      </p:sp>
      <p:sp>
        <p:nvSpPr>
          <p:cNvPr id="11" name="Text Placeholder 10">
            <a:extLst>
              <a:ext uri="{FF2B5EF4-FFF2-40B4-BE49-F238E27FC236}">
                <a16:creationId xmlns:a16="http://schemas.microsoft.com/office/drawing/2014/main" id="{EC74FE1B-8ED8-2C92-941F-FBC1B3A3FF65}"/>
              </a:ext>
            </a:extLst>
          </p:cNvPr>
          <p:cNvSpPr>
            <a:spLocks noGrp="1"/>
          </p:cNvSpPr>
          <p:nvPr>
            <p:ph type="body" sz="quarter" idx="12"/>
          </p:nvPr>
        </p:nvSpPr>
        <p:spPr>
          <a:xfrm>
            <a:off x="4844242" y="671513"/>
            <a:ext cx="6545584" cy="5314950"/>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 name="Footer Placeholder 1">
            <a:extLst>
              <a:ext uri="{FF2B5EF4-FFF2-40B4-BE49-F238E27FC236}">
                <a16:creationId xmlns:a16="http://schemas.microsoft.com/office/drawing/2014/main" id="{1200CC0C-6AF8-C2C4-DEC3-6654E0D54DDC}"/>
              </a:ext>
            </a:extLst>
          </p:cNvPr>
          <p:cNvSpPr>
            <a:spLocks noGrp="1"/>
          </p:cNvSpPr>
          <p:nvPr>
            <p:ph type="ftr" sz="quarter" idx="10"/>
          </p:nvPr>
        </p:nvSpPr>
        <p:spPr>
          <a:xfrm>
            <a:off x="9192768" y="6510528"/>
            <a:ext cx="2438400" cy="121920"/>
          </a:xfrm>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216D6C85-7388-D386-9954-849EE4BAFCE7}"/>
              </a:ext>
            </a:extLst>
          </p:cNvPr>
          <p:cNvSpPr>
            <a:spLocks noGrp="1"/>
          </p:cNvSpPr>
          <p:nvPr>
            <p:ph type="sldNum" idx="11"/>
          </p:nvPr>
        </p:nvSpPr>
        <p:spPr>
          <a:xfrm>
            <a:off x="11667744" y="6510528"/>
            <a:ext cx="304800" cy="121920"/>
          </a:xfrm>
        </p:spPr>
        <p:txBody>
          <a:bodyPr/>
          <a:lstStyle/>
          <a:p>
            <a:fld id="{00000000-1234-1234-1234-123412341234}" type="slidenum">
              <a:rPr lang="en" smtClean="0"/>
              <a:pPr/>
              <a:t>83</a:t>
            </a:fld>
            <a:endParaRPr lang="en" dirty="0"/>
          </a:p>
        </p:txBody>
      </p:sp>
    </p:spTree>
    <p:extLst>
      <p:ext uri="{BB962C8B-B14F-4D97-AF65-F5344CB8AC3E}">
        <p14:creationId xmlns:p14="http://schemas.microsoft.com/office/powerpoint/2010/main" val="2540482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456FE6-DFE4-33FF-5B5B-EC3C19B529B0}"/>
              </a:ext>
            </a:extLst>
          </p:cNvPr>
          <p:cNvSpPr>
            <a:spLocks noGrp="1"/>
          </p:cNvSpPr>
          <p:nvPr>
            <p:ph type="title" idx="4294967295"/>
          </p:nvPr>
        </p:nvSpPr>
        <p:spPr>
          <a:xfrm>
            <a:off x="609600" y="-914400"/>
            <a:ext cx="11058144" cy="914400"/>
          </a:xfrm>
        </p:spPr>
        <p:txBody>
          <a:bodyPr vert="horz" lIns="0" tIns="0" rIns="0" bIns="0" rtlCol="0" anchor="b" anchorCtr="0">
            <a:normAutofit/>
          </a:bodyPr>
          <a:lstStyle/>
          <a:p>
            <a:r>
              <a:rPr lang="en-US" dirty="0"/>
              <a:t>Thank you slide</a:t>
            </a:r>
          </a:p>
        </p:txBody>
      </p:sp>
      <p:sp>
        <p:nvSpPr>
          <p:cNvPr id="2" name="Footer Placeholder 1">
            <a:extLst>
              <a:ext uri="{FF2B5EF4-FFF2-40B4-BE49-F238E27FC236}">
                <a16:creationId xmlns:a16="http://schemas.microsoft.com/office/drawing/2014/main" id="{F1B1C7D6-CBE7-7ACA-5C6B-FE60248C6B86}"/>
              </a:ext>
            </a:extLst>
          </p:cNvPr>
          <p:cNvSpPr>
            <a:spLocks noGrp="1"/>
          </p:cNvSpPr>
          <p:nvPr>
            <p:ph type="ftr" sz="quarter" idx="10"/>
          </p:nvPr>
        </p:nvSpPr>
        <p:spPr>
          <a:xfrm>
            <a:off x="4127968" y="6181196"/>
            <a:ext cx="3936064" cy="228885"/>
          </a:xfrm>
        </p:spPr>
        <p:txBody>
          <a:bodyPr/>
          <a:lstStyle/>
          <a:p>
            <a:r>
              <a:rPr lang="en-US" dirty="0"/>
              <a:t>Company Confidential  © 2025 Eli Lilly and Company</a:t>
            </a:r>
          </a:p>
        </p:txBody>
      </p:sp>
    </p:spTree>
    <p:extLst>
      <p:ext uri="{BB962C8B-B14F-4D97-AF65-F5344CB8AC3E}">
        <p14:creationId xmlns:p14="http://schemas.microsoft.com/office/powerpoint/2010/main" val="35934988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rand Assets">
            <a:extLst>
              <a:ext uri="{FF2B5EF4-FFF2-40B4-BE49-F238E27FC236}">
                <a16:creationId xmlns:a16="http://schemas.microsoft.com/office/drawing/2014/main" id="{55647B2A-A088-46B6-4FBA-47CAA9F916C3}"/>
              </a:ext>
            </a:extLst>
          </p:cNvPr>
          <p:cNvSpPr txBox="1">
            <a:spLocks noGrp="1"/>
          </p:cNvSpPr>
          <p:nvPr>
            <p:ph type="title" idx="4294967295"/>
          </p:nvPr>
        </p:nvSpPr>
        <p:spPr>
          <a:xfrm>
            <a:off x="624512" y="510923"/>
            <a:ext cx="3540000" cy="29680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70" b="1" i="0" u="none" strike="noStrike" kern="0" cap="none" spc="0" normalizeH="0" baseline="0" noProof="0" dirty="0">
                <a:ln>
                  <a:noFill/>
                </a:ln>
                <a:solidFill>
                  <a:schemeClr val="dk1"/>
                </a:solidFill>
                <a:effectLst/>
                <a:uLnTx/>
                <a:uFillTx/>
                <a:ea typeface="Arial" panose="020B0604020202020204" pitchFamily="34" charset="0"/>
                <a:cs typeface="Arial" panose="020B0604020202020204" pitchFamily="34" charset="0"/>
                <a:sym typeface="Arial" panose="020B0604020202020204" pitchFamily="34" charset="0"/>
              </a:rPr>
              <a:t>Brand Assets</a:t>
            </a:r>
          </a:p>
        </p:txBody>
      </p:sp>
      <p:sp>
        <p:nvSpPr>
          <p:cNvPr id="4" name="Lilly Red HEX# and RGB">
            <a:extLst>
              <a:ext uri="{FF2B5EF4-FFF2-40B4-BE49-F238E27FC236}">
                <a16:creationId xmlns:a16="http://schemas.microsoft.com/office/drawing/2014/main" id="{998528C4-5FAD-C59D-510C-B658C8FD84A0}"/>
              </a:ext>
            </a:extLst>
          </p:cNvPr>
          <p:cNvSpPr/>
          <p:nvPr/>
        </p:nvSpPr>
        <p:spPr>
          <a:xfrm>
            <a:off x="609600" y="1579047"/>
            <a:ext cx="1612736" cy="18634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1200" b="1" dirty="0">
                <a:solidFill>
                  <a:schemeClr val="bg1"/>
                </a:solidFill>
                <a:latin typeface="Arial Black" panose="020B0604020202020204" pitchFamily="34" charset="0"/>
              </a:rPr>
              <a:t>Lilly Red</a:t>
            </a:r>
          </a:p>
          <a:p>
            <a:pPr>
              <a:lnSpc>
                <a:spcPts val="1280"/>
              </a:lnSpc>
            </a:pPr>
            <a:br>
              <a:rPr lang="en-US" sz="1200" b="1" dirty="0">
                <a:solidFill>
                  <a:schemeClr val="bg1"/>
                </a:solidFill>
                <a:latin typeface="Arial" panose="020B0604020202020204" pitchFamily="34" charset="0"/>
              </a:rPr>
            </a:br>
            <a:r>
              <a:rPr lang="en-US" sz="1200" dirty="0">
                <a:solidFill>
                  <a:schemeClr val="bg1"/>
                </a:solidFill>
                <a:latin typeface="Arial" panose="020B0604020202020204" pitchFamily="34" charset="0"/>
              </a:rPr>
              <a:t>#E1251B</a:t>
            </a:r>
            <a:br>
              <a:rPr lang="en-US" sz="1200" dirty="0">
                <a:solidFill>
                  <a:schemeClr val="bg1"/>
                </a:solidFill>
                <a:latin typeface="Arial" panose="020B0604020202020204" pitchFamily="34" charset="0"/>
              </a:rPr>
            </a:br>
            <a:r>
              <a:rPr lang="en-US" sz="1200" dirty="0">
                <a:solidFill>
                  <a:schemeClr val="bg1"/>
                </a:solidFill>
                <a:latin typeface="Arial" panose="020B0604020202020204" pitchFamily="34" charset="0"/>
              </a:rPr>
              <a:t>R 225</a:t>
            </a:r>
          </a:p>
          <a:p>
            <a:pPr>
              <a:lnSpc>
                <a:spcPts val="1280"/>
              </a:lnSpc>
            </a:pPr>
            <a:r>
              <a:rPr lang="en-US" sz="1200" dirty="0">
                <a:solidFill>
                  <a:schemeClr val="bg1"/>
                </a:solidFill>
                <a:latin typeface="Arial" panose="020B0604020202020204" pitchFamily="34" charset="0"/>
              </a:rPr>
              <a:t>G 37</a:t>
            </a:r>
          </a:p>
          <a:p>
            <a:pPr>
              <a:lnSpc>
                <a:spcPts val="1280"/>
              </a:lnSpc>
            </a:pPr>
            <a:r>
              <a:rPr lang="en-US" sz="1200" dirty="0">
                <a:solidFill>
                  <a:schemeClr val="bg1"/>
                </a:solidFill>
                <a:latin typeface="Arial" panose="020B0604020202020204" pitchFamily="34" charset="0"/>
              </a:rPr>
              <a:t>B 27</a:t>
            </a:r>
          </a:p>
        </p:txBody>
      </p:sp>
      <p:sp>
        <p:nvSpPr>
          <p:cNvPr id="7" name="Lilly Pink HEX# and RGB">
            <a:extLst>
              <a:ext uri="{FF2B5EF4-FFF2-40B4-BE49-F238E27FC236}">
                <a16:creationId xmlns:a16="http://schemas.microsoft.com/office/drawing/2014/main" id="{1FEBEF26-A360-5399-86D0-110093BFAAA7}"/>
              </a:ext>
            </a:extLst>
          </p:cNvPr>
          <p:cNvSpPr/>
          <p:nvPr/>
        </p:nvSpPr>
        <p:spPr>
          <a:xfrm>
            <a:off x="2387056" y="1579047"/>
            <a:ext cx="1612736" cy="186340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1200" b="1" dirty="0">
                <a:solidFill>
                  <a:schemeClr val="tx1"/>
                </a:solidFill>
                <a:latin typeface="Arial Black" panose="020B0604020202020204" pitchFamily="34" charset="0"/>
              </a:rPr>
              <a:t>Lilly Pink</a:t>
            </a:r>
          </a:p>
          <a:p>
            <a:pPr>
              <a:lnSpc>
                <a:spcPts val="1280"/>
              </a:lnSpc>
            </a:pPr>
            <a:br>
              <a:rPr lang="en-US" sz="1200" b="1" dirty="0">
                <a:solidFill>
                  <a:schemeClr val="tx1"/>
                </a:solidFill>
                <a:latin typeface="Arial" panose="020B0604020202020204" pitchFamily="34" charset="0"/>
              </a:rPr>
            </a:br>
            <a:r>
              <a:rPr lang="en-US" sz="1200" dirty="0">
                <a:solidFill>
                  <a:schemeClr val="tx1"/>
                </a:solidFill>
                <a:latin typeface="Arial" panose="020B0604020202020204" pitchFamily="34" charset="0"/>
              </a:rPr>
              <a:t>#FBCFC8</a:t>
            </a:r>
            <a:br>
              <a:rPr lang="en-US" sz="1200" dirty="0">
                <a:solidFill>
                  <a:schemeClr val="tx1"/>
                </a:solidFill>
                <a:latin typeface="Arial" panose="020B0604020202020204" pitchFamily="34" charset="0"/>
              </a:rPr>
            </a:br>
            <a:r>
              <a:rPr lang="en-US" sz="1200" dirty="0">
                <a:solidFill>
                  <a:schemeClr val="tx1"/>
                </a:solidFill>
                <a:latin typeface="Arial" panose="020B0604020202020204" pitchFamily="34" charset="0"/>
              </a:rPr>
              <a:t>R 251</a:t>
            </a:r>
          </a:p>
          <a:p>
            <a:pPr>
              <a:lnSpc>
                <a:spcPts val="1280"/>
              </a:lnSpc>
            </a:pPr>
            <a:r>
              <a:rPr lang="en-US" sz="1200" dirty="0">
                <a:solidFill>
                  <a:schemeClr val="tx1"/>
                </a:solidFill>
                <a:latin typeface="Arial" panose="020B0604020202020204" pitchFamily="34" charset="0"/>
              </a:rPr>
              <a:t>G 207</a:t>
            </a:r>
          </a:p>
          <a:p>
            <a:pPr>
              <a:lnSpc>
                <a:spcPts val="1280"/>
              </a:lnSpc>
            </a:pPr>
            <a:r>
              <a:rPr lang="en-US" sz="1200" dirty="0">
                <a:solidFill>
                  <a:schemeClr val="tx1"/>
                </a:solidFill>
                <a:latin typeface="Arial" panose="020B0604020202020204" pitchFamily="34" charset="0"/>
              </a:rPr>
              <a:t>B 200</a:t>
            </a:r>
          </a:p>
        </p:txBody>
      </p:sp>
      <p:sp>
        <p:nvSpPr>
          <p:cNvPr id="8" name="Lilly Coat White HEX# and RGB">
            <a:extLst>
              <a:ext uri="{FF2B5EF4-FFF2-40B4-BE49-F238E27FC236}">
                <a16:creationId xmlns:a16="http://schemas.microsoft.com/office/drawing/2014/main" id="{041318E1-D1FF-52DA-1359-07DE8ADE1B8D}"/>
              </a:ext>
            </a:extLst>
          </p:cNvPr>
          <p:cNvSpPr/>
          <p:nvPr/>
        </p:nvSpPr>
        <p:spPr>
          <a:xfrm>
            <a:off x="4164512" y="1579047"/>
            <a:ext cx="1612736" cy="1863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1200" b="1" dirty="0">
                <a:solidFill>
                  <a:schemeClr val="tx1"/>
                </a:solidFill>
                <a:latin typeface="Arial Black" panose="020B0604020202020204" pitchFamily="34" charset="0"/>
              </a:rPr>
              <a:t>Lilly Coat White</a:t>
            </a:r>
          </a:p>
          <a:p>
            <a:pPr>
              <a:lnSpc>
                <a:spcPts val="1280"/>
              </a:lnSpc>
            </a:pPr>
            <a:br>
              <a:rPr lang="en-US" sz="1200" b="1" dirty="0">
                <a:solidFill>
                  <a:schemeClr val="tx1"/>
                </a:solidFill>
                <a:latin typeface="Arial" panose="020B0604020202020204" pitchFamily="34" charset="0"/>
              </a:rPr>
            </a:br>
            <a:r>
              <a:rPr lang="en-US" sz="1200" dirty="0">
                <a:solidFill>
                  <a:schemeClr val="tx1"/>
                </a:solidFill>
                <a:latin typeface="Arial" panose="020B0604020202020204" pitchFamily="34" charset="0"/>
              </a:rPr>
              <a:t>#FFFFFF</a:t>
            </a:r>
            <a:br>
              <a:rPr lang="en-US" sz="1200" dirty="0">
                <a:solidFill>
                  <a:schemeClr val="tx1"/>
                </a:solidFill>
                <a:latin typeface="Arial" panose="020B0604020202020204" pitchFamily="34" charset="0"/>
              </a:rPr>
            </a:br>
            <a:r>
              <a:rPr lang="en-US" sz="1200" dirty="0">
                <a:solidFill>
                  <a:schemeClr val="tx1"/>
                </a:solidFill>
                <a:latin typeface="Arial" panose="020B0604020202020204" pitchFamily="34" charset="0"/>
              </a:rPr>
              <a:t>R 255</a:t>
            </a:r>
          </a:p>
          <a:p>
            <a:pPr>
              <a:lnSpc>
                <a:spcPts val="1280"/>
              </a:lnSpc>
            </a:pPr>
            <a:r>
              <a:rPr lang="en-US" sz="1200" dirty="0">
                <a:solidFill>
                  <a:schemeClr val="tx1"/>
                </a:solidFill>
                <a:latin typeface="Arial" panose="020B0604020202020204" pitchFamily="34" charset="0"/>
              </a:rPr>
              <a:t>G 255</a:t>
            </a:r>
          </a:p>
          <a:p>
            <a:pPr>
              <a:lnSpc>
                <a:spcPts val="1280"/>
              </a:lnSpc>
            </a:pPr>
            <a:r>
              <a:rPr lang="en-US" sz="1200" dirty="0">
                <a:solidFill>
                  <a:schemeClr val="tx1"/>
                </a:solidFill>
                <a:latin typeface="Arial" panose="020B0604020202020204" pitchFamily="34" charset="0"/>
              </a:rPr>
              <a:t>B 255</a:t>
            </a:r>
          </a:p>
        </p:txBody>
      </p:sp>
      <p:sp>
        <p:nvSpPr>
          <p:cNvPr id="9" name="Lilly Black HEX# and RGB">
            <a:extLst>
              <a:ext uri="{FF2B5EF4-FFF2-40B4-BE49-F238E27FC236}">
                <a16:creationId xmlns:a16="http://schemas.microsoft.com/office/drawing/2014/main" id="{09DF7CBD-A16E-2EC7-03BE-1D21AE2BBBED}"/>
              </a:ext>
            </a:extLst>
          </p:cNvPr>
          <p:cNvSpPr/>
          <p:nvPr/>
        </p:nvSpPr>
        <p:spPr>
          <a:xfrm>
            <a:off x="5941969" y="1579047"/>
            <a:ext cx="1612736" cy="186340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1200" b="1" dirty="0">
                <a:solidFill>
                  <a:schemeClr val="bg1"/>
                </a:solidFill>
                <a:latin typeface="Arial Black" panose="020B0604020202020204" pitchFamily="34" charset="0"/>
              </a:rPr>
              <a:t>Lilly Black</a:t>
            </a:r>
          </a:p>
          <a:p>
            <a:pPr>
              <a:lnSpc>
                <a:spcPts val="1280"/>
              </a:lnSpc>
            </a:pPr>
            <a:br>
              <a:rPr lang="en-US" sz="1200" b="1" dirty="0">
                <a:solidFill>
                  <a:schemeClr val="bg1"/>
                </a:solidFill>
                <a:latin typeface="Arial" panose="020B0604020202020204" pitchFamily="34" charset="0"/>
              </a:rPr>
            </a:br>
            <a:r>
              <a:rPr lang="en-US" sz="1200" dirty="0">
                <a:solidFill>
                  <a:schemeClr val="bg1"/>
                </a:solidFill>
                <a:latin typeface="Arial" panose="020B0604020202020204" pitchFamily="34" charset="0"/>
              </a:rPr>
              <a:t>#212121</a:t>
            </a:r>
            <a:br>
              <a:rPr lang="en-US" sz="1200" dirty="0">
                <a:solidFill>
                  <a:schemeClr val="bg1"/>
                </a:solidFill>
                <a:latin typeface="Arial" panose="020B0604020202020204" pitchFamily="34" charset="0"/>
              </a:rPr>
            </a:br>
            <a:r>
              <a:rPr lang="en-US" sz="1200" dirty="0">
                <a:solidFill>
                  <a:schemeClr val="bg1"/>
                </a:solidFill>
                <a:latin typeface="Arial" panose="020B0604020202020204" pitchFamily="34" charset="0"/>
              </a:rPr>
              <a:t>R 33</a:t>
            </a:r>
          </a:p>
          <a:p>
            <a:pPr>
              <a:lnSpc>
                <a:spcPts val="1280"/>
              </a:lnSpc>
            </a:pPr>
            <a:r>
              <a:rPr lang="en-US" sz="1200" dirty="0">
                <a:solidFill>
                  <a:schemeClr val="bg1"/>
                </a:solidFill>
                <a:latin typeface="Arial" panose="020B0604020202020204" pitchFamily="34" charset="0"/>
              </a:rPr>
              <a:t>G 33</a:t>
            </a:r>
          </a:p>
          <a:p>
            <a:pPr>
              <a:lnSpc>
                <a:spcPts val="1280"/>
              </a:lnSpc>
            </a:pPr>
            <a:r>
              <a:rPr lang="en-US" sz="1200" dirty="0">
                <a:solidFill>
                  <a:schemeClr val="bg1"/>
                </a:solidFill>
                <a:latin typeface="Arial" panose="020B0604020202020204" pitchFamily="34" charset="0"/>
              </a:rPr>
              <a:t>B 33</a:t>
            </a:r>
          </a:p>
        </p:txBody>
      </p:sp>
      <p:sp>
        <p:nvSpPr>
          <p:cNvPr id="19" name="Lilly Bold Brown HEX# and RGB">
            <a:extLst>
              <a:ext uri="{FF2B5EF4-FFF2-40B4-BE49-F238E27FC236}">
                <a16:creationId xmlns:a16="http://schemas.microsoft.com/office/drawing/2014/main" id="{A5C8E734-784A-E9C6-BFE0-E6C95309AB35}"/>
              </a:ext>
            </a:extLst>
          </p:cNvPr>
          <p:cNvSpPr/>
          <p:nvPr/>
        </p:nvSpPr>
        <p:spPr>
          <a:xfrm>
            <a:off x="609600" y="3639490"/>
            <a:ext cx="1077155" cy="14635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bg1"/>
                </a:solidFill>
                <a:latin typeface="Arial Black" panose="020B0604020202020204" pitchFamily="34" charset="0"/>
              </a:rPr>
              <a:t>Lilly</a:t>
            </a:r>
            <a:br>
              <a:rPr lang="en-US" sz="933" b="1" dirty="0">
                <a:solidFill>
                  <a:schemeClr val="bg1"/>
                </a:solidFill>
                <a:latin typeface="Arial Black" panose="020B0604020202020204" pitchFamily="34" charset="0"/>
              </a:rPr>
            </a:br>
            <a:r>
              <a:rPr lang="en-US" sz="933" b="1" dirty="0">
                <a:solidFill>
                  <a:schemeClr val="bg1"/>
                </a:solidFill>
                <a:latin typeface="Arial Black" panose="020B0604020202020204" pitchFamily="34" charset="0"/>
              </a:rPr>
              <a:t>Bold Brown</a:t>
            </a:r>
          </a:p>
          <a:p>
            <a:pPr>
              <a:lnSpc>
                <a:spcPts val="1280"/>
              </a:lnSpc>
            </a:pPr>
            <a:br>
              <a:rPr lang="en-US" sz="933" b="1" dirty="0">
                <a:solidFill>
                  <a:schemeClr val="bg1"/>
                </a:solidFill>
                <a:latin typeface="Arial" panose="020B0604020202020204" pitchFamily="34" charset="0"/>
              </a:rPr>
            </a:br>
            <a:r>
              <a:rPr lang="en-US" sz="933" dirty="0">
                <a:solidFill>
                  <a:schemeClr val="bg1"/>
                </a:solidFill>
                <a:latin typeface="Arial" panose="020B0604020202020204" pitchFamily="34" charset="0"/>
              </a:rPr>
              <a:t>#521207</a:t>
            </a:r>
            <a:br>
              <a:rPr lang="en-US" sz="933" dirty="0">
                <a:solidFill>
                  <a:schemeClr val="bg1"/>
                </a:solidFill>
                <a:latin typeface="Arial" panose="020B0604020202020204" pitchFamily="34" charset="0"/>
              </a:rPr>
            </a:br>
            <a:r>
              <a:rPr lang="en-US" sz="933" dirty="0">
                <a:solidFill>
                  <a:schemeClr val="bg1"/>
                </a:solidFill>
                <a:latin typeface="Arial" panose="020B0604020202020204" pitchFamily="34" charset="0"/>
              </a:rPr>
              <a:t>R 82</a:t>
            </a:r>
          </a:p>
          <a:p>
            <a:pPr>
              <a:lnSpc>
                <a:spcPts val="1280"/>
              </a:lnSpc>
            </a:pPr>
            <a:r>
              <a:rPr lang="en-US" sz="933" dirty="0">
                <a:solidFill>
                  <a:schemeClr val="bg1"/>
                </a:solidFill>
                <a:latin typeface="Arial" panose="020B0604020202020204" pitchFamily="34" charset="0"/>
              </a:rPr>
              <a:t>G 18</a:t>
            </a:r>
          </a:p>
          <a:p>
            <a:pPr>
              <a:lnSpc>
                <a:spcPts val="1280"/>
              </a:lnSpc>
            </a:pPr>
            <a:r>
              <a:rPr lang="en-US" sz="933" dirty="0">
                <a:solidFill>
                  <a:schemeClr val="bg1"/>
                </a:solidFill>
                <a:latin typeface="Arial" panose="020B0604020202020204" pitchFamily="34" charset="0"/>
              </a:rPr>
              <a:t>B 7</a:t>
            </a:r>
          </a:p>
        </p:txBody>
      </p:sp>
      <p:sp>
        <p:nvSpPr>
          <p:cNvPr id="18" name="Lilly Vibrant Coral HEX# and RGB">
            <a:extLst>
              <a:ext uri="{FF2B5EF4-FFF2-40B4-BE49-F238E27FC236}">
                <a16:creationId xmlns:a16="http://schemas.microsoft.com/office/drawing/2014/main" id="{3BCCC580-560F-17ED-B831-B34376D5A4B9}"/>
              </a:ext>
            </a:extLst>
          </p:cNvPr>
          <p:cNvSpPr/>
          <p:nvPr/>
        </p:nvSpPr>
        <p:spPr>
          <a:xfrm>
            <a:off x="1783191" y="3639490"/>
            <a:ext cx="1077155" cy="146355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tx1"/>
                </a:solidFill>
                <a:latin typeface="Arial Black" panose="020B0604020202020204" pitchFamily="34" charset="0"/>
              </a:rPr>
              <a:t>Lilly</a:t>
            </a:r>
            <a:br>
              <a:rPr lang="en-US" sz="933" b="1" dirty="0">
                <a:solidFill>
                  <a:schemeClr val="tx1"/>
                </a:solidFill>
                <a:latin typeface="Arial Black" panose="020B0604020202020204" pitchFamily="34" charset="0"/>
              </a:rPr>
            </a:br>
            <a:r>
              <a:rPr lang="en-US" sz="933" b="1" dirty="0">
                <a:solidFill>
                  <a:schemeClr val="tx1"/>
                </a:solidFill>
                <a:latin typeface="Arial Black" panose="020B0604020202020204" pitchFamily="34" charset="0"/>
              </a:rPr>
              <a:t>Vibrant Coral</a:t>
            </a:r>
          </a:p>
          <a:p>
            <a:pPr>
              <a:lnSpc>
                <a:spcPts val="1280"/>
              </a:lnSpc>
            </a:pPr>
            <a:br>
              <a:rPr lang="en-US" sz="933" b="1" dirty="0">
                <a:solidFill>
                  <a:schemeClr val="tx1"/>
                </a:solidFill>
                <a:latin typeface="Arial" panose="020B0604020202020204" pitchFamily="34" charset="0"/>
              </a:rPr>
            </a:br>
            <a:r>
              <a:rPr lang="en-US" sz="933" dirty="0">
                <a:solidFill>
                  <a:schemeClr val="tx1"/>
                </a:solidFill>
                <a:latin typeface="Arial" panose="020B0604020202020204" pitchFamily="34" charset="0"/>
              </a:rPr>
              <a:t>#F58E7D</a:t>
            </a:r>
            <a:br>
              <a:rPr lang="en-US" sz="933" dirty="0">
                <a:solidFill>
                  <a:schemeClr val="tx1"/>
                </a:solidFill>
                <a:latin typeface="Arial" panose="020B0604020202020204" pitchFamily="34" charset="0"/>
              </a:rPr>
            </a:br>
            <a:r>
              <a:rPr lang="en-US" sz="933" dirty="0">
                <a:solidFill>
                  <a:schemeClr val="tx1"/>
                </a:solidFill>
                <a:latin typeface="Arial" panose="020B0604020202020204" pitchFamily="34" charset="0"/>
              </a:rPr>
              <a:t>R 245</a:t>
            </a:r>
          </a:p>
          <a:p>
            <a:pPr>
              <a:lnSpc>
                <a:spcPts val="1280"/>
              </a:lnSpc>
            </a:pPr>
            <a:r>
              <a:rPr lang="en-US" sz="933" dirty="0">
                <a:solidFill>
                  <a:schemeClr val="tx1"/>
                </a:solidFill>
                <a:latin typeface="Arial" panose="020B0604020202020204" pitchFamily="34" charset="0"/>
              </a:rPr>
              <a:t>G 142</a:t>
            </a:r>
          </a:p>
          <a:p>
            <a:pPr>
              <a:lnSpc>
                <a:spcPts val="1280"/>
              </a:lnSpc>
            </a:pPr>
            <a:r>
              <a:rPr lang="en-US" sz="933" dirty="0">
                <a:solidFill>
                  <a:schemeClr val="tx1"/>
                </a:solidFill>
                <a:latin typeface="Arial" panose="020B0604020202020204" pitchFamily="34" charset="0"/>
              </a:rPr>
              <a:t>B 125</a:t>
            </a:r>
          </a:p>
        </p:txBody>
      </p:sp>
      <p:sp>
        <p:nvSpPr>
          <p:cNvPr id="17" name="Lilly Vibrant Gold HEX# and RGB">
            <a:extLst>
              <a:ext uri="{FF2B5EF4-FFF2-40B4-BE49-F238E27FC236}">
                <a16:creationId xmlns:a16="http://schemas.microsoft.com/office/drawing/2014/main" id="{650E9516-AACF-FED6-0909-6E93E24B99ED}"/>
              </a:ext>
            </a:extLst>
          </p:cNvPr>
          <p:cNvSpPr/>
          <p:nvPr/>
        </p:nvSpPr>
        <p:spPr>
          <a:xfrm>
            <a:off x="2956781" y="3639490"/>
            <a:ext cx="1077155" cy="146355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tx1"/>
                </a:solidFill>
                <a:latin typeface="Arial Black" panose="020B0604020202020204" pitchFamily="34" charset="0"/>
              </a:rPr>
              <a:t>Lilly</a:t>
            </a:r>
            <a:br>
              <a:rPr lang="en-US" sz="933" b="1" dirty="0">
                <a:solidFill>
                  <a:schemeClr val="tx1"/>
                </a:solidFill>
                <a:latin typeface="Arial Black" panose="020B0604020202020204" pitchFamily="34" charset="0"/>
              </a:rPr>
            </a:br>
            <a:r>
              <a:rPr lang="en-US" sz="933" b="1" dirty="0">
                <a:solidFill>
                  <a:schemeClr val="tx1"/>
                </a:solidFill>
                <a:latin typeface="Arial Black" panose="020B0604020202020204" pitchFamily="34" charset="0"/>
              </a:rPr>
              <a:t>Vibrant Gold</a:t>
            </a:r>
          </a:p>
          <a:p>
            <a:pPr>
              <a:lnSpc>
                <a:spcPts val="1280"/>
              </a:lnSpc>
            </a:pPr>
            <a:br>
              <a:rPr lang="en-US" sz="933" b="1" dirty="0">
                <a:solidFill>
                  <a:schemeClr val="tx1"/>
                </a:solidFill>
                <a:latin typeface="Arial" panose="020B0604020202020204" pitchFamily="34" charset="0"/>
              </a:rPr>
            </a:br>
            <a:r>
              <a:rPr lang="en-US" sz="933" dirty="0">
                <a:solidFill>
                  <a:schemeClr val="tx1"/>
                </a:solidFill>
                <a:latin typeface="Arial" panose="020B0604020202020204" pitchFamily="34" charset="0"/>
              </a:rPr>
              <a:t>#FFC709</a:t>
            </a:r>
            <a:br>
              <a:rPr lang="en-US" sz="933" dirty="0">
                <a:solidFill>
                  <a:schemeClr val="tx1"/>
                </a:solidFill>
                <a:latin typeface="Arial" panose="020B0604020202020204" pitchFamily="34" charset="0"/>
              </a:rPr>
            </a:br>
            <a:r>
              <a:rPr lang="en-US" sz="933" dirty="0">
                <a:solidFill>
                  <a:schemeClr val="tx1"/>
                </a:solidFill>
                <a:latin typeface="Arial" panose="020B0604020202020204" pitchFamily="34" charset="0"/>
              </a:rPr>
              <a:t>R 255</a:t>
            </a:r>
          </a:p>
          <a:p>
            <a:pPr>
              <a:lnSpc>
                <a:spcPts val="1280"/>
              </a:lnSpc>
            </a:pPr>
            <a:r>
              <a:rPr lang="en-US" sz="933" dirty="0">
                <a:solidFill>
                  <a:schemeClr val="tx1"/>
                </a:solidFill>
                <a:latin typeface="Arial" panose="020B0604020202020204" pitchFamily="34" charset="0"/>
              </a:rPr>
              <a:t>G 199</a:t>
            </a:r>
          </a:p>
          <a:p>
            <a:pPr>
              <a:lnSpc>
                <a:spcPts val="1280"/>
              </a:lnSpc>
            </a:pPr>
            <a:r>
              <a:rPr lang="en-US" sz="933" dirty="0">
                <a:solidFill>
                  <a:schemeClr val="tx1"/>
                </a:solidFill>
                <a:latin typeface="Arial" panose="020B0604020202020204" pitchFamily="34" charset="0"/>
              </a:rPr>
              <a:t>B 9</a:t>
            </a:r>
          </a:p>
        </p:txBody>
      </p:sp>
      <p:sp>
        <p:nvSpPr>
          <p:cNvPr id="16" name="Lilly Bold Blue HEX# and RGB">
            <a:extLst>
              <a:ext uri="{FF2B5EF4-FFF2-40B4-BE49-F238E27FC236}">
                <a16:creationId xmlns:a16="http://schemas.microsoft.com/office/drawing/2014/main" id="{F31D6B3A-0490-79B8-2712-D8560ED05AAF}"/>
              </a:ext>
            </a:extLst>
          </p:cNvPr>
          <p:cNvSpPr/>
          <p:nvPr/>
        </p:nvSpPr>
        <p:spPr>
          <a:xfrm>
            <a:off x="4130372" y="3639490"/>
            <a:ext cx="1077155" cy="14635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bg1"/>
                </a:solidFill>
                <a:latin typeface="Arial Black" panose="020B0604020202020204" pitchFamily="34" charset="0"/>
              </a:rPr>
              <a:t>Lilly</a:t>
            </a:r>
            <a:br>
              <a:rPr lang="en-US" sz="933" b="1" dirty="0">
                <a:solidFill>
                  <a:schemeClr val="bg1"/>
                </a:solidFill>
                <a:latin typeface="Arial Black" panose="020B0604020202020204" pitchFamily="34" charset="0"/>
              </a:rPr>
            </a:br>
            <a:r>
              <a:rPr lang="en-US" sz="933" b="1" dirty="0">
                <a:solidFill>
                  <a:schemeClr val="bg1"/>
                </a:solidFill>
                <a:latin typeface="Arial Black" panose="020B0604020202020204" pitchFamily="34" charset="0"/>
              </a:rPr>
              <a:t>Bold Blue</a:t>
            </a:r>
          </a:p>
          <a:p>
            <a:pPr>
              <a:lnSpc>
                <a:spcPts val="1280"/>
              </a:lnSpc>
            </a:pPr>
            <a:br>
              <a:rPr lang="en-US" sz="933" b="1" dirty="0">
                <a:solidFill>
                  <a:schemeClr val="bg1"/>
                </a:solidFill>
                <a:latin typeface="Arial" panose="020B0604020202020204" pitchFamily="34" charset="0"/>
              </a:rPr>
            </a:br>
            <a:r>
              <a:rPr lang="en-US" sz="933" dirty="0">
                <a:solidFill>
                  <a:schemeClr val="bg1"/>
                </a:solidFill>
                <a:latin typeface="Arial" panose="020B0604020202020204" pitchFamily="34" charset="0"/>
              </a:rPr>
              <a:t>#0F3A85</a:t>
            </a:r>
            <a:br>
              <a:rPr lang="en-US" sz="933" dirty="0">
                <a:solidFill>
                  <a:schemeClr val="bg1"/>
                </a:solidFill>
                <a:latin typeface="Arial" panose="020B0604020202020204" pitchFamily="34" charset="0"/>
              </a:rPr>
            </a:br>
            <a:r>
              <a:rPr lang="en-US" sz="933" dirty="0">
                <a:solidFill>
                  <a:schemeClr val="bg1"/>
                </a:solidFill>
                <a:latin typeface="Arial" panose="020B0604020202020204" pitchFamily="34" charset="0"/>
              </a:rPr>
              <a:t>R 15</a:t>
            </a:r>
          </a:p>
          <a:p>
            <a:pPr>
              <a:lnSpc>
                <a:spcPts val="1280"/>
              </a:lnSpc>
            </a:pPr>
            <a:r>
              <a:rPr lang="en-US" sz="933" dirty="0">
                <a:solidFill>
                  <a:schemeClr val="bg1"/>
                </a:solidFill>
                <a:latin typeface="Arial" panose="020B0604020202020204" pitchFamily="34" charset="0"/>
              </a:rPr>
              <a:t>G 58</a:t>
            </a:r>
          </a:p>
          <a:p>
            <a:pPr>
              <a:lnSpc>
                <a:spcPts val="1280"/>
              </a:lnSpc>
            </a:pPr>
            <a:r>
              <a:rPr lang="en-US" sz="933" dirty="0">
                <a:solidFill>
                  <a:schemeClr val="bg1"/>
                </a:solidFill>
                <a:latin typeface="Arial" panose="020B0604020202020204" pitchFamily="34" charset="0"/>
              </a:rPr>
              <a:t>B 133</a:t>
            </a:r>
          </a:p>
        </p:txBody>
      </p:sp>
      <p:sp>
        <p:nvSpPr>
          <p:cNvPr id="14" name="Lilly Vibrant Azure HEX# and RGB">
            <a:extLst>
              <a:ext uri="{FF2B5EF4-FFF2-40B4-BE49-F238E27FC236}">
                <a16:creationId xmlns:a16="http://schemas.microsoft.com/office/drawing/2014/main" id="{DEBCD205-6F11-EACE-170D-CD986A1EDF7F}"/>
              </a:ext>
            </a:extLst>
          </p:cNvPr>
          <p:cNvSpPr/>
          <p:nvPr/>
        </p:nvSpPr>
        <p:spPr>
          <a:xfrm>
            <a:off x="5303963" y="3639490"/>
            <a:ext cx="1077155" cy="1463553"/>
          </a:xfrm>
          <a:prstGeom prst="rect">
            <a:avLst/>
          </a:prstGeom>
          <a:solidFill>
            <a:schemeClr val="accent3"/>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tx1"/>
                </a:solidFill>
                <a:latin typeface="Arial Black" panose="020B0604020202020204" pitchFamily="34" charset="0"/>
              </a:rPr>
              <a:t>Lilly</a:t>
            </a:r>
            <a:br>
              <a:rPr lang="en-US" sz="933" b="1" dirty="0">
                <a:solidFill>
                  <a:schemeClr val="tx1"/>
                </a:solidFill>
                <a:latin typeface="Arial Black" panose="020B0604020202020204" pitchFamily="34" charset="0"/>
              </a:rPr>
            </a:br>
            <a:r>
              <a:rPr lang="en-US" sz="933" b="1" dirty="0">
                <a:solidFill>
                  <a:schemeClr val="tx1"/>
                </a:solidFill>
                <a:latin typeface="Arial Black" panose="020B0604020202020204" pitchFamily="34" charset="0"/>
              </a:rPr>
              <a:t>Vibrant Azure</a:t>
            </a:r>
          </a:p>
          <a:p>
            <a:pPr>
              <a:lnSpc>
                <a:spcPts val="1280"/>
              </a:lnSpc>
            </a:pPr>
            <a:br>
              <a:rPr lang="en-US" sz="933" b="1" dirty="0">
                <a:solidFill>
                  <a:schemeClr val="tx1"/>
                </a:solidFill>
                <a:latin typeface="Arial" panose="020B0604020202020204" pitchFamily="34" charset="0"/>
              </a:rPr>
            </a:br>
            <a:r>
              <a:rPr lang="en-US" sz="933" dirty="0">
                <a:solidFill>
                  <a:schemeClr val="tx1"/>
                </a:solidFill>
                <a:latin typeface="Arial" panose="020B0604020202020204" pitchFamily="34" charset="0"/>
              </a:rPr>
              <a:t>#99BFE5</a:t>
            </a:r>
            <a:br>
              <a:rPr lang="en-US" sz="933" dirty="0">
                <a:solidFill>
                  <a:schemeClr val="tx1"/>
                </a:solidFill>
                <a:latin typeface="Arial" panose="020B0604020202020204" pitchFamily="34" charset="0"/>
              </a:rPr>
            </a:br>
            <a:r>
              <a:rPr lang="en-US" sz="933" dirty="0">
                <a:solidFill>
                  <a:schemeClr val="tx1"/>
                </a:solidFill>
                <a:latin typeface="Arial" panose="020B0604020202020204" pitchFamily="34" charset="0"/>
              </a:rPr>
              <a:t>R 153</a:t>
            </a:r>
          </a:p>
          <a:p>
            <a:pPr>
              <a:lnSpc>
                <a:spcPts val="1280"/>
              </a:lnSpc>
            </a:pPr>
            <a:r>
              <a:rPr lang="en-US" sz="933" dirty="0">
                <a:solidFill>
                  <a:schemeClr val="tx1"/>
                </a:solidFill>
                <a:latin typeface="Arial" panose="020B0604020202020204" pitchFamily="34" charset="0"/>
              </a:rPr>
              <a:t>G 191</a:t>
            </a:r>
          </a:p>
          <a:p>
            <a:pPr>
              <a:lnSpc>
                <a:spcPts val="1280"/>
              </a:lnSpc>
            </a:pPr>
            <a:r>
              <a:rPr lang="en-US" sz="933" dirty="0">
                <a:solidFill>
                  <a:schemeClr val="tx1"/>
                </a:solidFill>
                <a:latin typeface="Arial" panose="020B0604020202020204" pitchFamily="34" charset="0"/>
              </a:rPr>
              <a:t>B 229</a:t>
            </a:r>
          </a:p>
        </p:txBody>
      </p:sp>
      <p:sp>
        <p:nvSpPr>
          <p:cNvPr id="13" name="Lilly Bold Green HEX# and RGB">
            <a:extLst>
              <a:ext uri="{FF2B5EF4-FFF2-40B4-BE49-F238E27FC236}">
                <a16:creationId xmlns:a16="http://schemas.microsoft.com/office/drawing/2014/main" id="{AC5EE752-2DA4-4D28-98E4-8C86FD329405}"/>
              </a:ext>
            </a:extLst>
          </p:cNvPr>
          <p:cNvSpPr/>
          <p:nvPr/>
        </p:nvSpPr>
        <p:spPr>
          <a:xfrm>
            <a:off x="6477551" y="3639490"/>
            <a:ext cx="1077155" cy="14635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280"/>
              </a:lnSpc>
            </a:pPr>
            <a:r>
              <a:rPr lang="en-US" sz="933" b="1" dirty="0">
                <a:solidFill>
                  <a:schemeClr val="bg1"/>
                </a:solidFill>
                <a:latin typeface="Arial Black" panose="020B0604020202020204" pitchFamily="34" charset="0"/>
              </a:rPr>
              <a:t>Lilly</a:t>
            </a:r>
            <a:br>
              <a:rPr lang="en-US" sz="933" b="1" dirty="0">
                <a:solidFill>
                  <a:schemeClr val="bg1"/>
                </a:solidFill>
                <a:latin typeface="Arial Black" panose="020B0604020202020204" pitchFamily="34" charset="0"/>
              </a:rPr>
            </a:br>
            <a:r>
              <a:rPr lang="en-US" sz="933" b="1" dirty="0">
                <a:solidFill>
                  <a:schemeClr val="bg1"/>
                </a:solidFill>
                <a:latin typeface="Arial Black" panose="020B0604020202020204" pitchFamily="34" charset="0"/>
              </a:rPr>
              <a:t>Bold Green</a:t>
            </a:r>
          </a:p>
          <a:p>
            <a:pPr>
              <a:lnSpc>
                <a:spcPts val="1280"/>
              </a:lnSpc>
            </a:pPr>
            <a:br>
              <a:rPr lang="en-US" sz="933" b="1" dirty="0">
                <a:solidFill>
                  <a:schemeClr val="bg1"/>
                </a:solidFill>
                <a:latin typeface="Arial" panose="020B0604020202020204" pitchFamily="34" charset="0"/>
              </a:rPr>
            </a:br>
            <a:r>
              <a:rPr lang="en-US" sz="933" dirty="0">
                <a:solidFill>
                  <a:schemeClr val="bg1"/>
                </a:solidFill>
                <a:latin typeface="Arial" panose="020B0604020202020204" pitchFamily="34" charset="0"/>
              </a:rPr>
              <a:t>#144B2D</a:t>
            </a:r>
            <a:br>
              <a:rPr lang="en-US" sz="933" dirty="0">
                <a:solidFill>
                  <a:schemeClr val="bg1"/>
                </a:solidFill>
                <a:latin typeface="Arial" panose="020B0604020202020204" pitchFamily="34" charset="0"/>
              </a:rPr>
            </a:br>
            <a:r>
              <a:rPr lang="en-US" sz="933" dirty="0">
                <a:solidFill>
                  <a:schemeClr val="bg1"/>
                </a:solidFill>
                <a:latin typeface="Arial" panose="020B0604020202020204" pitchFamily="34" charset="0"/>
              </a:rPr>
              <a:t>R 20</a:t>
            </a:r>
          </a:p>
          <a:p>
            <a:pPr>
              <a:lnSpc>
                <a:spcPts val="1280"/>
              </a:lnSpc>
            </a:pPr>
            <a:r>
              <a:rPr lang="en-US" sz="933" dirty="0">
                <a:solidFill>
                  <a:schemeClr val="bg1"/>
                </a:solidFill>
                <a:latin typeface="Arial" panose="020B0604020202020204" pitchFamily="34" charset="0"/>
              </a:rPr>
              <a:t>G 75</a:t>
            </a:r>
          </a:p>
          <a:p>
            <a:pPr>
              <a:lnSpc>
                <a:spcPts val="1280"/>
              </a:lnSpc>
            </a:pPr>
            <a:r>
              <a:rPr lang="en-US" sz="933" dirty="0">
                <a:solidFill>
                  <a:schemeClr val="bg1"/>
                </a:solidFill>
                <a:latin typeface="Arial" panose="020B0604020202020204" pitchFamily="34" charset="0"/>
              </a:rPr>
              <a:t>B 45</a:t>
            </a:r>
          </a:p>
        </p:txBody>
      </p:sp>
      <p:sp>
        <p:nvSpPr>
          <p:cNvPr id="2" name="White" descr="Rectangle base to backdrop logo and monogram assets">
            <a:extLst>
              <a:ext uri="{FF2B5EF4-FFF2-40B4-BE49-F238E27FC236}">
                <a16:creationId xmlns:a16="http://schemas.microsoft.com/office/drawing/2014/main" id="{418B4EF5-972B-F0D8-C44B-3034EE6FB1E2}"/>
              </a:ext>
            </a:extLst>
          </p:cNvPr>
          <p:cNvSpPr/>
          <p:nvPr/>
        </p:nvSpPr>
        <p:spPr>
          <a:xfrm>
            <a:off x="8083264" y="1579047"/>
            <a:ext cx="3547904" cy="7515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30" name="Graphic 29" descr="Lilly Logo">
            <a:extLst>
              <a:ext uri="{FF2B5EF4-FFF2-40B4-BE49-F238E27FC236}">
                <a16:creationId xmlns:a16="http://schemas.microsoft.com/office/drawing/2014/main" id="{C0DB4D02-23A5-404E-44F6-B13FFD99FF6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287374" y="1690147"/>
            <a:ext cx="969262" cy="529330"/>
          </a:xfrm>
          <a:prstGeom prst="rect">
            <a:avLst/>
          </a:prstGeom>
        </p:spPr>
      </p:pic>
      <p:pic>
        <p:nvPicPr>
          <p:cNvPr id="36" name="Graphic 35" descr="Lilly Monogram">
            <a:extLst>
              <a:ext uri="{FF2B5EF4-FFF2-40B4-BE49-F238E27FC236}">
                <a16:creationId xmlns:a16="http://schemas.microsoft.com/office/drawing/2014/main" id="{31BD73A3-52AB-0D97-2C7E-91C3AB004DC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190847" y="1717455"/>
            <a:ext cx="621791" cy="474714"/>
          </a:xfrm>
          <a:prstGeom prst="rect">
            <a:avLst/>
          </a:prstGeom>
        </p:spPr>
      </p:pic>
      <p:sp>
        <p:nvSpPr>
          <p:cNvPr id="22" name="Neutral rose" descr="Rectangle base to backdrop logo and monogram assets">
            <a:extLst>
              <a:ext uri="{FF2B5EF4-FFF2-40B4-BE49-F238E27FC236}">
                <a16:creationId xmlns:a16="http://schemas.microsoft.com/office/drawing/2014/main" id="{F3E4E22B-4864-10C0-E269-82A9948AA6EA}"/>
              </a:ext>
            </a:extLst>
          </p:cNvPr>
          <p:cNvSpPr/>
          <p:nvPr/>
        </p:nvSpPr>
        <p:spPr>
          <a:xfrm>
            <a:off x="8083264" y="2330408"/>
            <a:ext cx="3547904" cy="751530"/>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31" name="Graphic 30" descr="Lilly Logo">
            <a:extLst>
              <a:ext uri="{FF2B5EF4-FFF2-40B4-BE49-F238E27FC236}">
                <a16:creationId xmlns:a16="http://schemas.microsoft.com/office/drawing/2014/main" id="{3D7D8C4D-6E8B-6468-BF69-1F577264BE9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287374" y="2441508"/>
            <a:ext cx="969262" cy="529330"/>
          </a:xfrm>
          <a:prstGeom prst="rect">
            <a:avLst/>
          </a:prstGeom>
        </p:spPr>
      </p:pic>
      <p:pic>
        <p:nvPicPr>
          <p:cNvPr id="35" name="Graphic 34" descr="Lilly Monogram">
            <a:extLst>
              <a:ext uri="{FF2B5EF4-FFF2-40B4-BE49-F238E27FC236}">
                <a16:creationId xmlns:a16="http://schemas.microsoft.com/office/drawing/2014/main" id="{215E8460-5FEE-3E39-AF62-2177D5650201}"/>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190847" y="2468816"/>
            <a:ext cx="621791" cy="474714"/>
          </a:xfrm>
          <a:prstGeom prst="rect">
            <a:avLst/>
          </a:prstGeom>
        </p:spPr>
      </p:pic>
      <p:sp>
        <p:nvSpPr>
          <p:cNvPr id="27" name="Bold brown" descr="Rectangle base to backdrop logo and monogram assets">
            <a:extLst>
              <a:ext uri="{FF2B5EF4-FFF2-40B4-BE49-F238E27FC236}">
                <a16:creationId xmlns:a16="http://schemas.microsoft.com/office/drawing/2014/main" id="{6021466C-D7B0-7719-6944-E44400AF807A}"/>
              </a:ext>
            </a:extLst>
          </p:cNvPr>
          <p:cNvSpPr/>
          <p:nvPr/>
        </p:nvSpPr>
        <p:spPr>
          <a:xfrm>
            <a:off x="8083264" y="3081768"/>
            <a:ext cx="3547904" cy="7515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3" name="Graphic 2" descr="Lilly Logo">
            <a:extLst>
              <a:ext uri="{FF2B5EF4-FFF2-40B4-BE49-F238E27FC236}">
                <a16:creationId xmlns:a16="http://schemas.microsoft.com/office/drawing/2014/main" id="{6E82C068-03D4-2207-79D2-443927D62619}"/>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8287374" y="3192868"/>
            <a:ext cx="969262" cy="529330"/>
          </a:xfrm>
          <a:prstGeom prst="rect">
            <a:avLst/>
          </a:prstGeom>
        </p:spPr>
      </p:pic>
      <p:pic>
        <p:nvPicPr>
          <p:cNvPr id="34" name="Graphic 33" descr="Lilly Monogram">
            <a:extLst>
              <a:ext uri="{FF2B5EF4-FFF2-40B4-BE49-F238E27FC236}">
                <a16:creationId xmlns:a16="http://schemas.microsoft.com/office/drawing/2014/main" id="{ABC31BFC-C789-4776-EA62-2C8AE2FA9D0A}"/>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10190847" y="3220176"/>
            <a:ext cx="621791" cy="474714"/>
          </a:xfrm>
          <a:prstGeom prst="rect">
            <a:avLst/>
          </a:prstGeom>
        </p:spPr>
      </p:pic>
      <p:sp>
        <p:nvSpPr>
          <p:cNvPr id="25" name="White" descr="Rectangle base to backdrop logo and monogram assets">
            <a:extLst>
              <a:ext uri="{FF2B5EF4-FFF2-40B4-BE49-F238E27FC236}">
                <a16:creationId xmlns:a16="http://schemas.microsoft.com/office/drawing/2014/main" id="{10608311-43C0-35A6-63F5-B1957139566D}"/>
              </a:ext>
            </a:extLst>
          </p:cNvPr>
          <p:cNvSpPr/>
          <p:nvPr/>
        </p:nvSpPr>
        <p:spPr>
          <a:xfrm>
            <a:off x="8083264" y="3831917"/>
            <a:ext cx="3547904" cy="7515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26" name="Graphic 25" descr="Lilly AMC logo">
            <a:extLst>
              <a:ext uri="{FF2B5EF4-FFF2-40B4-BE49-F238E27FC236}">
                <a16:creationId xmlns:a16="http://schemas.microsoft.com/office/drawing/2014/main" id="{DD5F3060-122F-5DA6-CC1F-58032A5FA867}"/>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8238706" y="3967849"/>
            <a:ext cx="1066599" cy="479666"/>
          </a:xfrm>
          <a:prstGeom prst="rect">
            <a:avLst/>
          </a:prstGeom>
        </p:spPr>
      </p:pic>
      <p:pic>
        <p:nvPicPr>
          <p:cNvPr id="6" name="Graphic 5" descr="Lilly AMC logo">
            <a:extLst>
              <a:ext uri="{FF2B5EF4-FFF2-40B4-BE49-F238E27FC236}">
                <a16:creationId xmlns:a16="http://schemas.microsoft.com/office/drawing/2014/main" id="{6393F1FC-146D-B880-B282-96A96B1EA1B1}"/>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9498842" y="4017258"/>
            <a:ext cx="2005801" cy="380848"/>
          </a:xfrm>
          <a:prstGeom prst="rect">
            <a:avLst/>
          </a:prstGeom>
        </p:spPr>
      </p:pic>
      <p:sp>
        <p:nvSpPr>
          <p:cNvPr id="24" name="Neutral rose" descr="Rectangle base to backdrop logo and monogram assets">
            <a:extLst>
              <a:ext uri="{FF2B5EF4-FFF2-40B4-BE49-F238E27FC236}">
                <a16:creationId xmlns:a16="http://schemas.microsoft.com/office/drawing/2014/main" id="{EF0FCC39-2421-663E-AA5A-94A0FEE02CBE}"/>
              </a:ext>
            </a:extLst>
          </p:cNvPr>
          <p:cNvSpPr/>
          <p:nvPr/>
        </p:nvSpPr>
        <p:spPr>
          <a:xfrm>
            <a:off x="8083264" y="4583278"/>
            <a:ext cx="3547904" cy="751530"/>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20" name="Graphic 19" descr="Lilly AMC logo">
            <a:extLst>
              <a:ext uri="{FF2B5EF4-FFF2-40B4-BE49-F238E27FC236}">
                <a16:creationId xmlns:a16="http://schemas.microsoft.com/office/drawing/2014/main" id="{EFE0D001-91D3-0B50-0743-0B9A80B14C31}"/>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8238706" y="4719210"/>
            <a:ext cx="1066599" cy="479666"/>
          </a:xfrm>
          <a:prstGeom prst="rect">
            <a:avLst/>
          </a:prstGeom>
        </p:spPr>
      </p:pic>
      <p:pic>
        <p:nvPicPr>
          <p:cNvPr id="10" name="Graphic 9" descr="Lilly AMC logo">
            <a:extLst>
              <a:ext uri="{FF2B5EF4-FFF2-40B4-BE49-F238E27FC236}">
                <a16:creationId xmlns:a16="http://schemas.microsoft.com/office/drawing/2014/main" id="{17982204-744C-1C1B-B377-B34E3A23A9BA}"/>
              </a:ext>
            </a:extLst>
          </p:cNvPr>
          <p:cNvPicPr>
            <a:picLocks noChangeAspect="1"/>
          </p:cNvPicPr>
          <p:nvPr/>
        </p:nvPicPr>
        <p:blipFill>
          <a:blip r:embed="rId21">
            <a:extLst>
              <a:ext uri="{96DAC541-7B7A-43D3-8B79-37D633B846F1}">
                <asvg:svgBlip xmlns:asvg="http://schemas.microsoft.com/office/drawing/2016/SVG/main" r:embed="rId22"/>
              </a:ext>
            </a:extLst>
          </a:blip>
          <a:srcRect/>
          <a:stretch/>
        </p:blipFill>
        <p:spPr>
          <a:xfrm>
            <a:off x="9498842" y="4768619"/>
            <a:ext cx="2005801" cy="380848"/>
          </a:xfrm>
          <a:prstGeom prst="rect">
            <a:avLst/>
          </a:prstGeom>
        </p:spPr>
      </p:pic>
      <p:sp>
        <p:nvSpPr>
          <p:cNvPr id="23" name="Bold brown" descr="Rectangle base to backdrop logo and monogram assets">
            <a:extLst>
              <a:ext uri="{FF2B5EF4-FFF2-40B4-BE49-F238E27FC236}">
                <a16:creationId xmlns:a16="http://schemas.microsoft.com/office/drawing/2014/main" id="{C6C65A3C-1E36-4E8B-7ACD-286859A90DFA}"/>
              </a:ext>
            </a:extLst>
          </p:cNvPr>
          <p:cNvSpPr/>
          <p:nvPr/>
        </p:nvSpPr>
        <p:spPr>
          <a:xfrm>
            <a:off x="8083264" y="5334638"/>
            <a:ext cx="3547904" cy="7515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anose="020B0604020202020204" pitchFamily="34" charset="0"/>
            </a:endParaRPr>
          </a:p>
        </p:txBody>
      </p:sp>
      <p:pic>
        <p:nvPicPr>
          <p:cNvPr id="12" name="Graphic 11" descr="Lilly AMC logo">
            <a:extLst>
              <a:ext uri="{FF2B5EF4-FFF2-40B4-BE49-F238E27FC236}">
                <a16:creationId xmlns:a16="http://schemas.microsoft.com/office/drawing/2014/main" id="{90E4460A-E9E2-957C-8EF5-1268F94283D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8238706" y="5470570"/>
            <a:ext cx="1066599" cy="479666"/>
          </a:xfrm>
          <a:prstGeom prst="rect">
            <a:avLst/>
          </a:prstGeom>
        </p:spPr>
      </p:pic>
      <p:pic>
        <p:nvPicPr>
          <p:cNvPr id="21" name="Graphic 20" descr="Lilly AMC logo">
            <a:extLst>
              <a:ext uri="{FF2B5EF4-FFF2-40B4-BE49-F238E27FC236}">
                <a16:creationId xmlns:a16="http://schemas.microsoft.com/office/drawing/2014/main" id="{44762A64-A9D8-FDA2-12A0-D385120C8947}"/>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9498842" y="5519979"/>
            <a:ext cx="2005801" cy="380848"/>
          </a:xfrm>
          <a:prstGeom prst="rect">
            <a:avLst/>
          </a:prstGeom>
        </p:spPr>
      </p:pic>
      <p:sp>
        <p:nvSpPr>
          <p:cNvPr id="5" name="Footer Placeholder 4">
            <a:extLst>
              <a:ext uri="{FF2B5EF4-FFF2-40B4-BE49-F238E27FC236}">
                <a16:creationId xmlns:a16="http://schemas.microsoft.com/office/drawing/2014/main" id="{C5D20A94-D569-3094-FBBB-5DBC26B923CC}"/>
              </a:ext>
            </a:extLst>
          </p:cNvPr>
          <p:cNvSpPr>
            <a:spLocks noGrp="1"/>
          </p:cNvSpPr>
          <p:nvPr>
            <p:ph type="ftr" sz="quarter" idx="10"/>
          </p:nvPr>
        </p:nvSpPr>
        <p:spPr/>
        <p:txBody>
          <a:bodyPr/>
          <a:lstStyle/>
          <a:p>
            <a:r>
              <a:rPr lang="en-US" dirty="0"/>
              <a:t>Company Confidential  © 2025 Eli Lilly and Company</a:t>
            </a:r>
          </a:p>
        </p:txBody>
      </p:sp>
      <p:sp>
        <p:nvSpPr>
          <p:cNvPr id="11" name="Slide Number Placeholder 10">
            <a:extLst>
              <a:ext uri="{FF2B5EF4-FFF2-40B4-BE49-F238E27FC236}">
                <a16:creationId xmlns:a16="http://schemas.microsoft.com/office/drawing/2014/main" id="{1C4814AF-497F-A872-0B14-E49AE8962B66}"/>
              </a:ext>
            </a:extLst>
          </p:cNvPr>
          <p:cNvSpPr>
            <a:spLocks noGrp="1"/>
          </p:cNvSpPr>
          <p:nvPr>
            <p:ph type="sldNum" idx="11"/>
          </p:nvPr>
        </p:nvSpPr>
        <p:spPr/>
        <p:txBody>
          <a:bodyPr/>
          <a:lstStyle/>
          <a:p>
            <a:fld id="{00000000-1234-1234-1234-123412341234}" type="slidenum">
              <a:rPr lang="en" smtClean="0"/>
              <a:pPr/>
              <a:t>85</a:t>
            </a:fld>
            <a:endParaRPr lang="en" dirty="0"/>
          </a:p>
        </p:txBody>
      </p:sp>
    </p:spTree>
    <p:extLst>
      <p:ext uri="{BB962C8B-B14F-4D97-AF65-F5344CB8AC3E}">
        <p14:creationId xmlns:p14="http://schemas.microsoft.com/office/powerpoint/2010/main" val="23589074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2040">
          <a:extLst>
            <a:ext uri="{FF2B5EF4-FFF2-40B4-BE49-F238E27FC236}">
              <a16:creationId xmlns:a16="http://schemas.microsoft.com/office/drawing/2014/main" id="{2772A7EC-B6D0-7861-526E-4D1ACD4770B5}"/>
            </a:ext>
          </a:extLst>
        </p:cNvPr>
        <p:cNvGrpSpPr/>
        <p:nvPr/>
      </p:nvGrpSpPr>
      <p:grpSpPr>
        <a:xfrm>
          <a:off x="0" y="0"/>
          <a:ext cx="0" cy="0"/>
          <a:chOff x="0" y="0"/>
          <a:chExt cx="0" cy="0"/>
        </a:xfrm>
      </p:grpSpPr>
      <p:sp>
        <p:nvSpPr>
          <p:cNvPr id="22" name="Title 4">
            <a:extLst>
              <a:ext uri="{FF2B5EF4-FFF2-40B4-BE49-F238E27FC236}">
                <a16:creationId xmlns:a16="http://schemas.microsoft.com/office/drawing/2014/main" id="{696721D8-5A01-7F3D-2603-2F20CAA1D046}"/>
              </a:ext>
            </a:extLst>
          </p:cNvPr>
          <p:cNvSpPr txBox="1">
            <a:spLocks noGrp="1"/>
          </p:cNvSpPr>
          <p:nvPr>
            <p:ph type="title" idx="4294967295"/>
          </p:nvPr>
        </p:nvSpPr>
        <p:spPr>
          <a:xfrm>
            <a:off x="476854" y="458258"/>
            <a:ext cx="11715145" cy="69939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800" b="1" i="0" u="none" strike="noStrike" cap="none" spc="-150" baseline="0">
                <a:solidFill>
                  <a:schemeClr val="tx1"/>
                </a:solidFill>
                <a:latin typeface="Times New Roman" panose="02020603050405020304" pitchFamily="18" charset="0"/>
                <a:ea typeface="Times New Roman" panose="020206030504050203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67" b="1"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Graphic Shapes</a:t>
            </a:r>
            <a:r>
              <a:rPr kumimoji="0" lang="en-US" sz="2667"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 Premade sample shapes to be copied and pasted for ease of use</a:t>
            </a:r>
          </a:p>
        </p:txBody>
      </p:sp>
      <p:sp>
        <p:nvSpPr>
          <p:cNvPr id="23" name="TextBox 22">
            <a:extLst>
              <a:ext uri="{FF2B5EF4-FFF2-40B4-BE49-F238E27FC236}">
                <a16:creationId xmlns:a16="http://schemas.microsoft.com/office/drawing/2014/main" id="{96BC166F-5209-8B60-FAE2-D2DB8AAFD016}"/>
              </a:ext>
            </a:extLst>
          </p:cNvPr>
          <p:cNvSpPr txBox="1"/>
          <p:nvPr/>
        </p:nvSpPr>
        <p:spPr>
          <a:xfrm>
            <a:off x="617355" y="1266052"/>
            <a:ext cx="10330621" cy="349857"/>
          </a:xfrm>
          <a:prstGeom prst="rect">
            <a:avLst/>
          </a:prstGeom>
          <a:noFill/>
        </p:spPr>
        <p:txBody>
          <a:bodyPr wrap="square" lIns="0" tIns="0" rIns="0" bIns="0" rtlCol="0">
            <a:noAutofit/>
          </a:bodyPr>
          <a:lstStyle/>
          <a:p>
            <a:pPr marL="2117">
              <a:lnSpc>
                <a:spcPts val="2133"/>
              </a:lnSpc>
              <a:buClr>
                <a:srgbClr val="5F5F5F">
                  <a:lumMod val="60000"/>
                  <a:lumOff val="40000"/>
                </a:srgbClr>
              </a:buClr>
            </a:pPr>
            <a:r>
              <a:rPr lang="en-US" sz="2133" b="1" dirty="0">
                <a:solidFill>
                  <a:schemeClr val="accent1"/>
                </a:solidFill>
                <a:latin typeface="+mj-lt"/>
              </a:rPr>
              <a:t>Sample subtitle – copy and paste as needed</a:t>
            </a:r>
          </a:p>
        </p:txBody>
      </p:sp>
      <p:sp>
        <p:nvSpPr>
          <p:cNvPr id="57" name="TextBox 56">
            <a:extLst>
              <a:ext uri="{FF2B5EF4-FFF2-40B4-BE49-F238E27FC236}">
                <a16:creationId xmlns:a16="http://schemas.microsoft.com/office/drawing/2014/main" id="{9CC35622-6140-F653-2146-94849A88CEF5}"/>
              </a:ext>
            </a:extLst>
          </p:cNvPr>
          <p:cNvSpPr txBox="1"/>
          <p:nvPr/>
        </p:nvSpPr>
        <p:spPr>
          <a:xfrm>
            <a:off x="617355" y="1589513"/>
            <a:ext cx="10330621" cy="349857"/>
          </a:xfrm>
          <a:prstGeom prst="rect">
            <a:avLst/>
          </a:prstGeom>
          <a:noFill/>
        </p:spPr>
        <p:txBody>
          <a:bodyPr wrap="square" lIns="0" tIns="0" rIns="0" bIns="0" rtlCol="0">
            <a:noAutofit/>
          </a:bodyPr>
          <a:lstStyle/>
          <a:p>
            <a:pPr marL="2117">
              <a:lnSpc>
                <a:spcPct val="90000"/>
              </a:lnSpc>
              <a:buClr>
                <a:srgbClr val="5F5F5F">
                  <a:lumMod val="60000"/>
                  <a:lumOff val="40000"/>
                </a:srgbClr>
              </a:buClr>
            </a:pPr>
            <a:r>
              <a:rPr lang="en-US" sz="2000" b="1" dirty="0">
                <a:solidFill>
                  <a:schemeClr val="accent1"/>
                </a:solidFill>
                <a:latin typeface="Arial Black" panose="020B0604020202020204" pitchFamily="34" charset="0"/>
              </a:rPr>
              <a:t>Sample subtitle – copy and paste as needed</a:t>
            </a:r>
          </a:p>
        </p:txBody>
      </p:sp>
      <p:sp>
        <p:nvSpPr>
          <p:cNvPr id="43" name="Rectangle 42">
            <a:extLst>
              <a:ext uri="{FF2B5EF4-FFF2-40B4-BE49-F238E27FC236}">
                <a16:creationId xmlns:a16="http://schemas.microsoft.com/office/drawing/2014/main" id="{7017104A-A132-568A-F607-4EF6E0D0263E}"/>
              </a:ext>
            </a:extLst>
          </p:cNvPr>
          <p:cNvSpPr/>
          <p:nvPr/>
        </p:nvSpPr>
        <p:spPr>
          <a:xfrm>
            <a:off x="617355" y="2100806"/>
            <a:ext cx="1219200" cy="10475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bg1"/>
                </a:solidFill>
                <a:latin typeface="Arial" panose="020B0604020202020204" pitchFamily="34" charset="0"/>
              </a:rPr>
              <a:t>Sample color </a:t>
            </a:r>
            <a:br>
              <a:rPr lang="en-US" sz="1600" dirty="0">
                <a:solidFill>
                  <a:schemeClr val="bg1"/>
                </a:solidFill>
                <a:latin typeface="Arial" panose="020B0604020202020204" pitchFamily="34" charset="0"/>
              </a:rPr>
            </a:br>
            <a:r>
              <a:rPr lang="en-US" sz="1600" dirty="0">
                <a:solidFill>
                  <a:schemeClr val="bg1"/>
                </a:solidFill>
                <a:latin typeface="Arial" panose="020B0604020202020204" pitchFamily="34" charset="0"/>
              </a:rPr>
              <a:t>text box</a:t>
            </a:r>
          </a:p>
        </p:txBody>
      </p:sp>
      <p:sp>
        <p:nvSpPr>
          <p:cNvPr id="46" name="Rectangle 45">
            <a:extLst>
              <a:ext uri="{FF2B5EF4-FFF2-40B4-BE49-F238E27FC236}">
                <a16:creationId xmlns:a16="http://schemas.microsoft.com/office/drawing/2014/main" id="{5E72DA83-189A-3359-BC0E-CA2589AE0E71}"/>
              </a:ext>
            </a:extLst>
          </p:cNvPr>
          <p:cNvSpPr/>
          <p:nvPr/>
        </p:nvSpPr>
        <p:spPr>
          <a:xfrm>
            <a:off x="1929644" y="2100806"/>
            <a:ext cx="1219200" cy="10475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48" name="Rectangle 47">
            <a:extLst>
              <a:ext uri="{FF2B5EF4-FFF2-40B4-BE49-F238E27FC236}">
                <a16:creationId xmlns:a16="http://schemas.microsoft.com/office/drawing/2014/main" id="{6DC82A5F-FC6B-FAF4-5019-4A49C5C6EA31}"/>
              </a:ext>
            </a:extLst>
          </p:cNvPr>
          <p:cNvSpPr/>
          <p:nvPr/>
        </p:nvSpPr>
        <p:spPr>
          <a:xfrm>
            <a:off x="3241933" y="2100806"/>
            <a:ext cx="1219200" cy="10475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49" name="Rectangle 48">
            <a:extLst>
              <a:ext uri="{FF2B5EF4-FFF2-40B4-BE49-F238E27FC236}">
                <a16:creationId xmlns:a16="http://schemas.microsoft.com/office/drawing/2014/main" id="{6AE5B629-C422-DD27-1186-8826B61E7515}"/>
              </a:ext>
            </a:extLst>
          </p:cNvPr>
          <p:cNvSpPr/>
          <p:nvPr/>
        </p:nvSpPr>
        <p:spPr>
          <a:xfrm>
            <a:off x="4554222" y="2100806"/>
            <a:ext cx="1219200" cy="104759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bg1"/>
                </a:solidFill>
                <a:latin typeface="Arial" panose="020B0604020202020204" pitchFamily="34" charset="0"/>
              </a:rPr>
              <a:t>Sample color </a:t>
            </a:r>
            <a:br>
              <a:rPr lang="en-US" sz="1600" dirty="0">
                <a:solidFill>
                  <a:schemeClr val="bg1"/>
                </a:solidFill>
                <a:latin typeface="Arial" panose="020B0604020202020204" pitchFamily="34" charset="0"/>
              </a:rPr>
            </a:br>
            <a:r>
              <a:rPr lang="en-US" sz="1600" dirty="0">
                <a:solidFill>
                  <a:schemeClr val="bg1"/>
                </a:solidFill>
                <a:latin typeface="Arial" panose="020B0604020202020204" pitchFamily="34" charset="0"/>
              </a:rPr>
              <a:t>text box</a:t>
            </a:r>
          </a:p>
        </p:txBody>
      </p:sp>
      <p:sp>
        <p:nvSpPr>
          <p:cNvPr id="50" name="Rectangle 49">
            <a:extLst>
              <a:ext uri="{FF2B5EF4-FFF2-40B4-BE49-F238E27FC236}">
                <a16:creationId xmlns:a16="http://schemas.microsoft.com/office/drawing/2014/main" id="{15A9F870-714E-5ACB-D424-A7C1D1D6C267}"/>
              </a:ext>
            </a:extLst>
          </p:cNvPr>
          <p:cNvSpPr/>
          <p:nvPr/>
        </p:nvSpPr>
        <p:spPr>
          <a:xfrm>
            <a:off x="617355" y="3239484"/>
            <a:ext cx="1219200" cy="10475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bg1"/>
                </a:solidFill>
                <a:latin typeface="Arial" panose="020B0604020202020204" pitchFamily="34" charset="0"/>
              </a:rPr>
              <a:t>Sample color </a:t>
            </a:r>
            <a:br>
              <a:rPr lang="en-US" sz="1600" dirty="0">
                <a:solidFill>
                  <a:schemeClr val="bg1"/>
                </a:solidFill>
                <a:latin typeface="Arial" panose="020B0604020202020204" pitchFamily="34" charset="0"/>
              </a:rPr>
            </a:br>
            <a:r>
              <a:rPr lang="en-US" sz="1600" dirty="0">
                <a:solidFill>
                  <a:schemeClr val="bg1"/>
                </a:solidFill>
                <a:latin typeface="Arial" panose="020B0604020202020204" pitchFamily="34" charset="0"/>
              </a:rPr>
              <a:t>text box</a:t>
            </a:r>
          </a:p>
        </p:txBody>
      </p:sp>
      <p:sp>
        <p:nvSpPr>
          <p:cNvPr id="51" name="Rectangle 50">
            <a:extLst>
              <a:ext uri="{FF2B5EF4-FFF2-40B4-BE49-F238E27FC236}">
                <a16:creationId xmlns:a16="http://schemas.microsoft.com/office/drawing/2014/main" id="{7BAD6EAA-BC3B-8FB5-9872-9411C223AF70}"/>
              </a:ext>
            </a:extLst>
          </p:cNvPr>
          <p:cNvSpPr/>
          <p:nvPr/>
        </p:nvSpPr>
        <p:spPr>
          <a:xfrm>
            <a:off x="1929644" y="3239484"/>
            <a:ext cx="1219200" cy="104759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52" name="Rectangle 51">
            <a:extLst>
              <a:ext uri="{FF2B5EF4-FFF2-40B4-BE49-F238E27FC236}">
                <a16:creationId xmlns:a16="http://schemas.microsoft.com/office/drawing/2014/main" id="{86DC02D1-B8D7-67CE-51ED-8ECC2150B539}"/>
              </a:ext>
            </a:extLst>
          </p:cNvPr>
          <p:cNvSpPr/>
          <p:nvPr/>
        </p:nvSpPr>
        <p:spPr>
          <a:xfrm>
            <a:off x="3241933" y="3239484"/>
            <a:ext cx="1219200" cy="104759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53" name="Rectangle 52">
            <a:extLst>
              <a:ext uri="{FF2B5EF4-FFF2-40B4-BE49-F238E27FC236}">
                <a16:creationId xmlns:a16="http://schemas.microsoft.com/office/drawing/2014/main" id="{350928F1-52E6-CCC1-5C67-B0F3338B7D9F}"/>
              </a:ext>
            </a:extLst>
          </p:cNvPr>
          <p:cNvSpPr/>
          <p:nvPr/>
        </p:nvSpPr>
        <p:spPr>
          <a:xfrm>
            <a:off x="4554222" y="3239484"/>
            <a:ext cx="1219200" cy="10475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bg1"/>
                </a:solidFill>
                <a:latin typeface="Arial" panose="020B0604020202020204" pitchFamily="34" charset="0"/>
              </a:rPr>
              <a:t>Sample color </a:t>
            </a:r>
            <a:br>
              <a:rPr lang="en-US" sz="1600" dirty="0">
                <a:solidFill>
                  <a:schemeClr val="bg1"/>
                </a:solidFill>
                <a:latin typeface="Arial" panose="020B0604020202020204" pitchFamily="34" charset="0"/>
              </a:rPr>
            </a:br>
            <a:r>
              <a:rPr lang="en-US" sz="1600" dirty="0">
                <a:solidFill>
                  <a:schemeClr val="bg1"/>
                </a:solidFill>
                <a:latin typeface="Arial" panose="020B0604020202020204" pitchFamily="34" charset="0"/>
              </a:rPr>
              <a:t>text box</a:t>
            </a:r>
          </a:p>
        </p:txBody>
      </p:sp>
      <p:sp>
        <p:nvSpPr>
          <p:cNvPr id="54" name="Rectangle 53">
            <a:extLst>
              <a:ext uri="{FF2B5EF4-FFF2-40B4-BE49-F238E27FC236}">
                <a16:creationId xmlns:a16="http://schemas.microsoft.com/office/drawing/2014/main" id="{7653CFA3-245A-28A1-40DA-56068EFCC98B}"/>
              </a:ext>
            </a:extLst>
          </p:cNvPr>
          <p:cNvSpPr/>
          <p:nvPr/>
        </p:nvSpPr>
        <p:spPr>
          <a:xfrm>
            <a:off x="5866511" y="3239484"/>
            <a:ext cx="1219200" cy="104759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55" name="Rectangle 54">
            <a:extLst>
              <a:ext uri="{FF2B5EF4-FFF2-40B4-BE49-F238E27FC236}">
                <a16:creationId xmlns:a16="http://schemas.microsoft.com/office/drawing/2014/main" id="{E96154BD-BDDF-A47D-1B4F-F8CFD43DB06E}"/>
              </a:ext>
            </a:extLst>
          </p:cNvPr>
          <p:cNvSpPr/>
          <p:nvPr/>
        </p:nvSpPr>
        <p:spPr>
          <a:xfrm>
            <a:off x="7178801" y="3239484"/>
            <a:ext cx="1219200" cy="104759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bg1"/>
                </a:solidFill>
                <a:latin typeface="Arial" panose="020B0604020202020204" pitchFamily="34" charset="0"/>
              </a:rPr>
              <a:t>Sample color </a:t>
            </a:r>
            <a:br>
              <a:rPr lang="en-US" sz="1600" dirty="0">
                <a:solidFill>
                  <a:schemeClr val="bg1"/>
                </a:solidFill>
                <a:latin typeface="Arial" panose="020B0604020202020204" pitchFamily="34" charset="0"/>
              </a:rPr>
            </a:br>
            <a:r>
              <a:rPr lang="en-US" sz="1600" dirty="0">
                <a:solidFill>
                  <a:schemeClr val="bg1"/>
                </a:solidFill>
                <a:latin typeface="Arial" panose="020B0604020202020204" pitchFamily="34" charset="0"/>
              </a:rPr>
              <a:t>text box</a:t>
            </a:r>
          </a:p>
        </p:txBody>
      </p:sp>
      <p:sp>
        <p:nvSpPr>
          <p:cNvPr id="5" name="Rectangle 4">
            <a:extLst>
              <a:ext uri="{FF2B5EF4-FFF2-40B4-BE49-F238E27FC236}">
                <a16:creationId xmlns:a16="http://schemas.microsoft.com/office/drawing/2014/main" id="{47DDEE08-E589-9892-D089-15C8F75FFD49}"/>
              </a:ext>
            </a:extLst>
          </p:cNvPr>
          <p:cNvSpPr/>
          <p:nvPr/>
        </p:nvSpPr>
        <p:spPr>
          <a:xfrm>
            <a:off x="617355" y="4385797"/>
            <a:ext cx="1219200" cy="1047594"/>
          </a:xfrm>
          <a:prstGeom prst="rect">
            <a:avLst/>
          </a:prstGeom>
          <a:solidFill>
            <a:srgbClr val="FDD1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2"/>
                </a:solidFill>
                <a:latin typeface="Arial" panose="020B0604020202020204" pitchFamily="34" charset="0"/>
              </a:rPr>
              <a:t>Sample color </a:t>
            </a:r>
            <a:br>
              <a:rPr lang="en-US" sz="1600" dirty="0">
                <a:solidFill>
                  <a:schemeClr val="tx2"/>
                </a:solidFill>
                <a:latin typeface="Arial" panose="020B0604020202020204" pitchFamily="34" charset="0"/>
              </a:rPr>
            </a:br>
            <a:r>
              <a:rPr lang="en-US" sz="1600" dirty="0">
                <a:solidFill>
                  <a:schemeClr val="tx2"/>
                </a:solidFill>
                <a:latin typeface="Arial" panose="020B0604020202020204" pitchFamily="34" charset="0"/>
              </a:rPr>
              <a:t>text box</a:t>
            </a:r>
          </a:p>
        </p:txBody>
      </p:sp>
      <p:sp>
        <p:nvSpPr>
          <p:cNvPr id="8" name="Rectangle 7">
            <a:extLst>
              <a:ext uri="{FF2B5EF4-FFF2-40B4-BE49-F238E27FC236}">
                <a16:creationId xmlns:a16="http://schemas.microsoft.com/office/drawing/2014/main" id="{B3FE3AE3-380F-2A6C-860B-774F89A37CA3}"/>
              </a:ext>
            </a:extLst>
          </p:cNvPr>
          <p:cNvSpPr/>
          <p:nvPr/>
        </p:nvSpPr>
        <p:spPr>
          <a:xfrm>
            <a:off x="1929644" y="4385797"/>
            <a:ext cx="1219200" cy="1047594"/>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9" name="Rectangle 8">
            <a:extLst>
              <a:ext uri="{FF2B5EF4-FFF2-40B4-BE49-F238E27FC236}">
                <a16:creationId xmlns:a16="http://schemas.microsoft.com/office/drawing/2014/main" id="{B7608ABE-ECE0-22AA-2439-85C63A5C2E5E}"/>
              </a:ext>
            </a:extLst>
          </p:cNvPr>
          <p:cNvSpPr/>
          <p:nvPr/>
        </p:nvSpPr>
        <p:spPr>
          <a:xfrm>
            <a:off x="3241933" y="4385797"/>
            <a:ext cx="1219200" cy="1047594"/>
          </a:xfrm>
          <a:prstGeom prst="rect">
            <a:avLst/>
          </a:prstGeom>
          <a:solidFill>
            <a:srgbClr val="FFF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10" name="Rectangle 9">
            <a:extLst>
              <a:ext uri="{FF2B5EF4-FFF2-40B4-BE49-F238E27FC236}">
                <a16:creationId xmlns:a16="http://schemas.microsoft.com/office/drawing/2014/main" id="{801B31F3-F7D7-57DF-CF52-536150508ED1}"/>
              </a:ext>
            </a:extLst>
          </p:cNvPr>
          <p:cNvSpPr/>
          <p:nvPr/>
        </p:nvSpPr>
        <p:spPr>
          <a:xfrm>
            <a:off x="4554222" y="4385797"/>
            <a:ext cx="1219200" cy="1047594"/>
          </a:xfrm>
          <a:prstGeom prst="rect">
            <a:avLst/>
          </a:prstGeom>
          <a:solidFill>
            <a:srgbClr val="8A96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11" name="Rectangle 10">
            <a:extLst>
              <a:ext uri="{FF2B5EF4-FFF2-40B4-BE49-F238E27FC236}">
                <a16:creationId xmlns:a16="http://schemas.microsoft.com/office/drawing/2014/main" id="{FFF4E475-A02D-B83D-50AC-6AE3D18F4F14}"/>
              </a:ext>
            </a:extLst>
          </p:cNvPr>
          <p:cNvSpPr/>
          <p:nvPr/>
        </p:nvSpPr>
        <p:spPr>
          <a:xfrm>
            <a:off x="5866511" y="4385797"/>
            <a:ext cx="1219200" cy="1047594"/>
          </a:xfrm>
          <a:prstGeom prst="rect">
            <a:avLst/>
          </a:prstGeom>
          <a:solidFill>
            <a:srgbClr val="E4E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12" name="Rectangle 11">
            <a:extLst>
              <a:ext uri="{FF2B5EF4-FFF2-40B4-BE49-F238E27FC236}">
                <a16:creationId xmlns:a16="http://schemas.microsoft.com/office/drawing/2014/main" id="{700050C9-8CDA-9B21-A8CD-2BA3DB15203D}"/>
              </a:ext>
            </a:extLst>
          </p:cNvPr>
          <p:cNvSpPr/>
          <p:nvPr/>
        </p:nvSpPr>
        <p:spPr>
          <a:xfrm>
            <a:off x="7178801" y="4385797"/>
            <a:ext cx="1219200" cy="1047594"/>
          </a:xfrm>
          <a:prstGeom prst="rect">
            <a:avLst/>
          </a:prstGeom>
          <a:solidFill>
            <a:srgbClr val="C6DC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solidFill>
                <a:latin typeface="Arial" panose="020B0604020202020204" pitchFamily="34" charset="0"/>
              </a:rPr>
              <a:t>Sample color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text box</a:t>
            </a:r>
          </a:p>
        </p:txBody>
      </p:sp>
      <p:sp>
        <p:nvSpPr>
          <p:cNvPr id="3" name="TextBox 2">
            <a:extLst>
              <a:ext uri="{FF2B5EF4-FFF2-40B4-BE49-F238E27FC236}">
                <a16:creationId xmlns:a16="http://schemas.microsoft.com/office/drawing/2014/main" id="{451E7AFC-A7F9-056D-6512-2DA43CCB6AC9}"/>
              </a:ext>
            </a:extLst>
          </p:cNvPr>
          <p:cNvSpPr txBox="1"/>
          <p:nvPr/>
        </p:nvSpPr>
        <p:spPr>
          <a:xfrm>
            <a:off x="9261461" y="2235472"/>
            <a:ext cx="2421757" cy="796257"/>
          </a:xfrm>
          <a:prstGeom prst="rect">
            <a:avLst/>
          </a:prstGeom>
          <a:noFill/>
        </p:spPr>
        <p:txBody>
          <a:bodyPr wrap="square" lIns="0" tIns="0" rIns="0" bIns="0" rtlCol="0">
            <a:noAutofit/>
          </a:bodyPr>
          <a:lstStyle/>
          <a:p>
            <a:pPr>
              <a:lnSpc>
                <a:spcPct val="90000"/>
              </a:lnSpc>
            </a:pPr>
            <a:r>
              <a:rPr lang="en-US" sz="1800" dirty="0">
                <a:latin typeface="Arial" panose="020B0604020202020204" pitchFamily="34" charset="0"/>
              </a:rPr>
              <a:t>Sample textbox </a:t>
            </a:r>
            <a:r>
              <a:rPr lang="en-US" sz="18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Ringside Book and </a:t>
            </a:r>
            <a:r>
              <a:rPr lang="en-US" sz="1800" b="1" dirty="0">
                <a:solidFill>
                  <a:schemeClr val="dk1"/>
                </a:solidFill>
                <a:latin typeface="Arial Black" panose="020B0604020202020204" pitchFamily="34" charset="0"/>
                <a:ea typeface="Arial" panose="020B0604020202020204" pitchFamily="34" charset="0"/>
                <a:cs typeface="Arial" panose="020B0604020202020204" pitchFamily="34" charset="0"/>
                <a:sym typeface="Arial" panose="020B0604020202020204" pitchFamily="34" charset="0"/>
              </a:rPr>
              <a:t>Black</a:t>
            </a:r>
            <a:r>
              <a:rPr lang="en-US" sz="1800" dirty="0">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with 0 padding</a:t>
            </a:r>
            <a:endParaRPr lang="en-US" sz="1800" dirty="0">
              <a:latin typeface="Arial" panose="020B0604020202020204" pitchFamily="34" charset="0"/>
            </a:endParaRPr>
          </a:p>
        </p:txBody>
      </p:sp>
      <p:sp>
        <p:nvSpPr>
          <p:cNvPr id="31" name="TextBox 30">
            <a:extLst>
              <a:ext uri="{FF2B5EF4-FFF2-40B4-BE49-F238E27FC236}">
                <a16:creationId xmlns:a16="http://schemas.microsoft.com/office/drawing/2014/main" id="{B0E5650A-E337-48C5-6A29-3C1BFABEBFAE}"/>
              </a:ext>
            </a:extLst>
          </p:cNvPr>
          <p:cNvSpPr txBox="1"/>
          <p:nvPr/>
        </p:nvSpPr>
        <p:spPr>
          <a:xfrm>
            <a:off x="9261461" y="3293437"/>
            <a:ext cx="2421757" cy="796257"/>
          </a:xfrm>
          <a:prstGeom prst="rect">
            <a:avLst/>
          </a:prstGeom>
          <a:noFill/>
        </p:spPr>
        <p:txBody>
          <a:bodyPr wrap="square" lIns="0" tIns="0" rIns="0" bIns="0" rtlCol="0">
            <a:noAutofit/>
          </a:bodyPr>
          <a:lstStyle/>
          <a:p>
            <a:pPr>
              <a:lnSpc>
                <a:spcPct val="90000"/>
              </a:lnSpc>
            </a:pPr>
            <a:r>
              <a:rPr lang="en-US" sz="1800" dirty="0">
                <a:latin typeface="Times New Roman" panose="02020603050405020304" pitchFamily="18" charset="0"/>
              </a:rPr>
              <a:t>Sample textbox </a:t>
            </a:r>
            <a:r>
              <a:rPr lang="en-US" sz="1800" dirty="0">
                <a:solidFill>
                  <a:schemeClr val="dk1"/>
                </a:solidFill>
                <a:latin typeface="Times New Roman" panose="02020603050405020304" pitchFamily="18" charset="0"/>
                <a:ea typeface="Arial" panose="020B0604020202020204" pitchFamily="34" charset="0"/>
                <a:cs typeface="Arial" panose="020B0604020202020204" pitchFamily="34" charset="0"/>
                <a:sym typeface="Arial" panose="020B0604020202020204" pitchFamily="34" charset="0"/>
              </a:rPr>
              <a:t>IT Garamond Std Book Narrow and </a:t>
            </a:r>
            <a:r>
              <a:rPr lang="en-US" sz="1800" b="1" dirty="0">
                <a:solidFill>
                  <a:schemeClr val="dk1"/>
                </a:solidFill>
                <a:latin typeface="Times New Roman" panose="02020603050405020304" pitchFamily="18" charset="0"/>
                <a:ea typeface="Arial" panose="020B0604020202020204" pitchFamily="34" charset="0"/>
                <a:cs typeface="Arial" panose="020B0604020202020204" pitchFamily="34" charset="0"/>
                <a:sym typeface="Arial" panose="020B0604020202020204" pitchFamily="34" charset="0"/>
              </a:rPr>
              <a:t>Bold Narrow</a:t>
            </a:r>
            <a:r>
              <a:rPr lang="en-US" sz="1800" dirty="0">
                <a:solidFill>
                  <a:schemeClr val="dk1"/>
                </a:solidFill>
                <a:latin typeface="Times New Roman" panose="02020603050405020304" pitchFamily="18" charset="0"/>
                <a:ea typeface="Arial" panose="020B0604020202020204" pitchFamily="34" charset="0"/>
                <a:cs typeface="Arial" panose="020B0604020202020204" pitchFamily="34" charset="0"/>
                <a:sym typeface="Arial" panose="020B0604020202020204" pitchFamily="34" charset="0"/>
              </a:rPr>
              <a:t> with 0 padding</a:t>
            </a:r>
            <a:endParaRPr lang="en-US" sz="1800" dirty="0">
              <a:latin typeface="Times New Roman" panose="02020603050405020304" pitchFamily="18" charset="0"/>
            </a:endParaRPr>
          </a:p>
        </p:txBody>
      </p:sp>
      <p:cxnSp>
        <p:nvCxnSpPr>
          <p:cNvPr id="58" name="Arrow" descr="Arrow">
            <a:extLst>
              <a:ext uri="{FF2B5EF4-FFF2-40B4-BE49-F238E27FC236}">
                <a16:creationId xmlns:a16="http://schemas.microsoft.com/office/drawing/2014/main" id="{F1C70DD0-662F-639A-7081-34840A3884FD}"/>
              </a:ext>
            </a:extLst>
          </p:cNvPr>
          <p:cNvCxnSpPr>
            <a:cxnSpLocks/>
          </p:cNvCxnSpPr>
          <p:nvPr/>
        </p:nvCxnSpPr>
        <p:spPr>
          <a:xfrm>
            <a:off x="9261461" y="4416816"/>
            <a:ext cx="2371740" cy="0"/>
          </a:xfrm>
          <a:prstGeom prst="straightConnector1">
            <a:avLst/>
          </a:prstGeom>
          <a:ln w="254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Arrow" descr="Line">
            <a:extLst>
              <a:ext uri="{FF2B5EF4-FFF2-40B4-BE49-F238E27FC236}">
                <a16:creationId xmlns:a16="http://schemas.microsoft.com/office/drawing/2014/main" id="{07C6CFC6-0712-4C71-1CFA-C9CF9AB86170}"/>
              </a:ext>
            </a:extLst>
          </p:cNvPr>
          <p:cNvCxnSpPr>
            <a:cxnSpLocks/>
          </p:cNvCxnSpPr>
          <p:nvPr/>
        </p:nvCxnSpPr>
        <p:spPr>
          <a:xfrm>
            <a:off x="9261461" y="4831154"/>
            <a:ext cx="2371740" cy="0"/>
          </a:xfrm>
          <a:prstGeom prst="straightConnector1">
            <a:avLst/>
          </a:prstGeom>
          <a:ln w="25400">
            <a:solidFill>
              <a:schemeClr val="accent1"/>
            </a:solidFill>
            <a:tailEnd type="none" w="lg" len="lg"/>
          </a:ln>
        </p:spPr>
        <p:style>
          <a:lnRef idx="1">
            <a:schemeClr val="accent1"/>
          </a:lnRef>
          <a:fillRef idx="0">
            <a:schemeClr val="accent1"/>
          </a:fillRef>
          <a:effectRef idx="0">
            <a:schemeClr val="accent1"/>
          </a:effectRef>
          <a:fontRef idx="minor">
            <a:schemeClr val="tx1"/>
          </a:fontRef>
        </p:style>
      </p:cxnSp>
      <p:cxnSp>
        <p:nvCxnSpPr>
          <p:cNvPr id="7" name="Arrow" descr="Dotted line">
            <a:extLst>
              <a:ext uri="{FF2B5EF4-FFF2-40B4-BE49-F238E27FC236}">
                <a16:creationId xmlns:a16="http://schemas.microsoft.com/office/drawing/2014/main" id="{625D7EE6-B210-0D38-FB4A-9D6228D729B0}"/>
              </a:ext>
            </a:extLst>
          </p:cNvPr>
          <p:cNvCxnSpPr>
            <a:cxnSpLocks/>
          </p:cNvCxnSpPr>
          <p:nvPr/>
        </p:nvCxnSpPr>
        <p:spPr>
          <a:xfrm>
            <a:off x="9261461" y="5245492"/>
            <a:ext cx="2371740" cy="0"/>
          </a:xfrm>
          <a:prstGeom prst="straightConnector1">
            <a:avLst/>
          </a:prstGeom>
          <a:ln w="25400">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13" name="Footer Placeholder 12">
            <a:extLst>
              <a:ext uri="{FF2B5EF4-FFF2-40B4-BE49-F238E27FC236}">
                <a16:creationId xmlns:a16="http://schemas.microsoft.com/office/drawing/2014/main" id="{41547AC9-4865-1685-123E-4269761B58D8}"/>
              </a:ext>
            </a:extLst>
          </p:cNvPr>
          <p:cNvSpPr>
            <a:spLocks noGrp="1"/>
          </p:cNvSpPr>
          <p:nvPr>
            <p:ph type="ftr" sz="quarter" idx="10"/>
          </p:nvPr>
        </p:nvSpPr>
        <p:spPr/>
        <p:txBody>
          <a:bodyPr/>
          <a:lstStyle/>
          <a:p>
            <a:r>
              <a:rPr lang="en-US" dirty="0"/>
              <a:t>Company Confidential  © 2025 Eli Lilly and Company</a:t>
            </a:r>
          </a:p>
        </p:txBody>
      </p:sp>
      <p:sp>
        <p:nvSpPr>
          <p:cNvPr id="14" name="Slide Number Placeholder 13">
            <a:extLst>
              <a:ext uri="{FF2B5EF4-FFF2-40B4-BE49-F238E27FC236}">
                <a16:creationId xmlns:a16="http://schemas.microsoft.com/office/drawing/2014/main" id="{6FED84AC-F3C6-76FE-A606-60B75DAE62C4}"/>
              </a:ext>
            </a:extLst>
          </p:cNvPr>
          <p:cNvSpPr>
            <a:spLocks noGrp="1"/>
          </p:cNvSpPr>
          <p:nvPr>
            <p:ph type="sldNum" idx="11"/>
          </p:nvPr>
        </p:nvSpPr>
        <p:spPr/>
        <p:txBody>
          <a:bodyPr/>
          <a:lstStyle/>
          <a:p>
            <a:fld id="{00000000-1234-1234-1234-123412341234}" type="slidenum">
              <a:rPr lang="en" smtClean="0"/>
              <a:pPr/>
              <a:t>86</a:t>
            </a:fld>
            <a:endParaRPr lang="en" dirty="0"/>
          </a:p>
        </p:txBody>
      </p:sp>
    </p:spTree>
    <p:extLst>
      <p:ext uri="{BB962C8B-B14F-4D97-AF65-F5344CB8AC3E}">
        <p14:creationId xmlns:p14="http://schemas.microsoft.com/office/powerpoint/2010/main" val="6326550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040">
          <a:extLst>
            <a:ext uri="{FF2B5EF4-FFF2-40B4-BE49-F238E27FC236}">
              <a16:creationId xmlns:a16="http://schemas.microsoft.com/office/drawing/2014/main" id="{4129BAB9-097E-75DE-8149-89F481DF69BF}"/>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4F46929F-E5D9-058E-1697-BA8341923805}"/>
              </a:ext>
            </a:extLst>
          </p:cNvPr>
          <p:cNvSpPr txBox="1">
            <a:spLocks noGrp="1"/>
          </p:cNvSpPr>
          <p:nvPr>
            <p:ph type="title" idx="4294967295"/>
          </p:nvPr>
        </p:nvSpPr>
        <p:spPr>
          <a:xfrm>
            <a:off x="476855" y="458258"/>
            <a:ext cx="10653184" cy="69939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800" b="1" i="0" u="none" strike="noStrike" cap="none" spc="-150" baseline="0">
                <a:solidFill>
                  <a:schemeClr val="tx1"/>
                </a:solidFill>
                <a:latin typeface="Times New Roman" panose="02020603050405020304" pitchFamily="18" charset="0"/>
                <a:ea typeface="Times New Roman" panose="020206030504050203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67" b="1"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Patterns (Full Crops) </a:t>
            </a:r>
            <a:r>
              <a:rPr kumimoji="0" lang="en-US" sz="2667"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&amp; preferred text and background color combinations</a:t>
            </a:r>
          </a:p>
        </p:txBody>
      </p:sp>
      <p:pic>
        <p:nvPicPr>
          <p:cNvPr id="27" name="Picture 26" descr="Brand Pattern for Masterbrand">
            <a:extLst>
              <a:ext uri="{FF2B5EF4-FFF2-40B4-BE49-F238E27FC236}">
                <a16:creationId xmlns:a16="http://schemas.microsoft.com/office/drawing/2014/main" id="{B2F1C125-21A5-00F5-FF46-4D80C6BA2E04}"/>
              </a:ext>
            </a:extLst>
          </p:cNvPr>
          <p:cNvPicPr>
            <a:picLocks noChangeAspect="1"/>
          </p:cNvPicPr>
          <p:nvPr/>
        </p:nvPicPr>
        <p:blipFill>
          <a:blip r:embed="rId3"/>
          <a:srcRect/>
          <a:stretch/>
        </p:blipFill>
        <p:spPr>
          <a:xfrm>
            <a:off x="601762" y="1295399"/>
            <a:ext cx="3401568" cy="1913382"/>
          </a:xfrm>
          <a:prstGeom prst="rect">
            <a:avLst/>
          </a:prstGeom>
        </p:spPr>
      </p:pic>
      <p:sp>
        <p:nvSpPr>
          <p:cNvPr id="12" name="Rectangle 11">
            <a:extLst>
              <a:ext uri="{FF2B5EF4-FFF2-40B4-BE49-F238E27FC236}">
                <a16:creationId xmlns:a16="http://schemas.microsoft.com/office/drawing/2014/main" id="{B88F35C3-EE0C-71C8-3336-AD29D41B3E93}"/>
              </a:ext>
            </a:extLst>
          </p:cNvPr>
          <p:cNvSpPr/>
          <p:nvPr/>
        </p:nvSpPr>
        <p:spPr>
          <a:xfrm>
            <a:off x="601762" y="3200709"/>
            <a:ext cx="3396343" cy="3657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b="1" dirty="0">
                <a:solidFill>
                  <a:schemeClr val="bg1"/>
                </a:solidFill>
                <a:latin typeface="Arial" panose="020B0604020202020204" pitchFamily="34" charset="0"/>
              </a:rPr>
              <a:t>Lorem Ipsum</a:t>
            </a:r>
            <a:endParaRPr lang="en-US" sz="1467" dirty="0">
              <a:solidFill>
                <a:schemeClr val="bg1"/>
              </a:solidFill>
              <a:latin typeface="Arial" panose="020B0604020202020204" pitchFamily="34" charset="0"/>
            </a:endParaRPr>
          </a:p>
        </p:txBody>
      </p:sp>
      <p:pic>
        <p:nvPicPr>
          <p:cNvPr id="25" name="Picture 24" descr="Brand pattern for Diabetes">
            <a:extLst>
              <a:ext uri="{FF2B5EF4-FFF2-40B4-BE49-F238E27FC236}">
                <a16:creationId xmlns:a16="http://schemas.microsoft.com/office/drawing/2014/main" id="{D89157FB-0450-00C9-4E37-520CF3628056}"/>
              </a:ext>
            </a:extLst>
          </p:cNvPr>
          <p:cNvPicPr>
            <a:picLocks noChangeAspect="1"/>
          </p:cNvPicPr>
          <p:nvPr/>
        </p:nvPicPr>
        <p:blipFill>
          <a:blip r:embed="rId4"/>
          <a:srcRect/>
          <a:stretch/>
        </p:blipFill>
        <p:spPr>
          <a:xfrm>
            <a:off x="4416066" y="1295399"/>
            <a:ext cx="3401568" cy="1913382"/>
          </a:xfrm>
          <a:prstGeom prst="rect">
            <a:avLst/>
          </a:prstGeom>
        </p:spPr>
      </p:pic>
      <p:sp>
        <p:nvSpPr>
          <p:cNvPr id="13" name="Rectangle 12">
            <a:extLst>
              <a:ext uri="{FF2B5EF4-FFF2-40B4-BE49-F238E27FC236}">
                <a16:creationId xmlns:a16="http://schemas.microsoft.com/office/drawing/2014/main" id="{2EE3553C-00B5-449B-A8D1-8F05D782D705}"/>
              </a:ext>
            </a:extLst>
          </p:cNvPr>
          <p:cNvSpPr/>
          <p:nvPr/>
        </p:nvSpPr>
        <p:spPr>
          <a:xfrm>
            <a:off x="4416066" y="3200709"/>
            <a:ext cx="3396343" cy="36576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b="1" dirty="0">
                <a:solidFill>
                  <a:schemeClr val="tx2"/>
                </a:solidFill>
                <a:latin typeface="Arial" panose="020B0604020202020204" pitchFamily="34" charset="0"/>
              </a:rPr>
              <a:t>Lorem Ipsum</a:t>
            </a:r>
          </a:p>
        </p:txBody>
      </p:sp>
      <p:pic>
        <p:nvPicPr>
          <p:cNvPr id="29" name="Picture 28" descr="Brand pattern for Oncology">
            <a:extLst>
              <a:ext uri="{FF2B5EF4-FFF2-40B4-BE49-F238E27FC236}">
                <a16:creationId xmlns:a16="http://schemas.microsoft.com/office/drawing/2014/main" id="{10CB65C5-C1F8-0813-DFA7-B5AA30027BB6}"/>
              </a:ext>
            </a:extLst>
          </p:cNvPr>
          <p:cNvPicPr>
            <a:picLocks noChangeAspect="1"/>
          </p:cNvPicPr>
          <p:nvPr/>
        </p:nvPicPr>
        <p:blipFill>
          <a:blip r:embed="rId5"/>
          <a:srcRect/>
          <a:stretch/>
        </p:blipFill>
        <p:spPr>
          <a:xfrm>
            <a:off x="8231633" y="1297685"/>
            <a:ext cx="3397504" cy="1911096"/>
          </a:xfrm>
          <a:prstGeom prst="rect">
            <a:avLst/>
          </a:prstGeom>
        </p:spPr>
      </p:pic>
      <p:sp>
        <p:nvSpPr>
          <p:cNvPr id="15" name="Rectangle 14">
            <a:extLst>
              <a:ext uri="{FF2B5EF4-FFF2-40B4-BE49-F238E27FC236}">
                <a16:creationId xmlns:a16="http://schemas.microsoft.com/office/drawing/2014/main" id="{F49843D2-09D9-0B80-BFA6-A5E9DC002E93}"/>
              </a:ext>
            </a:extLst>
          </p:cNvPr>
          <p:cNvSpPr/>
          <p:nvPr/>
        </p:nvSpPr>
        <p:spPr>
          <a:xfrm>
            <a:off x="8231633" y="3200709"/>
            <a:ext cx="3396343" cy="36576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b="1" dirty="0">
                <a:solidFill>
                  <a:schemeClr val="bg1"/>
                </a:solidFill>
                <a:latin typeface="Arial" panose="020B0604020202020204" pitchFamily="34" charset="0"/>
              </a:rPr>
              <a:t>Lorem Ipsum</a:t>
            </a:r>
            <a:endParaRPr lang="en-US" sz="1467" dirty="0">
              <a:solidFill>
                <a:schemeClr val="bg1"/>
              </a:solidFill>
              <a:latin typeface="Arial" panose="020B0604020202020204" pitchFamily="34" charset="0"/>
            </a:endParaRPr>
          </a:p>
        </p:txBody>
      </p:sp>
      <p:pic>
        <p:nvPicPr>
          <p:cNvPr id="26" name="Picture 25" descr="Brand pattern for Immunology">
            <a:extLst>
              <a:ext uri="{FF2B5EF4-FFF2-40B4-BE49-F238E27FC236}">
                <a16:creationId xmlns:a16="http://schemas.microsoft.com/office/drawing/2014/main" id="{15F38C09-15D4-0FD9-83E7-F6A55FAAEAFD}"/>
              </a:ext>
            </a:extLst>
          </p:cNvPr>
          <p:cNvPicPr>
            <a:picLocks noChangeAspect="1"/>
          </p:cNvPicPr>
          <p:nvPr/>
        </p:nvPicPr>
        <p:blipFill>
          <a:blip r:embed="rId6"/>
          <a:srcRect/>
          <a:stretch/>
        </p:blipFill>
        <p:spPr>
          <a:xfrm>
            <a:off x="601762" y="4098543"/>
            <a:ext cx="3401568" cy="1913382"/>
          </a:xfrm>
          <a:prstGeom prst="rect">
            <a:avLst/>
          </a:prstGeom>
        </p:spPr>
      </p:pic>
      <p:sp>
        <p:nvSpPr>
          <p:cNvPr id="16" name="Rectangle 15">
            <a:extLst>
              <a:ext uri="{FF2B5EF4-FFF2-40B4-BE49-F238E27FC236}">
                <a16:creationId xmlns:a16="http://schemas.microsoft.com/office/drawing/2014/main" id="{79A7CB1C-29C9-1F3D-A863-9BE0F3F93F98}"/>
              </a:ext>
            </a:extLst>
          </p:cNvPr>
          <p:cNvSpPr/>
          <p:nvPr/>
        </p:nvSpPr>
        <p:spPr>
          <a:xfrm>
            <a:off x="601762" y="6009640"/>
            <a:ext cx="3396343" cy="36576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b="1">
                <a:solidFill>
                  <a:schemeClr val="accent2"/>
                </a:solidFill>
                <a:latin typeface="Arial" panose="020B0604020202020204" pitchFamily="34" charset="0"/>
              </a:rPr>
              <a:t>Lorem Ipsum</a:t>
            </a:r>
            <a:endParaRPr lang="en-US" sz="1467" dirty="0">
              <a:solidFill>
                <a:schemeClr val="accent2"/>
              </a:solidFill>
              <a:latin typeface="Arial" panose="020B0604020202020204" pitchFamily="34" charset="0"/>
            </a:endParaRPr>
          </a:p>
        </p:txBody>
      </p:sp>
      <p:pic>
        <p:nvPicPr>
          <p:cNvPr id="28" name="Picture 27" descr="Brand pattern for Neuroscience">
            <a:extLst>
              <a:ext uri="{FF2B5EF4-FFF2-40B4-BE49-F238E27FC236}">
                <a16:creationId xmlns:a16="http://schemas.microsoft.com/office/drawing/2014/main" id="{F4D8DD64-7751-EEDC-087E-2A97D20EBEBD}"/>
              </a:ext>
            </a:extLst>
          </p:cNvPr>
          <p:cNvPicPr>
            <a:picLocks noChangeAspect="1"/>
          </p:cNvPicPr>
          <p:nvPr/>
        </p:nvPicPr>
        <p:blipFill>
          <a:blip r:embed="rId7"/>
          <a:srcRect/>
          <a:stretch/>
        </p:blipFill>
        <p:spPr>
          <a:xfrm>
            <a:off x="4416066" y="4100829"/>
            <a:ext cx="3397504" cy="1911096"/>
          </a:xfrm>
          <a:prstGeom prst="rect">
            <a:avLst/>
          </a:prstGeom>
        </p:spPr>
      </p:pic>
      <p:sp>
        <p:nvSpPr>
          <p:cNvPr id="17" name="Rectangle 16">
            <a:extLst>
              <a:ext uri="{FF2B5EF4-FFF2-40B4-BE49-F238E27FC236}">
                <a16:creationId xmlns:a16="http://schemas.microsoft.com/office/drawing/2014/main" id="{EC3F4488-B29B-F00B-4A08-156E76332B53}"/>
              </a:ext>
            </a:extLst>
          </p:cNvPr>
          <p:cNvSpPr/>
          <p:nvPr/>
        </p:nvSpPr>
        <p:spPr>
          <a:xfrm>
            <a:off x="4416066" y="6009640"/>
            <a:ext cx="3396343" cy="36576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b="1" dirty="0">
                <a:solidFill>
                  <a:schemeClr val="tx2"/>
                </a:solidFill>
                <a:latin typeface="Arial" panose="020B0604020202020204" pitchFamily="34" charset="0"/>
              </a:rPr>
              <a:t>Lorem Ipsum</a:t>
            </a:r>
            <a:endParaRPr lang="en-US" sz="1467" dirty="0">
              <a:solidFill>
                <a:schemeClr val="tx2"/>
              </a:solidFill>
              <a:latin typeface="Arial" panose="020B0604020202020204" pitchFamily="34" charset="0"/>
            </a:endParaRPr>
          </a:p>
        </p:txBody>
      </p:sp>
      <p:sp>
        <p:nvSpPr>
          <p:cNvPr id="2" name="Footer Placeholder 1">
            <a:extLst>
              <a:ext uri="{FF2B5EF4-FFF2-40B4-BE49-F238E27FC236}">
                <a16:creationId xmlns:a16="http://schemas.microsoft.com/office/drawing/2014/main" id="{1A7E8440-D9A1-A308-B0C6-6CBE3442E997}"/>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69D23C29-2FBD-E20F-CC6A-C45C160D6627}"/>
              </a:ext>
            </a:extLst>
          </p:cNvPr>
          <p:cNvSpPr>
            <a:spLocks noGrp="1"/>
          </p:cNvSpPr>
          <p:nvPr>
            <p:ph type="sldNum" idx="11"/>
          </p:nvPr>
        </p:nvSpPr>
        <p:spPr/>
        <p:txBody>
          <a:bodyPr/>
          <a:lstStyle/>
          <a:p>
            <a:fld id="{00000000-1234-1234-1234-123412341234}" type="slidenum">
              <a:rPr lang="en" smtClean="0"/>
              <a:pPr/>
              <a:t>87</a:t>
            </a:fld>
            <a:endParaRPr lang="en" dirty="0"/>
          </a:p>
        </p:txBody>
      </p:sp>
    </p:spTree>
    <p:extLst>
      <p:ext uri="{BB962C8B-B14F-4D97-AF65-F5344CB8AC3E}">
        <p14:creationId xmlns:p14="http://schemas.microsoft.com/office/powerpoint/2010/main" val="41121893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040">
          <a:extLst>
            <a:ext uri="{FF2B5EF4-FFF2-40B4-BE49-F238E27FC236}">
              <a16:creationId xmlns:a16="http://schemas.microsoft.com/office/drawing/2014/main" id="{B80BD88C-ED45-8371-54B1-566B8A55787C}"/>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9F39EF3A-E723-44FF-CAFC-F0026BCC6483}"/>
              </a:ext>
            </a:extLst>
          </p:cNvPr>
          <p:cNvSpPr txBox="1">
            <a:spLocks noGrp="1"/>
          </p:cNvSpPr>
          <p:nvPr>
            <p:ph type="title" idx="4294967295"/>
          </p:nvPr>
        </p:nvSpPr>
        <p:spPr>
          <a:xfrm>
            <a:off x="476854" y="458258"/>
            <a:ext cx="11715145" cy="69939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800" b="1" i="0" u="none" strike="noStrike" cap="none" spc="-150" baseline="0">
                <a:solidFill>
                  <a:schemeClr val="tx1"/>
                </a:solidFill>
                <a:latin typeface="Times New Roman" panose="02020603050405020304" pitchFamily="18" charset="0"/>
                <a:ea typeface="Times New Roman" panose="020206030504050203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67" b="1"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Patterns (Vertical Crops) </a:t>
            </a:r>
            <a:r>
              <a:rPr kumimoji="0" lang="en-US" sz="2667"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&amp; preferred text and background color combinations</a:t>
            </a:r>
          </a:p>
        </p:txBody>
      </p:sp>
      <p:pic>
        <p:nvPicPr>
          <p:cNvPr id="23" name="Picture 22" descr="Image placeholder">
            <a:extLst>
              <a:ext uri="{FF2B5EF4-FFF2-40B4-BE49-F238E27FC236}">
                <a16:creationId xmlns:a16="http://schemas.microsoft.com/office/drawing/2014/main" id="{A708EB56-CA1C-CD8D-CD42-86A20C321051}"/>
              </a:ext>
            </a:extLst>
          </p:cNvPr>
          <p:cNvPicPr>
            <a:picLocks noChangeAspect="1"/>
          </p:cNvPicPr>
          <p:nvPr/>
        </p:nvPicPr>
        <p:blipFill rotWithShape="1">
          <a:blip r:embed="rId3"/>
          <a:srcRect l="43858" r="22808"/>
          <a:stretch/>
        </p:blipFill>
        <p:spPr>
          <a:xfrm>
            <a:off x="605941" y="1291144"/>
            <a:ext cx="1398068" cy="2359152"/>
          </a:xfrm>
          <a:prstGeom prst="rect">
            <a:avLst/>
          </a:prstGeom>
        </p:spPr>
      </p:pic>
      <p:sp>
        <p:nvSpPr>
          <p:cNvPr id="12" name="Rectangle 11">
            <a:extLst>
              <a:ext uri="{FF2B5EF4-FFF2-40B4-BE49-F238E27FC236}">
                <a16:creationId xmlns:a16="http://schemas.microsoft.com/office/drawing/2014/main" id="{0F01746A-A93F-057D-766C-CED56592D4C3}"/>
              </a:ext>
            </a:extLst>
          </p:cNvPr>
          <p:cNvSpPr/>
          <p:nvPr/>
        </p:nvSpPr>
        <p:spPr>
          <a:xfrm>
            <a:off x="2004018" y="1292462"/>
            <a:ext cx="2011680" cy="23604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89" b="1" spc="-133" dirty="0">
                <a:solidFill>
                  <a:schemeClr val="tx1"/>
                </a:solidFill>
                <a:latin typeface="Times New Roman" panose="02020603050405020304" pitchFamily="18" charset="0"/>
              </a:rPr>
              <a:t>Lorem Ipsum</a:t>
            </a:r>
            <a:endParaRPr lang="en-US" sz="2489" spc="-133" dirty="0">
              <a:solidFill>
                <a:schemeClr val="tx1"/>
              </a:solidFill>
              <a:latin typeface="Times New Roman" panose="02020603050405020304" pitchFamily="18" charset="0"/>
            </a:endParaRPr>
          </a:p>
        </p:txBody>
      </p:sp>
      <p:pic>
        <p:nvPicPr>
          <p:cNvPr id="19" name="Picture 18" descr="Image placeholder">
            <a:extLst>
              <a:ext uri="{FF2B5EF4-FFF2-40B4-BE49-F238E27FC236}">
                <a16:creationId xmlns:a16="http://schemas.microsoft.com/office/drawing/2014/main" id="{E313F299-4CCB-508C-A78D-BE0236F21B89}"/>
              </a:ext>
            </a:extLst>
          </p:cNvPr>
          <p:cNvPicPr>
            <a:picLocks noChangeAspect="1"/>
          </p:cNvPicPr>
          <p:nvPr/>
        </p:nvPicPr>
        <p:blipFill rotWithShape="1">
          <a:blip r:embed="rId4"/>
          <a:srcRect l="33994" r="32672"/>
          <a:stretch/>
        </p:blipFill>
        <p:spPr>
          <a:xfrm>
            <a:off x="4435623" y="1292461"/>
            <a:ext cx="1398068" cy="2359152"/>
          </a:xfrm>
          <a:prstGeom prst="rect">
            <a:avLst/>
          </a:prstGeom>
        </p:spPr>
      </p:pic>
      <p:sp>
        <p:nvSpPr>
          <p:cNvPr id="13" name="Rectangle 12">
            <a:extLst>
              <a:ext uri="{FF2B5EF4-FFF2-40B4-BE49-F238E27FC236}">
                <a16:creationId xmlns:a16="http://schemas.microsoft.com/office/drawing/2014/main" id="{569E85AA-418C-223B-E1BB-85E7E8648EB0}"/>
              </a:ext>
            </a:extLst>
          </p:cNvPr>
          <p:cNvSpPr/>
          <p:nvPr/>
        </p:nvSpPr>
        <p:spPr>
          <a:xfrm>
            <a:off x="5809436" y="1292462"/>
            <a:ext cx="2011680" cy="236046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89" b="1" spc="-133" dirty="0">
                <a:solidFill>
                  <a:schemeClr val="tx2"/>
                </a:solidFill>
                <a:latin typeface="Times New Roman" panose="02020603050405020304" pitchFamily="18" charset="0"/>
              </a:rPr>
              <a:t>Lorem Ipsum</a:t>
            </a:r>
          </a:p>
        </p:txBody>
      </p:sp>
      <p:pic>
        <p:nvPicPr>
          <p:cNvPr id="22" name="Picture 21" descr="Image placeholder">
            <a:extLst>
              <a:ext uri="{FF2B5EF4-FFF2-40B4-BE49-F238E27FC236}">
                <a16:creationId xmlns:a16="http://schemas.microsoft.com/office/drawing/2014/main" id="{8407DB3D-7FC5-15F4-AC91-8F5FE1755CAA}"/>
              </a:ext>
            </a:extLst>
          </p:cNvPr>
          <p:cNvPicPr>
            <a:picLocks noChangeAspect="1"/>
          </p:cNvPicPr>
          <p:nvPr/>
        </p:nvPicPr>
        <p:blipFill rotWithShape="1">
          <a:blip r:embed="rId5"/>
          <a:srcRect l="44665" r="22001"/>
          <a:stretch/>
        </p:blipFill>
        <p:spPr>
          <a:xfrm>
            <a:off x="8231631" y="1295924"/>
            <a:ext cx="1398077" cy="2359152"/>
          </a:xfrm>
          <a:prstGeom prst="rect">
            <a:avLst/>
          </a:prstGeom>
        </p:spPr>
      </p:pic>
      <p:sp>
        <p:nvSpPr>
          <p:cNvPr id="15" name="Rectangle 14">
            <a:extLst>
              <a:ext uri="{FF2B5EF4-FFF2-40B4-BE49-F238E27FC236}">
                <a16:creationId xmlns:a16="http://schemas.microsoft.com/office/drawing/2014/main" id="{23082020-11DA-B5AA-3861-8286F412C8F0}"/>
              </a:ext>
            </a:extLst>
          </p:cNvPr>
          <p:cNvSpPr/>
          <p:nvPr/>
        </p:nvSpPr>
        <p:spPr>
          <a:xfrm>
            <a:off x="9618739" y="1292462"/>
            <a:ext cx="2014461" cy="2360468"/>
          </a:xfrm>
          <a:prstGeom prst="rect">
            <a:avLst/>
          </a:prstGeom>
          <a:solidFill>
            <a:srgbClr val="C6DC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89" b="1" spc="-133" dirty="0">
                <a:solidFill>
                  <a:schemeClr val="accent4"/>
                </a:solidFill>
                <a:latin typeface="Times New Roman" panose="02020603050405020304" pitchFamily="18" charset="0"/>
              </a:rPr>
              <a:t>Lorem Ipsum</a:t>
            </a:r>
            <a:endParaRPr lang="en-US" sz="2489" spc="-133" dirty="0">
              <a:solidFill>
                <a:schemeClr val="accent4"/>
              </a:solidFill>
              <a:latin typeface="Times New Roman" panose="02020603050405020304" pitchFamily="18" charset="0"/>
            </a:endParaRPr>
          </a:p>
        </p:txBody>
      </p:sp>
      <p:pic>
        <p:nvPicPr>
          <p:cNvPr id="20" name="Picture 19" descr="Image placeholder">
            <a:extLst>
              <a:ext uri="{FF2B5EF4-FFF2-40B4-BE49-F238E27FC236}">
                <a16:creationId xmlns:a16="http://schemas.microsoft.com/office/drawing/2014/main" id="{2A9E098F-FB45-3F79-EE55-CFAA50ED2F5F}"/>
              </a:ext>
            </a:extLst>
          </p:cNvPr>
          <p:cNvPicPr>
            <a:picLocks noChangeAspect="1"/>
          </p:cNvPicPr>
          <p:nvPr/>
        </p:nvPicPr>
        <p:blipFill rotWithShape="1">
          <a:blip r:embed="rId6"/>
          <a:srcRect l="23522" r="43144"/>
          <a:stretch/>
        </p:blipFill>
        <p:spPr>
          <a:xfrm>
            <a:off x="605941" y="4040590"/>
            <a:ext cx="1398076" cy="2359152"/>
          </a:xfrm>
          <a:prstGeom prst="rect">
            <a:avLst/>
          </a:prstGeom>
        </p:spPr>
      </p:pic>
      <p:sp>
        <p:nvSpPr>
          <p:cNvPr id="16" name="Rectangle 15">
            <a:extLst>
              <a:ext uri="{FF2B5EF4-FFF2-40B4-BE49-F238E27FC236}">
                <a16:creationId xmlns:a16="http://schemas.microsoft.com/office/drawing/2014/main" id="{8DA26A02-515C-65D7-A607-8A1C84AF9BE1}"/>
              </a:ext>
            </a:extLst>
          </p:cNvPr>
          <p:cNvSpPr/>
          <p:nvPr/>
        </p:nvSpPr>
        <p:spPr>
          <a:xfrm>
            <a:off x="2004017" y="4024283"/>
            <a:ext cx="2011680" cy="236046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89" b="1" spc="-133" dirty="0">
                <a:solidFill>
                  <a:schemeClr val="accent2"/>
                </a:solidFill>
                <a:latin typeface="Times New Roman" panose="02020603050405020304" pitchFamily="18" charset="0"/>
              </a:rPr>
              <a:t>Lorem Ipsum</a:t>
            </a:r>
            <a:endParaRPr lang="en-US" sz="2489" spc="-133" dirty="0">
              <a:solidFill>
                <a:schemeClr val="accent2"/>
              </a:solidFill>
              <a:latin typeface="Times New Roman" panose="02020603050405020304" pitchFamily="18" charset="0"/>
            </a:endParaRPr>
          </a:p>
        </p:txBody>
      </p:sp>
      <p:pic>
        <p:nvPicPr>
          <p:cNvPr id="6" name="Picture 5" descr="Image placeholder">
            <a:extLst>
              <a:ext uri="{FF2B5EF4-FFF2-40B4-BE49-F238E27FC236}">
                <a16:creationId xmlns:a16="http://schemas.microsoft.com/office/drawing/2014/main" id="{F9BD3313-FEAE-74AF-898D-977AF0C3147E}"/>
              </a:ext>
            </a:extLst>
          </p:cNvPr>
          <p:cNvPicPr>
            <a:picLocks noChangeAspect="1"/>
          </p:cNvPicPr>
          <p:nvPr/>
        </p:nvPicPr>
        <p:blipFill rotWithShape="1">
          <a:blip r:embed="rId7"/>
          <a:srcRect l="16887" t="112" r="49703" b="-114"/>
          <a:stretch/>
        </p:blipFill>
        <p:spPr>
          <a:xfrm>
            <a:off x="4434840" y="4014976"/>
            <a:ext cx="1398068" cy="2359152"/>
          </a:xfrm>
          <a:prstGeom prst="rect">
            <a:avLst/>
          </a:prstGeom>
        </p:spPr>
      </p:pic>
      <p:sp>
        <p:nvSpPr>
          <p:cNvPr id="17" name="Rectangle 16">
            <a:extLst>
              <a:ext uri="{FF2B5EF4-FFF2-40B4-BE49-F238E27FC236}">
                <a16:creationId xmlns:a16="http://schemas.microsoft.com/office/drawing/2014/main" id="{6B10773A-86F4-4FD8-8F3E-B9A0B4DD729F}"/>
              </a:ext>
            </a:extLst>
          </p:cNvPr>
          <p:cNvSpPr/>
          <p:nvPr/>
        </p:nvSpPr>
        <p:spPr>
          <a:xfrm>
            <a:off x="5809437" y="4008311"/>
            <a:ext cx="2011680" cy="236046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89" b="1" spc="-133" dirty="0">
                <a:solidFill>
                  <a:schemeClr val="tx2"/>
                </a:solidFill>
                <a:latin typeface="Times New Roman" panose="02020603050405020304" pitchFamily="18" charset="0"/>
              </a:rPr>
              <a:t>Lorem Ipsum</a:t>
            </a:r>
            <a:endParaRPr lang="en-US" sz="2489" spc="-133" dirty="0">
              <a:solidFill>
                <a:schemeClr val="tx2"/>
              </a:solidFill>
              <a:latin typeface="Times New Roman" panose="02020603050405020304" pitchFamily="18" charset="0"/>
            </a:endParaRPr>
          </a:p>
        </p:txBody>
      </p:sp>
      <p:sp>
        <p:nvSpPr>
          <p:cNvPr id="2" name="Footer Placeholder 1">
            <a:extLst>
              <a:ext uri="{FF2B5EF4-FFF2-40B4-BE49-F238E27FC236}">
                <a16:creationId xmlns:a16="http://schemas.microsoft.com/office/drawing/2014/main" id="{BC68BB35-4771-50FF-09DC-78D279AA1214}"/>
              </a:ext>
            </a:extLst>
          </p:cNvPr>
          <p:cNvSpPr>
            <a:spLocks noGrp="1"/>
          </p:cNvSpPr>
          <p:nvPr>
            <p:ph type="ftr" sz="quarter" idx="10"/>
          </p:nvPr>
        </p:nvSpPr>
        <p:spPr/>
        <p:txBody>
          <a:bodyPr/>
          <a:lstStyle/>
          <a:p>
            <a:r>
              <a:rPr lang="en-US" dirty="0"/>
              <a:t>Company Confidential  © 2025 Eli Lilly and Company</a:t>
            </a:r>
          </a:p>
        </p:txBody>
      </p:sp>
      <p:sp>
        <p:nvSpPr>
          <p:cNvPr id="3" name="Slide Number Placeholder 2">
            <a:extLst>
              <a:ext uri="{FF2B5EF4-FFF2-40B4-BE49-F238E27FC236}">
                <a16:creationId xmlns:a16="http://schemas.microsoft.com/office/drawing/2014/main" id="{C1F96411-8104-9F6B-D12B-0D84CC08446E}"/>
              </a:ext>
            </a:extLst>
          </p:cNvPr>
          <p:cNvSpPr>
            <a:spLocks noGrp="1"/>
          </p:cNvSpPr>
          <p:nvPr>
            <p:ph type="sldNum" idx="11"/>
          </p:nvPr>
        </p:nvSpPr>
        <p:spPr/>
        <p:txBody>
          <a:bodyPr/>
          <a:lstStyle/>
          <a:p>
            <a:fld id="{00000000-1234-1234-1234-123412341234}" type="slidenum">
              <a:rPr lang="en" smtClean="0"/>
              <a:pPr/>
              <a:t>88</a:t>
            </a:fld>
            <a:endParaRPr lang="en" dirty="0"/>
          </a:p>
        </p:txBody>
      </p:sp>
    </p:spTree>
    <p:extLst>
      <p:ext uri="{BB962C8B-B14F-4D97-AF65-F5344CB8AC3E}">
        <p14:creationId xmlns:p14="http://schemas.microsoft.com/office/powerpoint/2010/main" val="773794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1186B897-8D51-C7AF-A88E-0F035B8BB4D9}"/>
              </a:ext>
            </a:extLst>
          </p:cNvPr>
          <p:cNvSpPr txBox="1">
            <a:spLocks noGrp="1"/>
          </p:cNvSpPr>
          <p:nvPr>
            <p:ph type="title" idx="4294967295"/>
          </p:nvPr>
        </p:nvSpPr>
        <p:spPr>
          <a:xfrm>
            <a:off x="476855" y="458258"/>
            <a:ext cx="10653184" cy="69939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800" b="1" i="0" u="none" strike="noStrike" cap="none" spc="-150" baseline="0">
                <a:solidFill>
                  <a:schemeClr val="tx1"/>
                </a:solidFill>
                <a:latin typeface="Times New Roman" panose="02020603050405020304" pitchFamily="18" charset="0"/>
                <a:ea typeface="Times New Roman" panose="020206030504050203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67" b="1"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Icons</a:t>
            </a:r>
            <a:r>
              <a:rPr kumimoji="0" lang="en-US" sz="2667"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 (Including full-Color and </a:t>
            </a:r>
            <a:r>
              <a:rPr kumimoji="0" lang="en-US" sz="2667" b="0" i="0" u="none" strike="noStrike" kern="0" cap="none" spc="0" normalizeH="0" baseline="0" noProof="0" dirty="0" err="1">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editible</a:t>
            </a:r>
            <a:r>
              <a:rPr kumimoji="0" lang="en-US" sz="2667"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Arial"/>
                <a:sym typeface="Arial"/>
              </a:rPr>
              <a:t> one-color)</a:t>
            </a:r>
          </a:p>
        </p:txBody>
      </p:sp>
      <p:grpSp>
        <p:nvGrpSpPr>
          <p:cNvPr id="11" name="Group 10" descr="Caring hearts icons">
            <a:extLst>
              <a:ext uri="{FF2B5EF4-FFF2-40B4-BE49-F238E27FC236}">
                <a16:creationId xmlns:a16="http://schemas.microsoft.com/office/drawing/2014/main" id="{DB227F60-8F12-2AE0-7439-D068F3F411DB}"/>
              </a:ext>
            </a:extLst>
          </p:cNvPr>
          <p:cNvGrpSpPr/>
          <p:nvPr/>
        </p:nvGrpSpPr>
        <p:grpSpPr>
          <a:xfrm>
            <a:off x="609600" y="1308724"/>
            <a:ext cx="1896541" cy="914400"/>
            <a:chOff x="609600" y="1308724"/>
            <a:chExt cx="1896541" cy="914400"/>
          </a:xfrm>
        </p:grpSpPr>
        <p:pic>
          <p:nvPicPr>
            <p:cNvPr id="13" name="Picture 12" descr="Care full color icon">
              <a:extLst>
                <a:ext uri="{FF2B5EF4-FFF2-40B4-BE49-F238E27FC236}">
                  <a16:creationId xmlns:a16="http://schemas.microsoft.com/office/drawing/2014/main" id="{1FF8B935-3D9E-A07D-A636-28E873FD0A13}"/>
                </a:ext>
              </a:extLst>
            </p:cNvPr>
            <p:cNvPicPr>
              <a:picLocks noChangeAspect="1"/>
            </p:cNvPicPr>
            <p:nvPr/>
          </p:nvPicPr>
          <p:blipFill>
            <a:blip r:embed="rId2"/>
            <a:srcRect/>
            <a:stretch/>
          </p:blipFill>
          <p:spPr>
            <a:xfrm>
              <a:off x="609600" y="1308724"/>
              <a:ext cx="914400" cy="914400"/>
            </a:xfrm>
            <a:prstGeom prst="rect">
              <a:avLst/>
            </a:prstGeom>
          </p:spPr>
        </p:pic>
        <p:pic>
          <p:nvPicPr>
            <p:cNvPr id="15" name="Graphic 14" descr="Care one color icon">
              <a:extLst>
                <a:ext uri="{FF2B5EF4-FFF2-40B4-BE49-F238E27FC236}">
                  <a16:creationId xmlns:a16="http://schemas.microsoft.com/office/drawing/2014/main" id="{BA0B5602-8F37-8A80-7C2F-293F291CBDB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48891" y="1428739"/>
              <a:ext cx="857250" cy="674370"/>
            </a:xfrm>
            <a:prstGeom prst="rect">
              <a:avLst/>
            </a:prstGeom>
          </p:spPr>
        </p:pic>
      </p:grpSp>
      <p:grpSp>
        <p:nvGrpSpPr>
          <p:cNvPr id="17" name="Group 16" descr="Comment bubble icons">
            <a:extLst>
              <a:ext uri="{FF2B5EF4-FFF2-40B4-BE49-F238E27FC236}">
                <a16:creationId xmlns:a16="http://schemas.microsoft.com/office/drawing/2014/main" id="{2D1511AD-1EDF-5A25-D94A-8B57DEE7C1AF}"/>
              </a:ext>
            </a:extLst>
          </p:cNvPr>
          <p:cNvGrpSpPr/>
          <p:nvPr/>
        </p:nvGrpSpPr>
        <p:grpSpPr>
          <a:xfrm>
            <a:off x="3506936" y="1308724"/>
            <a:ext cx="1896541" cy="914400"/>
            <a:chOff x="2905349" y="1308724"/>
            <a:chExt cx="1896541" cy="914400"/>
          </a:xfrm>
        </p:grpSpPr>
        <p:pic>
          <p:nvPicPr>
            <p:cNvPr id="19" name="Picture 18" descr="Communication full color icon">
              <a:extLst>
                <a:ext uri="{FF2B5EF4-FFF2-40B4-BE49-F238E27FC236}">
                  <a16:creationId xmlns:a16="http://schemas.microsoft.com/office/drawing/2014/main" id="{55363637-04D7-86FF-C47A-D3BA37EDF0B1}"/>
                </a:ext>
              </a:extLst>
            </p:cNvPr>
            <p:cNvPicPr>
              <a:picLocks noChangeAspect="1"/>
            </p:cNvPicPr>
            <p:nvPr/>
          </p:nvPicPr>
          <p:blipFill>
            <a:blip r:embed="rId5"/>
            <a:srcRect/>
            <a:stretch/>
          </p:blipFill>
          <p:spPr>
            <a:xfrm>
              <a:off x="2905349" y="1308724"/>
              <a:ext cx="914400" cy="914400"/>
            </a:xfrm>
            <a:prstGeom prst="rect">
              <a:avLst/>
            </a:prstGeom>
          </p:spPr>
        </p:pic>
        <p:pic>
          <p:nvPicPr>
            <p:cNvPr id="21" name="Graphic 20" descr="Communication one color icon">
              <a:extLst>
                <a:ext uri="{FF2B5EF4-FFF2-40B4-BE49-F238E27FC236}">
                  <a16:creationId xmlns:a16="http://schemas.microsoft.com/office/drawing/2014/main" id="{6450ABBF-9E2B-A7BA-E702-C1400962D9C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944640" y="1439216"/>
              <a:ext cx="857250" cy="653415"/>
            </a:xfrm>
            <a:prstGeom prst="rect">
              <a:avLst/>
            </a:prstGeom>
          </p:spPr>
        </p:pic>
      </p:grpSp>
      <p:grpSp>
        <p:nvGrpSpPr>
          <p:cNvPr id="23" name="Group 22" descr="Factory icons">
            <a:extLst>
              <a:ext uri="{FF2B5EF4-FFF2-40B4-BE49-F238E27FC236}">
                <a16:creationId xmlns:a16="http://schemas.microsoft.com/office/drawing/2014/main" id="{4FBD3CC5-2A6E-DB53-E264-65F3E1145A86}"/>
              </a:ext>
            </a:extLst>
          </p:cNvPr>
          <p:cNvGrpSpPr/>
          <p:nvPr/>
        </p:nvGrpSpPr>
        <p:grpSpPr>
          <a:xfrm>
            <a:off x="6358866" y="1308724"/>
            <a:ext cx="1896541" cy="914400"/>
            <a:chOff x="5201098" y="1308724"/>
            <a:chExt cx="1896541" cy="914400"/>
          </a:xfrm>
        </p:grpSpPr>
        <p:pic>
          <p:nvPicPr>
            <p:cNvPr id="25" name="Picture 24" descr="Factory full color icon">
              <a:extLst>
                <a:ext uri="{FF2B5EF4-FFF2-40B4-BE49-F238E27FC236}">
                  <a16:creationId xmlns:a16="http://schemas.microsoft.com/office/drawing/2014/main" id="{BE49B9BC-BDC1-E7DB-E369-DD7F1710F830}"/>
                </a:ext>
              </a:extLst>
            </p:cNvPr>
            <p:cNvPicPr>
              <a:picLocks noChangeAspect="1"/>
            </p:cNvPicPr>
            <p:nvPr/>
          </p:nvPicPr>
          <p:blipFill>
            <a:blip r:embed="rId8"/>
            <a:srcRect/>
            <a:stretch/>
          </p:blipFill>
          <p:spPr>
            <a:xfrm>
              <a:off x="5201098" y="1308724"/>
              <a:ext cx="914400" cy="914400"/>
            </a:xfrm>
            <a:prstGeom prst="rect">
              <a:avLst/>
            </a:prstGeom>
          </p:spPr>
        </p:pic>
        <p:pic>
          <p:nvPicPr>
            <p:cNvPr id="26" name="Graphic 25" descr="Factory one color icon">
              <a:extLst>
                <a:ext uri="{FF2B5EF4-FFF2-40B4-BE49-F238E27FC236}">
                  <a16:creationId xmlns:a16="http://schemas.microsoft.com/office/drawing/2014/main" id="{44B1C2DE-C70D-63CF-8459-AFD4EEEA257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240389" y="1408735"/>
              <a:ext cx="857250" cy="714375"/>
            </a:xfrm>
            <a:prstGeom prst="rect">
              <a:avLst/>
            </a:prstGeom>
          </p:spPr>
        </p:pic>
      </p:grpSp>
      <p:grpSp>
        <p:nvGrpSpPr>
          <p:cNvPr id="27" name="Group 26" descr="Beakers icons">
            <a:extLst>
              <a:ext uri="{FF2B5EF4-FFF2-40B4-BE49-F238E27FC236}">
                <a16:creationId xmlns:a16="http://schemas.microsoft.com/office/drawing/2014/main" id="{50BA3E0F-0DD2-F081-1814-FC92BF4206D8}"/>
              </a:ext>
            </a:extLst>
          </p:cNvPr>
          <p:cNvGrpSpPr/>
          <p:nvPr/>
        </p:nvGrpSpPr>
        <p:grpSpPr>
          <a:xfrm>
            <a:off x="9233498" y="1308724"/>
            <a:ext cx="1896541" cy="914400"/>
            <a:chOff x="7496847" y="1308724"/>
            <a:chExt cx="1896541" cy="914400"/>
          </a:xfrm>
        </p:grpSpPr>
        <p:pic>
          <p:nvPicPr>
            <p:cNvPr id="28" name="Picture 27" descr="Lab full color icon">
              <a:extLst>
                <a:ext uri="{FF2B5EF4-FFF2-40B4-BE49-F238E27FC236}">
                  <a16:creationId xmlns:a16="http://schemas.microsoft.com/office/drawing/2014/main" id="{68427087-7D62-5554-4D00-3C1F07819AB4}"/>
                </a:ext>
              </a:extLst>
            </p:cNvPr>
            <p:cNvPicPr>
              <a:picLocks noChangeAspect="1"/>
            </p:cNvPicPr>
            <p:nvPr/>
          </p:nvPicPr>
          <p:blipFill>
            <a:blip r:embed="rId11"/>
            <a:srcRect/>
            <a:stretch/>
          </p:blipFill>
          <p:spPr>
            <a:xfrm>
              <a:off x="7496847" y="1308724"/>
              <a:ext cx="914400" cy="914400"/>
            </a:xfrm>
            <a:prstGeom prst="rect">
              <a:avLst/>
            </a:prstGeom>
          </p:spPr>
        </p:pic>
        <p:pic>
          <p:nvPicPr>
            <p:cNvPr id="29" name="Graphic 28" descr="Lab one color icon">
              <a:extLst>
                <a:ext uri="{FF2B5EF4-FFF2-40B4-BE49-F238E27FC236}">
                  <a16:creationId xmlns:a16="http://schemas.microsoft.com/office/drawing/2014/main" id="{364E83B4-A3D7-7068-A5CE-A75BB14175D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536138" y="1368729"/>
              <a:ext cx="857250" cy="794385"/>
            </a:xfrm>
            <a:prstGeom prst="rect">
              <a:avLst/>
            </a:prstGeom>
          </p:spPr>
        </p:pic>
      </p:grpSp>
      <p:grpSp>
        <p:nvGrpSpPr>
          <p:cNvPr id="42" name="Group 41" descr="Medicine icons">
            <a:extLst>
              <a:ext uri="{FF2B5EF4-FFF2-40B4-BE49-F238E27FC236}">
                <a16:creationId xmlns:a16="http://schemas.microsoft.com/office/drawing/2014/main" id="{FF4C355F-6F99-EB94-74C9-87771B90E691}"/>
              </a:ext>
            </a:extLst>
          </p:cNvPr>
          <p:cNvGrpSpPr/>
          <p:nvPr/>
        </p:nvGrpSpPr>
        <p:grpSpPr>
          <a:xfrm>
            <a:off x="612692" y="3030003"/>
            <a:ext cx="1890357" cy="914400"/>
            <a:chOff x="664958" y="2993951"/>
            <a:chExt cx="1890357" cy="914400"/>
          </a:xfrm>
        </p:grpSpPr>
        <p:pic>
          <p:nvPicPr>
            <p:cNvPr id="43" name="Picture 42" descr="Medicine full color icon">
              <a:extLst>
                <a:ext uri="{FF2B5EF4-FFF2-40B4-BE49-F238E27FC236}">
                  <a16:creationId xmlns:a16="http://schemas.microsoft.com/office/drawing/2014/main" id="{45119A5F-8DF4-1860-62AC-622872E2E504}"/>
                </a:ext>
              </a:extLst>
            </p:cNvPr>
            <p:cNvPicPr>
              <a:picLocks noChangeAspect="1"/>
            </p:cNvPicPr>
            <p:nvPr/>
          </p:nvPicPr>
          <p:blipFill>
            <a:blip r:embed="rId14"/>
            <a:srcRect/>
            <a:stretch/>
          </p:blipFill>
          <p:spPr>
            <a:xfrm>
              <a:off x="664958" y="2993951"/>
              <a:ext cx="914400" cy="914400"/>
            </a:xfrm>
            <a:prstGeom prst="rect">
              <a:avLst/>
            </a:prstGeom>
          </p:spPr>
        </p:pic>
        <p:pic>
          <p:nvPicPr>
            <p:cNvPr id="44" name="Graphic 43" descr="Medicine one color icon">
              <a:extLst>
                <a:ext uri="{FF2B5EF4-FFF2-40B4-BE49-F238E27FC236}">
                  <a16:creationId xmlns:a16="http://schemas.microsoft.com/office/drawing/2014/main" id="{B152891B-BB11-474E-27E1-865A3F1BF01F}"/>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1698065" y="3124443"/>
              <a:ext cx="857250" cy="600075"/>
            </a:xfrm>
            <a:prstGeom prst="rect">
              <a:avLst/>
            </a:prstGeom>
          </p:spPr>
        </p:pic>
      </p:grpSp>
      <p:grpSp>
        <p:nvGrpSpPr>
          <p:cNvPr id="30" name="Group 29" descr="Meeting icons">
            <a:extLst>
              <a:ext uri="{FF2B5EF4-FFF2-40B4-BE49-F238E27FC236}">
                <a16:creationId xmlns:a16="http://schemas.microsoft.com/office/drawing/2014/main" id="{DB18647F-F185-DDAD-F5E6-7B03DCF54B25}"/>
              </a:ext>
            </a:extLst>
          </p:cNvPr>
          <p:cNvGrpSpPr/>
          <p:nvPr/>
        </p:nvGrpSpPr>
        <p:grpSpPr>
          <a:xfrm>
            <a:off x="3506936" y="3022958"/>
            <a:ext cx="1896541" cy="914400"/>
            <a:chOff x="2905349" y="2870704"/>
            <a:chExt cx="1896541" cy="914400"/>
          </a:xfrm>
        </p:grpSpPr>
        <p:pic>
          <p:nvPicPr>
            <p:cNvPr id="31" name="Picture 30" descr="Meeting full color icon">
              <a:extLst>
                <a:ext uri="{FF2B5EF4-FFF2-40B4-BE49-F238E27FC236}">
                  <a16:creationId xmlns:a16="http://schemas.microsoft.com/office/drawing/2014/main" id="{E4C7DDA9-4B38-4EDC-E428-3C59B4768761}"/>
                </a:ext>
              </a:extLst>
            </p:cNvPr>
            <p:cNvPicPr>
              <a:picLocks noChangeAspect="1"/>
            </p:cNvPicPr>
            <p:nvPr/>
          </p:nvPicPr>
          <p:blipFill>
            <a:blip r:embed="rId17"/>
            <a:srcRect/>
            <a:stretch/>
          </p:blipFill>
          <p:spPr>
            <a:xfrm>
              <a:off x="2905349" y="2870704"/>
              <a:ext cx="914400" cy="914400"/>
            </a:xfrm>
            <a:prstGeom prst="rect">
              <a:avLst/>
            </a:prstGeom>
          </p:spPr>
        </p:pic>
        <p:pic>
          <p:nvPicPr>
            <p:cNvPr id="32" name="Graphic 31" descr="Meeting one color icon">
              <a:extLst>
                <a:ext uri="{FF2B5EF4-FFF2-40B4-BE49-F238E27FC236}">
                  <a16:creationId xmlns:a16="http://schemas.microsoft.com/office/drawing/2014/main" id="{25A883D1-09F6-64E3-A903-0B2C90502937}"/>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3944640" y="2924997"/>
              <a:ext cx="857250" cy="805815"/>
            </a:xfrm>
            <a:prstGeom prst="rect">
              <a:avLst/>
            </a:prstGeom>
          </p:spPr>
        </p:pic>
      </p:grpSp>
      <p:grpSp>
        <p:nvGrpSpPr>
          <p:cNvPr id="33" name="Group 32" descr="Microscope icons">
            <a:extLst>
              <a:ext uri="{FF2B5EF4-FFF2-40B4-BE49-F238E27FC236}">
                <a16:creationId xmlns:a16="http://schemas.microsoft.com/office/drawing/2014/main" id="{A72905DA-3FFF-8C02-77A2-DF4F5A22D289}"/>
              </a:ext>
            </a:extLst>
          </p:cNvPr>
          <p:cNvGrpSpPr/>
          <p:nvPr/>
        </p:nvGrpSpPr>
        <p:grpSpPr>
          <a:xfrm>
            <a:off x="6407364" y="3022958"/>
            <a:ext cx="1836533" cy="914400"/>
            <a:chOff x="3079495" y="4059424"/>
            <a:chExt cx="1836533" cy="914400"/>
          </a:xfrm>
        </p:grpSpPr>
        <p:pic>
          <p:nvPicPr>
            <p:cNvPr id="34" name="Picture 33" descr="Microscope full color icon">
              <a:extLst>
                <a:ext uri="{FF2B5EF4-FFF2-40B4-BE49-F238E27FC236}">
                  <a16:creationId xmlns:a16="http://schemas.microsoft.com/office/drawing/2014/main" id="{BD572BDC-5B22-9B1A-D659-B411318B097A}"/>
                </a:ext>
              </a:extLst>
            </p:cNvPr>
            <p:cNvPicPr>
              <a:picLocks noChangeAspect="1"/>
            </p:cNvPicPr>
            <p:nvPr/>
          </p:nvPicPr>
          <p:blipFill>
            <a:blip r:embed="rId20"/>
            <a:srcRect/>
            <a:stretch/>
          </p:blipFill>
          <p:spPr>
            <a:xfrm>
              <a:off x="3079495" y="4059424"/>
              <a:ext cx="914400" cy="914400"/>
            </a:xfrm>
            <a:prstGeom prst="rect">
              <a:avLst/>
            </a:prstGeom>
          </p:spPr>
        </p:pic>
        <p:pic>
          <p:nvPicPr>
            <p:cNvPr id="35" name="Graphic 34" descr="Microscope one color icon">
              <a:extLst>
                <a:ext uri="{FF2B5EF4-FFF2-40B4-BE49-F238E27FC236}">
                  <a16:creationId xmlns:a16="http://schemas.microsoft.com/office/drawing/2014/main" id="{7879210D-C896-3CDB-F4A6-5F9A0F563798}"/>
                </a:ext>
              </a:extLst>
            </p:cNvPr>
            <p:cNvPicPr>
              <a:picLocks noChangeAspect="1"/>
            </p:cNvPicPr>
            <p:nvPr/>
          </p:nvPicPr>
          <p:blipFill>
            <a:blip r:embed="rId21">
              <a:extLst>
                <a:ext uri="{96DAC541-7B7A-43D3-8B79-37D633B846F1}">
                  <asvg:svgBlip xmlns:asvg="http://schemas.microsoft.com/office/drawing/2016/SVG/main" r:embed="rId22"/>
                </a:ext>
              </a:extLst>
            </a:blip>
            <a:srcRect/>
            <a:stretch/>
          </p:blipFill>
          <p:spPr>
            <a:xfrm>
              <a:off x="4178793" y="4091784"/>
              <a:ext cx="737235" cy="857250"/>
            </a:xfrm>
            <a:prstGeom prst="rect">
              <a:avLst/>
            </a:prstGeom>
          </p:spPr>
        </p:pic>
      </p:grpSp>
      <p:grpSp>
        <p:nvGrpSpPr>
          <p:cNvPr id="2" name="Group 1" descr="People Profile icons">
            <a:extLst>
              <a:ext uri="{FF2B5EF4-FFF2-40B4-BE49-F238E27FC236}">
                <a16:creationId xmlns:a16="http://schemas.microsoft.com/office/drawing/2014/main" id="{54B32A59-0F3E-059F-5A12-515479B7F6A0}"/>
              </a:ext>
            </a:extLst>
          </p:cNvPr>
          <p:cNvGrpSpPr/>
          <p:nvPr/>
        </p:nvGrpSpPr>
        <p:grpSpPr>
          <a:xfrm>
            <a:off x="9307792" y="3022958"/>
            <a:ext cx="1899398" cy="914400"/>
            <a:chOff x="3079495" y="4059424"/>
            <a:chExt cx="1899398" cy="914400"/>
          </a:xfrm>
        </p:grpSpPr>
        <p:pic>
          <p:nvPicPr>
            <p:cNvPr id="4" name="Picture 3" descr="Networking full color icon">
              <a:extLst>
                <a:ext uri="{FF2B5EF4-FFF2-40B4-BE49-F238E27FC236}">
                  <a16:creationId xmlns:a16="http://schemas.microsoft.com/office/drawing/2014/main" id="{58132C1B-6D8F-6658-7DC9-889C8DCE95C6}"/>
                </a:ext>
              </a:extLst>
            </p:cNvPr>
            <p:cNvPicPr>
              <a:picLocks noChangeAspect="1"/>
            </p:cNvPicPr>
            <p:nvPr/>
          </p:nvPicPr>
          <p:blipFill>
            <a:blip r:embed="rId23"/>
            <a:srcRect/>
            <a:stretch/>
          </p:blipFill>
          <p:spPr>
            <a:xfrm>
              <a:off x="3079495" y="4059424"/>
              <a:ext cx="914400" cy="914400"/>
            </a:xfrm>
            <a:prstGeom prst="rect">
              <a:avLst/>
            </a:prstGeom>
          </p:spPr>
        </p:pic>
        <p:pic>
          <p:nvPicPr>
            <p:cNvPr id="6" name="Graphic 5" descr="Networking one color icon">
              <a:extLst>
                <a:ext uri="{FF2B5EF4-FFF2-40B4-BE49-F238E27FC236}">
                  <a16:creationId xmlns:a16="http://schemas.microsoft.com/office/drawing/2014/main" id="{980EA87D-1B0C-38A0-4D73-485B0D8A86FB}"/>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4178793" y="4150864"/>
              <a:ext cx="800100" cy="731520"/>
            </a:xfrm>
            <a:prstGeom prst="rect">
              <a:avLst/>
            </a:prstGeom>
          </p:spPr>
        </p:pic>
      </p:grpSp>
      <p:grpSp>
        <p:nvGrpSpPr>
          <p:cNvPr id="39" name="Group 38" descr="Play icons">
            <a:extLst>
              <a:ext uri="{FF2B5EF4-FFF2-40B4-BE49-F238E27FC236}">
                <a16:creationId xmlns:a16="http://schemas.microsoft.com/office/drawing/2014/main" id="{814CB7BD-F0FD-4819-D9AC-FDDF7E0DAD17}"/>
              </a:ext>
            </a:extLst>
          </p:cNvPr>
          <p:cNvGrpSpPr/>
          <p:nvPr/>
        </p:nvGrpSpPr>
        <p:grpSpPr>
          <a:xfrm>
            <a:off x="631031" y="4751281"/>
            <a:ext cx="1853678" cy="914400"/>
            <a:chOff x="7805724" y="4059424"/>
            <a:chExt cx="1853678" cy="914400"/>
          </a:xfrm>
        </p:grpSpPr>
        <p:pic>
          <p:nvPicPr>
            <p:cNvPr id="40" name="Picture 39" descr="Play full color icon">
              <a:extLst>
                <a:ext uri="{FF2B5EF4-FFF2-40B4-BE49-F238E27FC236}">
                  <a16:creationId xmlns:a16="http://schemas.microsoft.com/office/drawing/2014/main" id="{7833BEC2-8A61-3CC9-1EE5-303DDF4406D2}"/>
                </a:ext>
              </a:extLst>
            </p:cNvPr>
            <p:cNvPicPr>
              <a:picLocks noChangeAspect="1"/>
            </p:cNvPicPr>
            <p:nvPr/>
          </p:nvPicPr>
          <p:blipFill>
            <a:blip r:embed="rId26"/>
            <a:srcRect/>
            <a:stretch/>
          </p:blipFill>
          <p:spPr>
            <a:xfrm>
              <a:off x="7805724" y="4059424"/>
              <a:ext cx="914400" cy="914400"/>
            </a:xfrm>
            <a:prstGeom prst="rect">
              <a:avLst/>
            </a:prstGeom>
          </p:spPr>
        </p:pic>
        <p:pic>
          <p:nvPicPr>
            <p:cNvPr id="41" name="Graphic 40" descr="Play one color icon">
              <a:extLst>
                <a:ext uri="{FF2B5EF4-FFF2-40B4-BE49-F238E27FC236}">
                  <a16:creationId xmlns:a16="http://schemas.microsoft.com/office/drawing/2014/main" id="{8F17FDA3-BE94-13B8-DE71-087C0F720D19}"/>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8887877" y="4134116"/>
              <a:ext cx="771525" cy="765810"/>
            </a:xfrm>
            <a:prstGeom prst="rect">
              <a:avLst/>
            </a:prstGeom>
          </p:spPr>
        </p:pic>
      </p:grpSp>
      <p:grpSp>
        <p:nvGrpSpPr>
          <p:cNvPr id="5" name="Group 4" descr="Syringe &amp; bottle icon">
            <a:extLst>
              <a:ext uri="{FF2B5EF4-FFF2-40B4-BE49-F238E27FC236}">
                <a16:creationId xmlns:a16="http://schemas.microsoft.com/office/drawing/2014/main" id="{1B0AC725-CCF1-9068-E7E6-56EBB7EEB9AA}"/>
              </a:ext>
            </a:extLst>
          </p:cNvPr>
          <p:cNvGrpSpPr/>
          <p:nvPr/>
        </p:nvGrpSpPr>
        <p:grpSpPr>
          <a:xfrm>
            <a:off x="3509793" y="4751281"/>
            <a:ext cx="1890826" cy="914400"/>
            <a:chOff x="9792595" y="4059424"/>
            <a:chExt cx="1890826" cy="914400"/>
          </a:xfrm>
        </p:grpSpPr>
        <p:pic>
          <p:nvPicPr>
            <p:cNvPr id="7" name="Picture 6" descr="Syringe full color icon">
              <a:extLst>
                <a:ext uri="{FF2B5EF4-FFF2-40B4-BE49-F238E27FC236}">
                  <a16:creationId xmlns:a16="http://schemas.microsoft.com/office/drawing/2014/main" id="{4977EE96-2EF5-E967-44E4-07AFEBA9D321}"/>
                </a:ext>
              </a:extLst>
            </p:cNvPr>
            <p:cNvPicPr>
              <a:picLocks noChangeAspect="1"/>
            </p:cNvPicPr>
            <p:nvPr/>
          </p:nvPicPr>
          <p:blipFill>
            <a:blip r:embed="rId29"/>
            <a:srcRect/>
            <a:stretch/>
          </p:blipFill>
          <p:spPr>
            <a:xfrm>
              <a:off x="9792595" y="4059424"/>
              <a:ext cx="914400" cy="914400"/>
            </a:xfrm>
            <a:prstGeom prst="rect">
              <a:avLst/>
            </a:prstGeom>
          </p:spPr>
        </p:pic>
        <p:pic>
          <p:nvPicPr>
            <p:cNvPr id="9" name="Graphic 8" descr="Syringe one color icon">
              <a:extLst>
                <a:ext uri="{FF2B5EF4-FFF2-40B4-BE49-F238E27FC236}">
                  <a16:creationId xmlns:a16="http://schemas.microsoft.com/office/drawing/2014/main" id="{86CEBE33-7BB2-EDD7-C2B6-10CC42FC156A}"/>
                </a:ext>
              </a:extLst>
            </p:cNvPr>
            <p:cNvPicPr>
              <a:picLocks noChangeAspect="1"/>
            </p:cNvPicPr>
            <p:nvPr/>
          </p:nvPicPr>
          <p:blipFill>
            <a:blip r:embed="rId30">
              <a:extLst>
                <a:ext uri="{96DAC541-7B7A-43D3-8B79-37D633B846F1}">
                  <asvg:svgBlip xmlns:asvg="http://schemas.microsoft.com/office/drawing/2016/SVG/main" r:embed="rId31"/>
                </a:ext>
              </a:extLst>
            </a:blip>
            <a:srcRect/>
            <a:stretch/>
          </p:blipFill>
          <p:spPr>
            <a:xfrm>
              <a:off x="10837601" y="4088396"/>
              <a:ext cx="845820" cy="857250"/>
            </a:xfrm>
            <a:prstGeom prst="rect">
              <a:avLst/>
            </a:prstGeom>
          </p:spPr>
        </p:pic>
      </p:grpSp>
      <p:sp>
        <p:nvSpPr>
          <p:cNvPr id="8" name="Footer Placeholder 7">
            <a:extLst>
              <a:ext uri="{FF2B5EF4-FFF2-40B4-BE49-F238E27FC236}">
                <a16:creationId xmlns:a16="http://schemas.microsoft.com/office/drawing/2014/main" id="{DBE62188-0724-6B9C-FEF8-B3E54F0FFE53}"/>
              </a:ext>
            </a:extLst>
          </p:cNvPr>
          <p:cNvSpPr>
            <a:spLocks noGrp="1"/>
          </p:cNvSpPr>
          <p:nvPr>
            <p:ph type="ftr" sz="quarter" idx="10"/>
          </p:nvPr>
        </p:nvSpPr>
        <p:spPr/>
        <p:txBody>
          <a:bodyPr/>
          <a:lstStyle/>
          <a:p>
            <a:r>
              <a:rPr lang="en-US" dirty="0"/>
              <a:t>Company Confidential  © 2025 Eli Lilly and Company</a:t>
            </a:r>
          </a:p>
        </p:txBody>
      </p:sp>
      <p:sp>
        <p:nvSpPr>
          <p:cNvPr id="10" name="Slide Number Placeholder 9">
            <a:extLst>
              <a:ext uri="{FF2B5EF4-FFF2-40B4-BE49-F238E27FC236}">
                <a16:creationId xmlns:a16="http://schemas.microsoft.com/office/drawing/2014/main" id="{24E8442D-1BD5-A9FC-5E89-C7031BEB31B6}"/>
              </a:ext>
            </a:extLst>
          </p:cNvPr>
          <p:cNvSpPr>
            <a:spLocks noGrp="1"/>
          </p:cNvSpPr>
          <p:nvPr>
            <p:ph type="sldNum" idx="11"/>
          </p:nvPr>
        </p:nvSpPr>
        <p:spPr/>
        <p:txBody>
          <a:bodyPr/>
          <a:lstStyle/>
          <a:p>
            <a:fld id="{00000000-1234-1234-1234-123412341234}" type="slidenum">
              <a:rPr lang="en" smtClean="0"/>
              <a:pPr/>
              <a:t>89</a:t>
            </a:fld>
            <a:endParaRPr lang="en" dirty="0"/>
          </a:p>
        </p:txBody>
      </p:sp>
    </p:spTree>
    <p:extLst>
      <p:ext uri="{BB962C8B-B14F-4D97-AF65-F5344CB8AC3E}">
        <p14:creationId xmlns:p14="http://schemas.microsoft.com/office/powerpoint/2010/main" val="3684880863"/>
      </p:ext>
    </p:extLst>
  </p:cSld>
  <p:clrMapOvr>
    <a:masterClrMapping/>
  </p:clrMapOvr>
</p:sld>
</file>

<file path=ppt/theme/theme1.xml><?xml version="1.0" encoding="utf-8"?>
<a:theme xmlns:a="http://schemas.openxmlformats.org/drawingml/2006/main" name="Lilly Brand Font Theme">
  <a:themeElements>
    <a:clrScheme name="Lilly PPT 2024">
      <a:dk1>
        <a:srgbClr val="212121"/>
      </a:dk1>
      <a:lt1>
        <a:srgbClr val="FFFFFF"/>
      </a:lt1>
      <a:dk2>
        <a:srgbClr val="511207"/>
      </a:dk2>
      <a:lt2>
        <a:srgbClr val="FBCFC8"/>
      </a:lt2>
      <a:accent1>
        <a:srgbClr val="E1251B"/>
      </a:accent1>
      <a:accent2>
        <a:srgbClr val="0F3A85"/>
      </a:accent2>
      <a:accent3>
        <a:srgbClr val="99BFE5"/>
      </a:accent3>
      <a:accent4>
        <a:srgbClr val="144B2D"/>
      </a:accent4>
      <a:accent5>
        <a:srgbClr val="FFC709"/>
      </a:accent5>
      <a:accent6>
        <a:srgbClr val="F58E7D"/>
      </a:accent6>
      <a:hlink>
        <a:srgbClr val="FF0000"/>
      </a:hlink>
      <a:folHlink>
        <a:srgbClr val="E1251B"/>
      </a:folHlink>
    </a:clrScheme>
    <a:fontScheme name="Lilly PPT System Font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0000"/>
          </a:lnSpc>
          <a:defRPr sz="1600" dirty="0">
            <a:solidFill>
              <a:schemeClr val="bg1"/>
            </a:solidFill>
            <a:latin typeface="Ringside Book" panose="020005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90000"/>
          </a:lnSpc>
          <a:defRPr sz="1800" dirty="0">
            <a:latin typeface="+mn-lt"/>
          </a:defRPr>
        </a:defPPr>
      </a:lstStyle>
    </a:txDef>
  </a:objectDefaults>
  <a:extraClrSchemeLst/>
  <a:extLst>
    <a:ext uri="{05A4C25C-085E-4340-85A3-A5531E510DB2}">
      <thm15:themeFamily xmlns:thm15="http://schemas.microsoft.com/office/thememl/2012/main" name="Lilly_PPT_SystemFonts_Template-022724" id="{645B461A-F101-4A4D-8D59-763A9B86823E}" vid="{F37AA41D-4FF5-4DC6-97D8-556F63C84EF5}"/>
    </a:ext>
  </a:extLst>
</a:theme>
</file>

<file path=ppt/theme/theme2.xml><?xml version="1.0" encoding="utf-8"?>
<a:theme xmlns:a="http://schemas.openxmlformats.org/drawingml/2006/main" name="1_Lilly Brand Font Theme">
  <a:themeElements>
    <a:clrScheme name="Lilly 2024 PPT">
      <a:dk1>
        <a:srgbClr val="212121"/>
      </a:dk1>
      <a:lt1>
        <a:srgbClr val="FFFFFF"/>
      </a:lt1>
      <a:dk2>
        <a:srgbClr val="511207"/>
      </a:dk2>
      <a:lt2>
        <a:srgbClr val="FBCFC8"/>
      </a:lt2>
      <a:accent1>
        <a:srgbClr val="E1241B"/>
      </a:accent1>
      <a:accent2>
        <a:srgbClr val="0F3A85"/>
      </a:accent2>
      <a:accent3>
        <a:srgbClr val="99BFE5"/>
      </a:accent3>
      <a:accent4>
        <a:srgbClr val="144B2D"/>
      </a:accent4>
      <a:accent5>
        <a:srgbClr val="FFC709"/>
      </a:accent5>
      <a:accent6>
        <a:srgbClr val="F58E7D"/>
      </a:accent6>
      <a:hlink>
        <a:srgbClr val="E1251B"/>
      </a:hlink>
      <a:folHlink>
        <a:srgbClr val="E1251B"/>
      </a:folHlink>
    </a:clrScheme>
    <a:fontScheme name="Lilly PPT System Font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8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90000"/>
          </a:lnSpc>
          <a:defRPr sz="1800" dirty="0">
            <a:latin typeface="+mn-lt"/>
          </a:defRPr>
        </a:defPPr>
      </a:lstStyle>
    </a:txDef>
  </a:objectDefaults>
  <a:extraClrSchemeLst/>
  <a:extLst>
    <a:ext uri="{05A4C25C-085E-4340-85A3-A5531E510DB2}">
      <thm15:themeFamily xmlns:thm15="http://schemas.microsoft.com/office/thememl/2012/main" name="Lilly_PPT_SystemFonts_Template-022724" id="{645B461A-F101-4A4D-8D59-763A9B86823E}" vid="{3D244071-8623-4C73-AAE3-1352CFAAE693}"/>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5A56DD4EE0B0A4DBAEBE68C9E02E2DA" ma:contentTypeVersion="16" ma:contentTypeDescription="Create a new document." ma:contentTypeScope="" ma:versionID="1cc10358ed5f7b494ae00e33039db1f5">
  <xsd:schema xmlns:xsd="http://www.w3.org/2001/XMLSchema" xmlns:xs="http://www.w3.org/2001/XMLSchema" xmlns:p="http://schemas.microsoft.com/office/2006/metadata/properties" xmlns:ns2="16e6069a-04c5-46f1-8e4a-493411be9f6d" xmlns:ns3="bfac00ad-cf50-4b2f-bc6d-6973bf4a0f43" targetNamespace="http://schemas.microsoft.com/office/2006/metadata/properties" ma:root="true" ma:fieldsID="8b14be37dd4627dec6ff1a132c5a7180" ns2:_="" ns3:_="">
    <xsd:import namespace="16e6069a-04c5-46f1-8e4a-493411be9f6d"/>
    <xsd:import namespace="bfac00ad-cf50-4b2f-bc6d-6973bf4a0f4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e6069a-04c5-46f1-8e4a-493411be9f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adb9bf-65a7-4dcd-b9fe-2cabe70ed69e"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CR" ma:index="23"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ac00ad-cf50-4b2f-bc6d-6973bf4a0f4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8066bb-f91d-4a3a-b16a-1bf240bf67a3}" ma:internalName="TaxCatchAll" ma:showField="CatchAllData" ma:web="bfac00ad-cf50-4b2f-bc6d-6973bf4a0f43">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fac00ad-cf50-4b2f-bc6d-6973bf4a0f43" xsi:nil="true"/>
    <lcf76f155ced4ddcb4097134ff3c332f xmlns="16e6069a-04c5-46f1-8e4a-493411be9f6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9824896-9DD2-4883-8CDC-7B66094D280F}"/>
</file>

<file path=customXml/itemProps2.xml><?xml version="1.0" encoding="utf-8"?>
<ds:datastoreItem xmlns:ds="http://schemas.openxmlformats.org/officeDocument/2006/customXml" ds:itemID="{D4A9415E-8B9C-44A8-A1F9-8AB2E5E96A65}"/>
</file>

<file path=customXml/itemProps3.xml><?xml version="1.0" encoding="utf-8"?>
<ds:datastoreItem xmlns:ds="http://schemas.openxmlformats.org/officeDocument/2006/customXml" ds:itemID="{3F544BA4-5B5C-45BD-B327-4C513EB2FCE5}"/>
</file>

<file path=docProps/app.xml><?xml version="1.0" encoding="utf-8"?>
<Properties xmlns="http://schemas.openxmlformats.org/officeDocument/2006/extended-properties" xmlns:vt="http://schemas.openxmlformats.org/officeDocument/2006/docPropsVTypes">
  <Template/>
  <TotalTime>9440</TotalTime>
  <Words>10881</Words>
  <Application>Microsoft Office PowerPoint</Application>
  <PresentationFormat>Widescreen</PresentationFormat>
  <Paragraphs>1097</Paragraphs>
  <Slides>89</Slides>
  <Notes>68</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89</vt:i4>
      </vt:variant>
    </vt:vector>
  </HeadingPairs>
  <TitlesOfParts>
    <vt:vector size="95" baseType="lpstr">
      <vt:lpstr>Arial Black</vt:lpstr>
      <vt:lpstr>Times New Roman</vt:lpstr>
      <vt:lpstr>Arial</vt:lpstr>
      <vt:lpstr>Lilly Brand Font Theme</vt:lpstr>
      <vt:lpstr>1_Lilly Brand Font Theme</vt:lpstr>
      <vt:lpstr>Custom Design</vt:lpstr>
      <vt:lpstr>INTRODUCTION</vt:lpstr>
      <vt:lpstr>Accessibility Guidelines and Useful Information</vt:lpstr>
      <vt:lpstr>Template Guidelines and Useful Information</vt:lpstr>
      <vt:lpstr>Footer</vt:lpstr>
      <vt:lpstr>Using the Template</vt:lpstr>
      <vt:lpstr>PRESENTATION TITLE GOES HERE</vt:lpstr>
      <vt:lpstr>PRESENTATION TITLE 1 GOES HERE</vt:lpstr>
      <vt:lpstr>Red Lilly logotype (Lilly Pink background)</vt:lpstr>
      <vt:lpstr>Red Lilly AMC (neutral cream background)</vt:lpstr>
      <vt:lpstr>White Lilly AMC (Lilly Red background)</vt:lpstr>
      <vt:lpstr>Red horizontal Lilly AMC (white background)</vt:lpstr>
      <vt:lpstr>White horizontal Lilly AMC (Lilly Red background)</vt:lpstr>
      <vt:lpstr>Agenda</vt:lpstr>
      <vt:lpstr>Agenda 1 </vt:lpstr>
      <vt:lpstr>Agenda 2</vt:lpstr>
      <vt:lpstr>Agenda 3</vt:lpstr>
      <vt:lpstr>Agenda 4</vt:lpstr>
      <vt:lpstr>Agenda 5</vt:lpstr>
      <vt:lpstr>Meet the Team</vt:lpstr>
      <vt:lpstr>Title and Content Layout Heading Line 2</vt:lpstr>
      <vt:lpstr>Sample Table</vt:lpstr>
      <vt:lpstr>Sample Column Chart</vt:lpstr>
      <vt:lpstr>Sample Pie Chart</vt:lpstr>
      <vt:lpstr>Sample Org Chart</vt:lpstr>
      <vt:lpstr>Subhead</vt:lpstr>
      <vt:lpstr>Subhead Title</vt:lpstr>
      <vt:lpstr>Large List Title</vt:lpstr>
      <vt:lpstr>Description 1</vt:lpstr>
      <vt:lpstr>Description 2</vt:lpstr>
      <vt:lpstr>Description 3</vt:lpstr>
      <vt:lpstr>Description</vt:lpstr>
      <vt:lpstr>Lorem ipsum dolor sit amet, consectetur adipiscing elit sed do eiusmod temunt ut labore et dolore magna aliqua. </vt:lpstr>
      <vt:lpstr>Lorem ipsum dolor sit amet, consectetur adipiscing elit.</vt:lpstr>
      <vt:lpstr>Dual comparison chart (vibrant azure background)</vt:lpstr>
      <vt:lpstr>3 column comparison (vibrant orange background) </vt:lpstr>
      <vt:lpstr>Architecture template (vibrant orange background)</vt:lpstr>
      <vt:lpstr>Architecture template (neutral rose background)</vt:lpstr>
      <vt:lpstr>5 column comparison chart (neutral sage background)</vt:lpstr>
      <vt:lpstr>Description Option 1</vt:lpstr>
      <vt:lpstr>Description Option 2</vt:lpstr>
      <vt:lpstr>Description #1</vt:lpstr>
      <vt:lpstr>Description #2</vt:lpstr>
      <vt:lpstr>Description #3</vt:lpstr>
      <vt:lpstr>Description 4</vt:lpstr>
      <vt:lpstr>Description 5</vt:lpstr>
      <vt:lpstr>Description 6</vt:lpstr>
      <vt:lpstr>Subhead </vt:lpstr>
      <vt:lpstr>vivamus eros lacinia sit amet bibendum eget feugiat</vt:lpstr>
      <vt:lpstr>vivamus eros lacinia sit amet bibendum eget feugiat.</vt:lpstr>
      <vt:lpstr>Lorem ipsum dolor,  sit amet bibendum</vt:lpstr>
      <vt:lpstr>Lorem ipsum dolor,  sit amet bibendum </vt:lpstr>
      <vt:lpstr>Vivamus eros lacinia sit amet bibendum eget feugiat vitae odio.</vt:lpstr>
      <vt:lpstr>Lorem ipsum dolor sit?</vt:lpstr>
      <vt:lpstr>Lorem ipsum dolor sit amet, consectetur adipiscing elit</vt:lpstr>
      <vt:lpstr>Dynamic big statement divided slide</vt:lpstr>
      <vt:lpstr>From and To divided slide</vt:lpstr>
      <vt:lpstr>Lorem ipsum dolor sit amet,  consectetur adipiscing elit.</vt:lpstr>
      <vt:lpstr>Lorem Ipsum Dolor Sit Amet.  Consectetur  Adipiscing elit.</vt:lpstr>
      <vt:lpstr>White and Lilly Red divided slide</vt:lpstr>
      <vt:lpstr>Lorem ipsum dolor sit amet.</vt:lpstr>
      <vt:lpstr>Quote template with photography</vt:lpstr>
      <vt:lpstr>Quote template with Lilly red pattern</vt:lpstr>
      <vt:lpstr>Section Divider</vt:lpstr>
      <vt:lpstr>Section Divider Title</vt:lpstr>
      <vt:lpstr>1 Section Divider Title</vt:lpstr>
      <vt:lpstr>2 Section Divider Title</vt:lpstr>
      <vt:lpstr>3 Section Divider Title</vt:lpstr>
      <vt:lpstr>4 Section Divider Title</vt:lpstr>
      <vt:lpstr>5 Section Divider Title</vt:lpstr>
      <vt:lpstr>Title, Content and Picture Slide</vt:lpstr>
      <vt:lpstr>Alt Title, Content and Picture Slide</vt:lpstr>
      <vt:lpstr>Standard Header</vt:lpstr>
      <vt:lpstr>Standard Header Alt Timeline </vt:lpstr>
      <vt:lpstr>Standard Header Alt Photo </vt:lpstr>
      <vt:lpstr>Standard Header 1 </vt:lpstr>
      <vt:lpstr>Standard Header 2</vt:lpstr>
      <vt:lpstr>Standard Header 3</vt:lpstr>
      <vt:lpstr>Standard Header 4</vt:lpstr>
      <vt:lpstr>Standard Header 5</vt:lpstr>
      <vt:lpstr>Manifesto (Lilly Pink background)</vt:lpstr>
      <vt:lpstr>Standard Header </vt:lpstr>
      <vt:lpstr>OPTION TITLE</vt:lpstr>
      <vt:lpstr>Statement 1 slide template</vt:lpstr>
      <vt:lpstr>Thank you slide</vt:lpstr>
      <vt:lpstr>Brand Assets</vt:lpstr>
      <vt:lpstr>Graphic Shapes: Premade sample shapes to be copied and pasted for ease of use</vt:lpstr>
      <vt:lpstr>Patterns (Full Crops) &amp; preferred text and background color combinations</vt:lpstr>
      <vt:lpstr>Patterns (Vertical Crops) &amp; preferred text and background color combinations</vt:lpstr>
      <vt:lpstr>Icons (Including full-Color and editible one-color)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Vicki Liu</dc:creator>
  <cp:lastModifiedBy>Katy Kenny</cp:lastModifiedBy>
  <cp:revision>68</cp:revision>
  <dcterms:created xsi:type="dcterms:W3CDTF">2024-02-13T03:36:24Z</dcterms:created>
  <dcterms:modified xsi:type="dcterms:W3CDTF">2025-04-02T20:56:52Z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0x01010005A56DD4EE0B0A4DBAEBE68C9E02E2DA</vt:lpwstr>
  </property>
  <property fmtid="{D5CDD505-2E9C-101B-9397-08002B2CF9AE}" pid="3" name="MediaServiceImageTags">
    <vt:lpwstr/>
  </property>
</Properties>
</file>